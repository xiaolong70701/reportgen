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98A"/>
    <a:srgbClr val="2859C2"/>
    <a:srgbClr val="6B6C9E"/>
    <a:srgbClr val="D6B30E"/>
    <a:srgbClr val="7D7EC8"/>
    <a:srgbClr val="CDA715"/>
    <a:srgbClr val="FFC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9"/>
    <p:restoredTop sz="94650"/>
  </p:normalViewPr>
  <p:slideViewPr>
    <p:cSldViewPr snapToGrid="0">
      <p:cViewPr>
        <p:scale>
          <a:sx n="73" d="100"/>
          <a:sy n="73" d="100"/>
        </p:scale>
        <p:origin x="193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宋品岳" userId="2aa0ab74-862c-4389-b853-6edf66202dd8" providerId="ADAL" clId="{E9E03611-1544-3D4F-AAAA-31EADE49446E}"/>
    <pc:docChg chg="custSel addSld modSld">
      <pc:chgData name="宋品岳" userId="2aa0ab74-862c-4389-b853-6edf66202dd8" providerId="ADAL" clId="{E9E03611-1544-3D4F-AAAA-31EADE49446E}" dt="2025-05-05T10:14:23.923" v="13" actId="164"/>
      <pc:docMkLst>
        <pc:docMk/>
      </pc:docMkLst>
      <pc:sldChg chg="addSp delSp modSp add mod">
        <pc:chgData name="宋品岳" userId="2aa0ab74-862c-4389-b853-6edf66202dd8" providerId="ADAL" clId="{E9E03611-1544-3D4F-AAAA-31EADE49446E}" dt="2025-05-05T10:14:23.923" v="13" actId="164"/>
        <pc:sldMkLst>
          <pc:docMk/>
          <pc:sldMk cId="223871526" sldId="263"/>
        </pc:sldMkLst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9" creationId="{DD509E1B-9CAD-5B8F-612D-01F5D4528323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13" creationId="{AD72AADA-DDD0-C071-D04A-528751FEA53E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17" creationId="{0C642BDC-B779-1083-A231-0950AA58345C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28" creationId="{74726FCE-049D-900A-5B1A-5EC36BB8A1DF}"/>
          </ac:spMkLst>
        </pc:spChg>
        <pc:spChg chg="del">
          <ac:chgData name="宋品岳" userId="2aa0ab74-862c-4389-b853-6edf66202dd8" providerId="ADAL" clId="{E9E03611-1544-3D4F-AAAA-31EADE49446E}" dt="2025-05-05T10:13:52.644" v="7" actId="478"/>
          <ac:spMkLst>
            <pc:docMk/>
            <pc:sldMk cId="223871526" sldId="263"/>
            <ac:spMk id="29" creationId="{14530809-FE8B-6064-CAA8-AE3B292970A4}"/>
          </ac:spMkLst>
        </pc:spChg>
        <pc:spChg chg="del">
          <ac:chgData name="宋品岳" userId="2aa0ab74-862c-4389-b853-6edf66202dd8" providerId="ADAL" clId="{E9E03611-1544-3D4F-AAAA-31EADE49446E}" dt="2025-05-05T10:14:11.346" v="11" actId="478"/>
          <ac:spMkLst>
            <pc:docMk/>
            <pc:sldMk cId="223871526" sldId="263"/>
            <ac:spMk id="32" creationId="{2A3B5EA2-3CB5-3448-B5D6-7B02D57E0B86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33" creationId="{1EAA3337-DA9C-8EE6-4915-E493A60479C7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35" creationId="{5947ACC6-9E87-FA85-2D3E-04CB2C894092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36" creationId="{D8AFA82D-A117-77AC-65EB-EE7CC635E836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40" creationId="{3CCDF528-9F96-8C4D-A7EE-E3DD32549678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42" creationId="{C1BEE12E-1B0F-437B-106B-2F711E1EA5D3}"/>
          </ac:spMkLst>
        </pc:spChg>
        <pc:spChg chg="mod">
          <ac:chgData name="宋品岳" userId="2aa0ab74-862c-4389-b853-6edf66202dd8" providerId="ADAL" clId="{E9E03611-1544-3D4F-AAAA-31EADE49446E}" dt="2025-05-05T10:13:46.582" v="5" actId="27803"/>
          <ac:spMkLst>
            <pc:docMk/>
            <pc:sldMk cId="223871526" sldId="263"/>
            <ac:spMk id="72" creationId="{70DA8166-8723-274C-5517-A6F287737F58}"/>
          </ac:spMkLst>
        </pc:spChg>
        <pc:spChg chg="add mod">
          <ac:chgData name="宋品岳" userId="2aa0ab74-862c-4389-b853-6edf66202dd8" providerId="ADAL" clId="{E9E03611-1544-3D4F-AAAA-31EADE49446E}" dt="2025-05-05T10:13:49.648" v="6"/>
          <ac:spMkLst>
            <pc:docMk/>
            <pc:sldMk cId="223871526" sldId="263"/>
            <ac:spMk id="73" creationId="{C741C424-0942-175A-E932-D3B4CCAFEE49}"/>
          </ac:spMkLst>
        </pc:spChg>
        <pc:spChg chg="add mod">
          <ac:chgData name="宋品岳" userId="2aa0ab74-862c-4389-b853-6edf66202dd8" providerId="ADAL" clId="{E9E03611-1544-3D4F-AAAA-31EADE49446E}" dt="2025-05-05T10:14:23.923" v="13" actId="164"/>
          <ac:spMkLst>
            <pc:docMk/>
            <pc:sldMk cId="223871526" sldId="263"/>
            <ac:spMk id="74" creationId="{46E41D0D-DD08-833A-8E10-43243FCFE9F8}"/>
          </ac:spMkLst>
        </pc:spChg>
        <pc:grpChg chg="del">
          <ac:chgData name="宋品岳" userId="2aa0ab74-862c-4389-b853-6edf66202dd8" providerId="ADAL" clId="{E9E03611-1544-3D4F-AAAA-31EADE49446E}" dt="2025-05-05T10:13:35.360" v="1" actId="478"/>
          <ac:grpSpMkLst>
            <pc:docMk/>
            <pc:sldMk cId="223871526" sldId="263"/>
            <ac:grpSpMk id="4" creationId="{38A64C02-5B92-6A07-D651-117FEEC73C8B}"/>
          </ac:grpSpMkLst>
        </pc:grpChg>
        <pc:grpChg chg="mod">
          <ac:chgData name="宋品岳" userId="2aa0ab74-862c-4389-b853-6edf66202dd8" providerId="ADAL" clId="{E9E03611-1544-3D4F-AAAA-31EADE49446E}" dt="2025-05-05T10:14:23.923" v="13" actId="164"/>
          <ac:grpSpMkLst>
            <pc:docMk/>
            <pc:sldMk cId="223871526" sldId="263"/>
            <ac:grpSpMk id="8" creationId="{B59A1B30-BDB4-3E75-03E4-D5A3C923C836}"/>
          </ac:grpSpMkLst>
        </pc:grpChg>
        <pc:grpChg chg="add mod">
          <ac:chgData name="宋品岳" userId="2aa0ab74-862c-4389-b853-6edf66202dd8" providerId="ADAL" clId="{E9E03611-1544-3D4F-AAAA-31EADE49446E}" dt="2025-05-05T10:14:23.923" v="13" actId="164"/>
          <ac:grpSpMkLst>
            <pc:docMk/>
            <pc:sldMk cId="223871526" sldId="263"/>
            <ac:grpSpMk id="75" creationId="{7CDEB304-8B53-5BAA-C31D-3FCDD7C9F91F}"/>
          </ac:grpSpMkLst>
        </pc:grpChg>
        <pc:picChg chg="add mod">
          <ac:chgData name="宋品岳" userId="2aa0ab74-862c-4389-b853-6edf66202dd8" providerId="ADAL" clId="{E9E03611-1544-3D4F-AAAA-31EADE49446E}" dt="2025-05-05T10:13:42.720" v="4" actId="1076"/>
          <ac:picMkLst>
            <pc:docMk/>
            <pc:sldMk cId="223871526" sldId="263"/>
            <ac:picMk id="3" creationId="{DF28A8BA-0493-67B5-E9CC-2773ABC9AF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9B63E-379E-5CB2-4374-961F6DAB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7DF61C-D15F-379E-A67A-5298E3BC4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732180-45F6-C240-91D2-23A7EBD0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060D91-9F53-A601-7344-BD601CE1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95A406-4838-83E8-4E06-C9831040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301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A73AD0-ABF9-67AF-DB97-6BCCFFDA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E330E3-5388-6F7E-CF65-0EF97BEB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C2E590-FF38-37F4-E69A-72A3CFEE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9B8241-0526-DF90-A9EA-DC7A3FF9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74EAEB-4A8B-013F-4FE1-AD218DD8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36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96CD3-830E-2681-0F5D-5382FBBC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C876FA-3AAB-1921-4384-008FE618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BA222-9AC3-0C32-E4B8-8784415A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C81899-4A5C-B104-828A-D7BA7507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048643-4272-359B-C35E-6F8E750C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064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09452-2E0D-26C9-3584-1574F147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9E3EF1-752F-B5C2-429C-79306607C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9481A0-5649-0520-26A0-3180D6A84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BA9E48-3A7F-5222-50AE-38623CD4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13EC8E-9609-6A52-4F3E-1E67E625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634795-0EC1-EE27-4E38-FC9103E2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89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DDB28-45AE-7F60-99E2-A5551AF5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1E8C37-D865-D8BF-4462-0A860338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73BB81-E885-7AC8-0357-E6E2C4626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97A23C-C5E2-E7AC-2FE1-B366448C8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D7D93F9-3803-426C-B984-8CED01EB1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F3C8E1-2500-3CFF-2EC0-235FB418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0D4EC6-DB1B-7D6A-0BC0-D413BDD2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8A0701-3060-A96F-777E-4E152E47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112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83B1B-6E52-81EE-610C-1754DFFD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38EB88-4C5E-6E51-2D58-F2458E8F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3AD26A-3BB6-5253-E97E-76A61611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D47C16-EAE2-F8C5-824D-7D639951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57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F69D36-FE11-E756-DC6D-4B4F7498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3973A2D-9814-5F5E-62EE-267E3A69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78F152-FFE3-52A8-9B75-C654B3D8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015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556ED-D64F-1CE4-6AF7-C651F3CD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045D43-62DE-F3A6-7954-29E2609FA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63DE62-5F83-2C7C-2571-A45917233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4C77A5-1AD6-F5EE-5356-F0F6CA68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0C3F12-8ED8-E6D8-7E8C-ACF7CF61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325DB1-7212-B75E-E845-627D3D23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478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8AC50-F02A-3418-E5C2-DE9CE385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E4ADA-AB6F-E88D-5222-1C4A9CDD9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63657D-1C1E-FF24-24F3-197D73A05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9CBCE5-F333-0ECB-2E4A-A772D2B0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74D8C7-7ECC-83DB-7A0C-7A5E95619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76F290-11CB-C8E5-2230-F9E9217B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461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CD562-ED31-9CE3-BEC5-46A2E7EA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FAA83B-4557-4A83-8829-406FBCAA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0BE307-F014-BFF9-54A7-EAD9A84C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0C1F49-C88E-9B73-47C4-99B24DAD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2E802A-F20C-5653-5332-F1D82473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402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F258AC-1E2E-8CD0-701C-931B37572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FE6876-2D74-6BFD-BCF7-6950D0257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5D5572-D7D4-DE89-AD79-CB7C3C94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3B9BE1-21AB-9B61-9D61-24152C4E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ED0EC9-4428-A613-B39A-1275990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72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E5CBE5-532C-43D6-61B3-899CFBCA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BF3F99-5D00-D63A-CF3D-B02C14AE8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699A18-7B98-BDB5-82F2-881EB39DC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7ABEE-94C1-DA46-A516-716A1C903F72}" type="datetimeFigureOut">
              <a:rPr kumimoji="1" lang="zh-TW" altLang="en-US" smtClean="0"/>
              <a:t>2025/5/5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442EE8-DC90-6157-28FA-5CC12DE8A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659106-7414-6034-4F2D-D380CBDD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855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9B00B92-FA99-F04C-2527-2E849C04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3244" y="-440575"/>
            <a:ext cx="13758487" cy="77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8A9DC2A-A51E-9769-F2FF-CF7CAC6B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1" y="1638382"/>
            <a:ext cx="9976298" cy="358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7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群組 23">
            <a:extLst>
              <a:ext uri="{FF2B5EF4-FFF2-40B4-BE49-F238E27FC236}">
                <a16:creationId xmlns:a16="http://schemas.microsoft.com/office/drawing/2014/main" id="{D7FD4438-FB48-FF76-D6BC-4D96E3C09CFC}"/>
              </a:ext>
            </a:extLst>
          </p:cNvPr>
          <p:cNvGrpSpPr/>
          <p:nvPr/>
        </p:nvGrpSpPr>
        <p:grpSpPr>
          <a:xfrm>
            <a:off x="1227674" y="1405148"/>
            <a:ext cx="6214371" cy="4486785"/>
            <a:chOff x="1227674" y="1405148"/>
            <a:chExt cx="6214371" cy="4486785"/>
          </a:xfrm>
        </p:grpSpPr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3ABE31DB-FAAF-CC6D-C149-8E5103CACB8F}"/>
                </a:ext>
              </a:extLst>
            </p:cNvPr>
            <p:cNvSpPr/>
            <p:nvPr/>
          </p:nvSpPr>
          <p:spPr>
            <a:xfrm flipV="1">
              <a:off x="1227674" y="1405148"/>
              <a:ext cx="6214371" cy="4486785"/>
            </a:xfrm>
            <a:custGeom>
              <a:avLst/>
              <a:gdLst>
                <a:gd name="connsiteX0" fmla="*/ 2419192 w 6214371"/>
                <a:gd name="connsiteY0" fmla="*/ 4475205 h 4486785"/>
                <a:gd name="connsiteX1" fmla="*/ 2107769 w 6214371"/>
                <a:gd name="connsiteY1" fmla="*/ 4372067 h 4486785"/>
                <a:gd name="connsiteX2" fmla="*/ 2017356 w 6214371"/>
                <a:gd name="connsiteY2" fmla="*/ 4295718 h 4486785"/>
                <a:gd name="connsiteX3" fmla="*/ 1918906 w 6214371"/>
                <a:gd name="connsiteY3" fmla="*/ 4224057 h 4486785"/>
                <a:gd name="connsiteX4" fmla="*/ 1718658 w 6214371"/>
                <a:gd name="connsiteY4" fmla="*/ 4023139 h 4486785"/>
                <a:gd name="connsiteX5" fmla="*/ 1678474 w 6214371"/>
                <a:gd name="connsiteY5" fmla="*/ 3621973 h 4486785"/>
                <a:gd name="connsiteX6" fmla="*/ 1687181 w 6214371"/>
                <a:gd name="connsiteY6" fmla="*/ 3568395 h 4486785"/>
                <a:gd name="connsiteX7" fmla="*/ 1667759 w 6214371"/>
                <a:gd name="connsiteY7" fmla="*/ 3543615 h 4486785"/>
                <a:gd name="connsiteX8" fmla="*/ 1627575 w 6214371"/>
                <a:gd name="connsiteY8" fmla="*/ 3473293 h 4486785"/>
                <a:gd name="connsiteX9" fmla="*/ 1603465 w 6214371"/>
                <a:gd name="connsiteY9" fmla="*/ 3364128 h 4486785"/>
                <a:gd name="connsiteX10" fmla="*/ 1639630 w 6214371"/>
                <a:gd name="connsiteY10" fmla="*/ 3177944 h 4486785"/>
                <a:gd name="connsiteX11" fmla="*/ 1771566 w 6214371"/>
                <a:gd name="connsiteY11" fmla="*/ 3042659 h 4486785"/>
                <a:gd name="connsiteX12" fmla="*/ 1816438 w 6214371"/>
                <a:gd name="connsiteY12" fmla="*/ 3019219 h 4486785"/>
                <a:gd name="connsiteX13" fmla="*/ 1803044 w 6214371"/>
                <a:gd name="connsiteY13" fmla="*/ 2975017 h 4486785"/>
                <a:gd name="connsiteX14" fmla="*/ 1692539 w 6214371"/>
                <a:gd name="connsiteY14" fmla="*/ 2827007 h 4486785"/>
                <a:gd name="connsiteX15" fmla="*/ 1347630 w 6214371"/>
                <a:gd name="connsiteY15" fmla="*/ 2703778 h 4486785"/>
                <a:gd name="connsiteX16" fmla="*/ 812518 w 6214371"/>
                <a:gd name="connsiteY16" fmla="*/ 2415795 h 4486785"/>
                <a:gd name="connsiteX17" fmla="*/ 560701 w 6214371"/>
                <a:gd name="connsiteY17" fmla="*/ 1921537 h 4486785"/>
                <a:gd name="connsiteX18" fmla="*/ 523866 w 6214371"/>
                <a:gd name="connsiteY18" fmla="*/ 1669720 h 4486785"/>
                <a:gd name="connsiteX19" fmla="*/ 464930 w 6214371"/>
                <a:gd name="connsiteY19" fmla="*/ 1665701 h 4486785"/>
                <a:gd name="connsiteX20" fmla="*/ 65103 w 6214371"/>
                <a:gd name="connsiteY20" fmla="*/ 1346242 h 4486785"/>
                <a:gd name="connsiteX21" fmla="*/ 34965 w 6214371"/>
                <a:gd name="connsiteY21" fmla="*/ 952443 h 4486785"/>
                <a:gd name="connsiteX22" fmla="*/ 179626 w 6214371"/>
                <a:gd name="connsiteY22" fmla="*/ 120642 h 4486785"/>
                <a:gd name="connsiteX23" fmla="*/ 189003 w 6214371"/>
                <a:gd name="connsiteY23" fmla="*/ 88495 h 4486785"/>
                <a:gd name="connsiteX24" fmla="*/ 103278 w 6214371"/>
                <a:gd name="connsiteY24" fmla="*/ 82468 h 4486785"/>
                <a:gd name="connsiteX25" fmla="*/ 6167 w 6214371"/>
                <a:gd name="connsiteY25" fmla="*/ 70413 h 4486785"/>
                <a:gd name="connsiteX26" fmla="*/ 9516 w 6214371"/>
                <a:gd name="connsiteY26" fmla="*/ 26211 h 4486785"/>
                <a:gd name="connsiteX27" fmla="*/ 1174840 w 6214371"/>
                <a:gd name="connsiteY27" fmla="*/ 15495 h 4486785"/>
                <a:gd name="connsiteX28" fmla="*/ 2363605 w 6214371"/>
                <a:gd name="connsiteY28" fmla="*/ 5449 h 4486785"/>
                <a:gd name="connsiteX29" fmla="*/ 3891251 w 6214371"/>
                <a:gd name="connsiteY29" fmla="*/ -4597 h 4486785"/>
                <a:gd name="connsiteX30" fmla="*/ 5380723 w 6214371"/>
                <a:gd name="connsiteY30" fmla="*/ -4597 h 4486785"/>
                <a:gd name="connsiteX31" fmla="*/ 5422916 w 6214371"/>
                <a:gd name="connsiteY31" fmla="*/ 12146 h 4486785"/>
                <a:gd name="connsiteX32" fmla="*/ 5482522 w 6214371"/>
                <a:gd name="connsiteY32" fmla="*/ 22192 h 4486785"/>
                <a:gd name="connsiteX33" fmla="*/ 5803990 w 6214371"/>
                <a:gd name="connsiteY33" fmla="*/ 15495 h 4486785"/>
                <a:gd name="connsiteX34" fmla="*/ 6118092 w 6214371"/>
                <a:gd name="connsiteY34" fmla="*/ 27550 h 4486785"/>
                <a:gd name="connsiteX35" fmla="*/ 6114743 w 6214371"/>
                <a:gd name="connsiteY35" fmla="*/ 71752 h 4486785"/>
                <a:gd name="connsiteX36" fmla="*/ 5817385 w 6214371"/>
                <a:gd name="connsiteY36" fmla="*/ 82468 h 4486785"/>
                <a:gd name="connsiteX37" fmla="*/ 5521366 w 6214371"/>
                <a:gd name="connsiteY37" fmla="*/ 94523 h 4486785"/>
                <a:gd name="connsiteX38" fmla="*/ 5493237 w 6214371"/>
                <a:gd name="connsiteY38" fmla="*/ 179578 h 4486785"/>
                <a:gd name="connsiteX39" fmla="*/ 5449035 w 6214371"/>
                <a:gd name="connsiteY39" fmla="*/ 389203 h 4486785"/>
                <a:gd name="connsiteX40" fmla="*/ 5419567 w 6214371"/>
                <a:gd name="connsiteY40" fmla="*/ 537882 h 4486785"/>
                <a:gd name="connsiteX41" fmla="*/ 5669375 w 6214371"/>
                <a:gd name="connsiteY41" fmla="*/ 552616 h 4486785"/>
                <a:gd name="connsiteX42" fmla="*/ 5939945 w 6214371"/>
                <a:gd name="connsiteY42" fmla="*/ 570029 h 4486785"/>
                <a:gd name="connsiteX43" fmla="*/ 5968073 w 6214371"/>
                <a:gd name="connsiteY43" fmla="*/ 610212 h 4486785"/>
                <a:gd name="connsiteX44" fmla="*/ 6061835 w 6214371"/>
                <a:gd name="connsiteY44" fmla="*/ 1244443 h 4486785"/>
                <a:gd name="connsiteX45" fmla="*/ 6209845 w 6214371"/>
                <a:gd name="connsiteY45" fmla="*/ 2324043 h 4486785"/>
                <a:gd name="connsiteX46" fmla="*/ 6173679 w 6214371"/>
                <a:gd name="connsiteY46" fmla="*/ 2393025 h 4486785"/>
                <a:gd name="connsiteX47" fmla="*/ 3838343 w 6214371"/>
                <a:gd name="connsiteY47" fmla="*/ 2394364 h 4486785"/>
                <a:gd name="connsiteX48" fmla="*/ 3764673 w 6214371"/>
                <a:gd name="connsiteY48" fmla="*/ 2322703 h 4486785"/>
                <a:gd name="connsiteX49" fmla="*/ 3644792 w 6214371"/>
                <a:gd name="connsiteY49" fmla="*/ 1522380 h 4486785"/>
                <a:gd name="connsiteX50" fmla="*/ 3543663 w 6214371"/>
                <a:gd name="connsiteY50" fmla="*/ 814479 h 4486785"/>
                <a:gd name="connsiteX51" fmla="*/ 3458608 w 6214371"/>
                <a:gd name="connsiteY51" fmla="*/ 789029 h 4486785"/>
                <a:gd name="connsiteX52" fmla="*/ 3271754 w 6214371"/>
                <a:gd name="connsiteY52" fmla="*/ 847296 h 4486785"/>
                <a:gd name="connsiteX53" fmla="*/ 3222864 w 6214371"/>
                <a:gd name="connsiteY53" fmla="*/ 886140 h 4486785"/>
                <a:gd name="connsiteX54" fmla="*/ 3088249 w 6214371"/>
                <a:gd name="connsiteY54" fmla="*/ 1708564 h 4486785"/>
                <a:gd name="connsiteX55" fmla="*/ 2776156 w 6214371"/>
                <a:gd name="connsiteY55" fmla="*/ 2327391 h 4486785"/>
                <a:gd name="connsiteX56" fmla="*/ 2747358 w 6214371"/>
                <a:gd name="connsiteY56" fmla="*/ 2352171 h 4486785"/>
                <a:gd name="connsiteX57" fmla="*/ 2778166 w 6214371"/>
                <a:gd name="connsiteY57" fmla="*/ 2372263 h 4486785"/>
                <a:gd name="connsiteX58" fmla="*/ 2961001 w 6214371"/>
                <a:gd name="connsiteY58" fmla="*/ 2518263 h 4486785"/>
                <a:gd name="connsiteX59" fmla="*/ 3208800 w 6214371"/>
                <a:gd name="connsiteY59" fmla="*/ 3023237 h 4486785"/>
                <a:gd name="connsiteX60" fmla="*/ 3295194 w 6214371"/>
                <a:gd name="connsiteY60" fmla="*/ 3638716 h 4486785"/>
                <a:gd name="connsiteX61" fmla="*/ 3299883 w 6214371"/>
                <a:gd name="connsiteY61" fmla="*/ 3755918 h 4486785"/>
                <a:gd name="connsiteX62" fmla="*/ 3316626 w 6214371"/>
                <a:gd name="connsiteY62" fmla="*/ 3759936 h 4486785"/>
                <a:gd name="connsiteX63" fmla="*/ 3382259 w 6214371"/>
                <a:gd name="connsiteY63" fmla="*/ 3771992 h 4486785"/>
                <a:gd name="connsiteX64" fmla="*/ 3494103 w 6214371"/>
                <a:gd name="connsiteY64" fmla="*/ 3819542 h 4486785"/>
                <a:gd name="connsiteX65" fmla="*/ 3506828 w 6214371"/>
                <a:gd name="connsiteY65" fmla="*/ 3869772 h 4486785"/>
                <a:gd name="connsiteX66" fmla="*/ 3348103 w 6214371"/>
                <a:gd name="connsiteY66" fmla="*/ 4037873 h 4486785"/>
                <a:gd name="connsiteX67" fmla="*/ 3301892 w 6214371"/>
                <a:gd name="connsiteY67" fmla="*/ 4063992 h 4486785"/>
                <a:gd name="connsiteX68" fmla="*/ 3340066 w 6214371"/>
                <a:gd name="connsiteY68" fmla="*/ 4097479 h 4486785"/>
                <a:gd name="connsiteX69" fmla="*/ 3410387 w 6214371"/>
                <a:gd name="connsiteY69" fmla="*/ 4184543 h 4486785"/>
                <a:gd name="connsiteX70" fmla="*/ 3346763 w 6214371"/>
                <a:gd name="connsiteY70" fmla="*/ 4228745 h 4486785"/>
                <a:gd name="connsiteX71" fmla="*/ 2941579 w 6214371"/>
                <a:gd name="connsiteY71" fmla="*/ 4368718 h 4486785"/>
                <a:gd name="connsiteX72" fmla="*/ 2681725 w 6214371"/>
                <a:gd name="connsiteY72" fmla="*/ 4459131 h 4486785"/>
                <a:gd name="connsiteX73" fmla="*/ 2486165 w 6214371"/>
                <a:gd name="connsiteY73" fmla="*/ 4481902 h 4486785"/>
                <a:gd name="connsiteX74" fmla="*/ 2419192 w 6214371"/>
                <a:gd name="connsiteY74" fmla="*/ 4475205 h 4486785"/>
                <a:gd name="connsiteX75" fmla="*/ 2315385 w 6214371"/>
                <a:gd name="connsiteY75" fmla="*/ 3916652 h 4486785"/>
                <a:gd name="connsiteX76" fmla="*/ 2519651 w 6214371"/>
                <a:gd name="connsiteY76" fmla="*/ 3839634 h 4486785"/>
                <a:gd name="connsiteX77" fmla="*/ 2622119 w 6214371"/>
                <a:gd name="connsiteY77" fmla="*/ 3851019 h 4486785"/>
                <a:gd name="connsiteX78" fmla="*/ 2904744 w 6214371"/>
                <a:gd name="connsiteY78" fmla="*/ 3826239 h 4486785"/>
                <a:gd name="connsiteX79" fmla="*/ 3115038 w 6214371"/>
                <a:gd name="connsiteY79" fmla="*/ 3782707 h 4486785"/>
                <a:gd name="connsiteX80" fmla="*/ 3230901 w 6214371"/>
                <a:gd name="connsiteY80" fmla="*/ 3751230 h 4486785"/>
                <a:gd name="connsiteX81" fmla="*/ 3202102 w 6214371"/>
                <a:gd name="connsiteY81" fmla="*/ 3337339 h 4486785"/>
                <a:gd name="connsiteX82" fmla="*/ 3038689 w 6214371"/>
                <a:gd name="connsiteY82" fmla="*/ 2749989 h 4486785"/>
                <a:gd name="connsiteX83" fmla="*/ 2885322 w 6214371"/>
                <a:gd name="connsiteY83" fmla="*/ 2543713 h 4486785"/>
                <a:gd name="connsiteX84" fmla="*/ 2757404 w 6214371"/>
                <a:gd name="connsiteY84" fmla="*/ 2441915 h 4486785"/>
                <a:gd name="connsiteX85" fmla="*/ 2575908 w 6214371"/>
                <a:gd name="connsiteY85" fmla="*/ 2393025 h 4486785"/>
                <a:gd name="connsiteX86" fmla="*/ 2509605 w 6214371"/>
                <a:gd name="connsiteY86" fmla="*/ 2407089 h 4486785"/>
                <a:gd name="connsiteX87" fmla="*/ 2443972 w 6214371"/>
                <a:gd name="connsiteY87" fmla="*/ 2420483 h 4486785"/>
                <a:gd name="connsiteX88" fmla="*/ 2347531 w 6214371"/>
                <a:gd name="connsiteY88" fmla="*/ 2442584 h 4486785"/>
                <a:gd name="connsiteX89" fmla="*/ 2093705 w 6214371"/>
                <a:gd name="connsiteY89" fmla="*/ 2664934 h 4486785"/>
                <a:gd name="connsiteX90" fmla="*/ 2010659 w 6214371"/>
                <a:gd name="connsiteY90" fmla="*/ 2829686 h 4486785"/>
                <a:gd name="connsiteX91" fmla="*/ 1981191 w 6214371"/>
                <a:gd name="connsiteY91" fmla="*/ 2868530 h 4486785"/>
                <a:gd name="connsiteX92" fmla="*/ 1957081 w 6214371"/>
                <a:gd name="connsiteY92" fmla="*/ 2856475 h 4486785"/>
                <a:gd name="connsiteX93" fmla="*/ 1949714 w 6214371"/>
                <a:gd name="connsiteY93" fmla="*/ 2810934 h 4486785"/>
                <a:gd name="connsiteX94" fmla="*/ 2042136 w 6214371"/>
                <a:gd name="connsiteY94" fmla="*/ 2620062 h 4486785"/>
                <a:gd name="connsiteX95" fmla="*/ 2299311 w 6214371"/>
                <a:gd name="connsiteY95" fmla="*/ 2388336 h 4486785"/>
                <a:gd name="connsiteX96" fmla="*/ 2345522 w 6214371"/>
                <a:gd name="connsiteY96" fmla="*/ 2359538 h 4486785"/>
                <a:gd name="connsiteX97" fmla="*/ 2290605 w 6214371"/>
                <a:gd name="connsiteY97" fmla="*/ 2313997 h 4486785"/>
                <a:gd name="connsiteX98" fmla="*/ 2235017 w 6214371"/>
                <a:gd name="connsiteY98" fmla="*/ 2265107 h 4486785"/>
                <a:gd name="connsiteX99" fmla="*/ 2326100 w 6214371"/>
                <a:gd name="connsiteY99" fmla="*/ 2279171 h 4486785"/>
                <a:gd name="connsiteX100" fmla="*/ 2364944 w 6214371"/>
                <a:gd name="connsiteY100" fmla="*/ 2287877 h 4486785"/>
                <a:gd name="connsiteX101" fmla="*/ 2246403 w 6214371"/>
                <a:gd name="connsiteY101" fmla="*/ 2219565 h 4486785"/>
                <a:gd name="connsiteX102" fmla="*/ 1770897 w 6214371"/>
                <a:gd name="connsiteY102" fmla="*/ 2494823 h 4486785"/>
                <a:gd name="connsiteX103" fmla="*/ 1678474 w 6214371"/>
                <a:gd name="connsiteY103" fmla="*/ 2700429 h 4486785"/>
                <a:gd name="connsiteX104" fmla="*/ 1674456 w 6214371"/>
                <a:gd name="connsiteY104" fmla="*/ 2726548 h 4486785"/>
                <a:gd name="connsiteX105" fmla="*/ 1719998 w 6214371"/>
                <a:gd name="connsiteY105" fmla="*/ 2756016 h 4486785"/>
                <a:gd name="connsiteX106" fmla="*/ 1783622 w 6214371"/>
                <a:gd name="connsiteY106" fmla="*/ 2805576 h 4486785"/>
                <a:gd name="connsiteX107" fmla="*/ 1880062 w 6214371"/>
                <a:gd name="connsiteY107" fmla="*/ 2991090 h 4486785"/>
                <a:gd name="connsiteX108" fmla="*/ 1914888 w 6214371"/>
                <a:gd name="connsiteY108" fmla="*/ 3023907 h 4486785"/>
                <a:gd name="connsiteX109" fmla="*/ 1997264 w 6214371"/>
                <a:gd name="connsiteY109" fmla="*/ 3095568 h 4486785"/>
                <a:gd name="connsiteX110" fmla="*/ 1981191 w 6214371"/>
                <a:gd name="connsiteY110" fmla="*/ 3117669 h 4486785"/>
                <a:gd name="connsiteX111" fmla="*/ 1938998 w 6214371"/>
                <a:gd name="connsiteY111" fmla="*/ 3109632 h 4486785"/>
                <a:gd name="connsiteX112" fmla="*/ 1875374 w 6214371"/>
                <a:gd name="connsiteY112" fmla="*/ 3090880 h 4486785"/>
                <a:gd name="connsiteX113" fmla="*/ 1733392 w 6214371"/>
                <a:gd name="connsiteY113" fmla="*/ 3160531 h 4486785"/>
                <a:gd name="connsiteX114" fmla="*/ 1672447 w 6214371"/>
                <a:gd name="connsiteY114" fmla="*/ 3340688 h 4486785"/>
                <a:gd name="connsiteX115" fmla="*/ 1730043 w 6214371"/>
                <a:gd name="connsiteY115" fmla="*/ 3486688 h 4486785"/>
                <a:gd name="connsiteX116" fmla="*/ 1897475 w 6214371"/>
                <a:gd name="connsiteY116" fmla="*/ 3500752 h 4486785"/>
                <a:gd name="connsiteX117" fmla="*/ 1981861 w 6214371"/>
                <a:gd name="connsiteY117" fmla="*/ 3404312 h 4486785"/>
                <a:gd name="connsiteX118" fmla="*/ 2026063 w 6214371"/>
                <a:gd name="connsiteY118" fmla="*/ 3345376 h 4486785"/>
                <a:gd name="connsiteX119" fmla="*/ 2070934 w 6214371"/>
                <a:gd name="connsiteY119" fmla="*/ 3421055 h 4486785"/>
                <a:gd name="connsiteX120" fmla="*/ 2134558 w 6214371"/>
                <a:gd name="connsiteY120" fmla="*/ 3555000 h 4486785"/>
                <a:gd name="connsiteX121" fmla="*/ 2221623 w 6214371"/>
                <a:gd name="connsiteY121" fmla="*/ 3827579 h 4486785"/>
                <a:gd name="connsiteX122" fmla="*/ 2247072 w 6214371"/>
                <a:gd name="connsiteY122" fmla="*/ 3952148 h 4486785"/>
                <a:gd name="connsiteX123" fmla="*/ 2315385 w 6214371"/>
                <a:gd name="connsiteY123" fmla="*/ 3916652 h 4486785"/>
                <a:gd name="connsiteX124" fmla="*/ 4004435 w 6214371"/>
                <a:gd name="connsiteY124" fmla="*/ 2314667 h 4486785"/>
                <a:gd name="connsiteX125" fmla="*/ 3976306 w 6214371"/>
                <a:gd name="connsiteY125" fmla="*/ 2115088 h 4486785"/>
                <a:gd name="connsiteX126" fmla="*/ 3859104 w 6214371"/>
                <a:gd name="connsiteY126" fmla="*/ 1285966 h 4486785"/>
                <a:gd name="connsiteX127" fmla="*/ 3765343 w 6214371"/>
                <a:gd name="connsiteY127" fmla="*/ 628295 h 4486785"/>
                <a:gd name="connsiteX128" fmla="*/ 3701718 w 6214371"/>
                <a:gd name="connsiteY128" fmla="*/ 594809 h 4486785"/>
                <a:gd name="connsiteX129" fmla="*/ 3638094 w 6214371"/>
                <a:gd name="connsiteY129" fmla="*/ 557974 h 4486785"/>
                <a:gd name="connsiteX130" fmla="*/ 3605948 w 6214371"/>
                <a:gd name="connsiteY130" fmla="*/ 576726 h 4486785"/>
                <a:gd name="connsiteX131" fmla="*/ 3597911 w 6214371"/>
                <a:gd name="connsiteY131" fmla="*/ 726745 h 4486785"/>
                <a:gd name="connsiteX132" fmla="*/ 3711764 w 6214371"/>
                <a:gd name="connsiteY132" fmla="*/ 1535774 h 4486785"/>
                <a:gd name="connsiteX133" fmla="*/ 3766012 w 6214371"/>
                <a:gd name="connsiteY133" fmla="*/ 1924216 h 4486785"/>
                <a:gd name="connsiteX134" fmla="*/ 3802847 w 6214371"/>
                <a:gd name="connsiteY134" fmla="*/ 2192107 h 4486785"/>
                <a:gd name="connsiteX135" fmla="*/ 3945499 w 6214371"/>
                <a:gd name="connsiteY135" fmla="*/ 2339446 h 4486785"/>
                <a:gd name="connsiteX136" fmla="*/ 4008453 w 6214371"/>
                <a:gd name="connsiteY136" fmla="*/ 2339446 h 4486785"/>
                <a:gd name="connsiteX137" fmla="*/ 4004435 w 6214371"/>
                <a:gd name="connsiteY137" fmla="*/ 2314667 h 4486785"/>
                <a:gd name="connsiteX138" fmla="*/ 6145551 w 6214371"/>
                <a:gd name="connsiteY138" fmla="*/ 2332079 h 4486785"/>
                <a:gd name="connsiteX139" fmla="*/ 5998881 w 6214371"/>
                <a:gd name="connsiteY139" fmla="*/ 1254489 h 4486785"/>
                <a:gd name="connsiteX140" fmla="*/ 5905119 w 6214371"/>
                <a:gd name="connsiteY140" fmla="*/ 631644 h 4486785"/>
                <a:gd name="connsiteX141" fmla="*/ 5403494 w 6214371"/>
                <a:gd name="connsiteY141" fmla="*/ 630304 h 4486785"/>
                <a:gd name="connsiteX142" fmla="*/ 5339200 w 6214371"/>
                <a:gd name="connsiteY142" fmla="*/ 922975 h 4486785"/>
                <a:gd name="connsiteX143" fmla="*/ 5266870 w 6214371"/>
                <a:gd name="connsiteY143" fmla="*/ 1230379 h 4486785"/>
                <a:gd name="connsiteX144" fmla="*/ 5232044 w 6214371"/>
                <a:gd name="connsiteY144" fmla="*/ 1255829 h 4486785"/>
                <a:gd name="connsiteX145" fmla="*/ 4784666 w 6214371"/>
                <a:gd name="connsiteY145" fmla="*/ 1253820 h 4486785"/>
                <a:gd name="connsiteX146" fmla="*/ 4655409 w 6214371"/>
                <a:gd name="connsiteY146" fmla="*/ 793048 h 4486785"/>
                <a:gd name="connsiteX147" fmla="*/ 4625272 w 6214371"/>
                <a:gd name="connsiteY147" fmla="*/ 630304 h 4486785"/>
                <a:gd name="connsiteX148" fmla="*/ 4226784 w 6214371"/>
                <a:gd name="connsiteY148" fmla="*/ 624946 h 4486785"/>
                <a:gd name="connsiteX149" fmla="*/ 3832315 w 6214371"/>
                <a:gd name="connsiteY149" fmla="*/ 634322 h 4486785"/>
                <a:gd name="connsiteX150" fmla="*/ 3969609 w 6214371"/>
                <a:gd name="connsiteY150" fmla="*/ 1609444 h 4486785"/>
                <a:gd name="connsiteX151" fmla="*/ 4060022 w 6214371"/>
                <a:gd name="connsiteY151" fmla="*/ 2262428 h 4486785"/>
                <a:gd name="connsiteX152" fmla="*/ 4070738 w 6214371"/>
                <a:gd name="connsiteY152" fmla="*/ 2331410 h 4486785"/>
                <a:gd name="connsiteX153" fmla="*/ 5107475 w 6214371"/>
                <a:gd name="connsiteY153" fmla="*/ 2338107 h 4486785"/>
                <a:gd name="connsiteX154" fmla="*/ 6145551 w 6214371"/>
                <a:gd name="connsiteY154" fmla="*/ 2332079 h 4486785"/>
                <a:gd name="connsiteX155" fmla="*/ 1332896 w 6214371"/>
                <a:gd name="connsiteY155" fmla="*/ 1936941 h 4486785"/>
                <a:gd name="connsiteX156" fmla="*/ 1318162 w 6214371"/>
                <a:gd name="connsiteY156" fmla="*/ 1358297 h 4486785"/>
                <a:gd name="connsiteX157" fmla="*/ 1306776 w 6214371"/>
                <a:gd name="connsiteY157" fmla="*/ 809121 h 4486785"/>
                <a:gd name="connsiteX158" fmla="*/ 1404556 w 6214371"/>
                <a:gd name="connsiteY158" fmla="*/ 789029 h 4486785"/>
                <a:gd name="connsiteX159" fmla="*/ 1950383 w 6214371"/>
                <a:gd name="connsiteY159" fmla="*/ 649726 h 4486785"/>
                <a:gd name="connsiteX160" fmla="*/ 2083659 w 6214371"/>
                <a:gd name="connsiteY160" fmla="*/ 584093 h 4486785"/>
                <a:gd name="connsiteX161" fmla="*/ 2090356 w 6214371"/>
                <a:gd name="connsiteY161" fmla="*/ 564001 h 4486785"/>
                <a:gd name="connsiteX162" fmla="*/ 1938998 w 6214371"/>
                <a:gd name="connsiteY162" fmla="*/ 586772 h 4486785"/>
                <a:gd name="connsiteX163" fmla="*/ 1317492 w 6214371"/>
                <a:gd name="connsiteY163" fmla="*/ 752864 h 4486785"/>
                <a:gd name="connsiteX164" fmla="*/ 1106528 w 6214371"/>
                <a:gd name="connsiteY164" fmla="*/ 756213 h 4486785"/>
                <a:gd name="connsiteX165" fmla="*/ 1024152 w 6214371"/>
                <a:gd name="connsiteY165" fmla="*/ 745497 h 4486785"/>
                <a:gd name="connsiteX166" fmla="*/ 999372 w 6214371"/>
                <a:gd name="connsiteY166" fmla="*/ 758892 h 4486785"/>
                <a:gd name="connsiteX167" fmla="*/ 1180198 w 6214371"/>
                <a:gd name="connsiteY167" fmla="*/ 831222 h 4486785"/>
                <a:gd name="connsiteX168" fmla="*/ 1230427 w 6214371"/>
                <a:gd name="connsiteY168" fmla="*/ 835910 h 4486785"/>
                <a:gd name="connsiteX169" fmla="*/ 1234446 w 6214371"/>
                <a:gd name="connsiteY169" fmla="*/ 889488 h 4486785"/>
                <a:gd name="connsiteX170" fmla="*/ 1247171 w 6214371"/>
                <a:gd name="connsiteY170" fmla="*/ 1103801 h 4486785"/>
                <a:gd name="connsiteX171" fmla="*/ 1260565 w 6214371"/>
                <a:gd name="connsiteY171" fmla="*/ 1372361 h 4486785"/>
                <a:gd name="connsiteX172" fmla="*/ 1277308 w 6214371"/>
                <a:gd name="connsiteY172" fmla="*/ 1697179 h 4486785"/>
                <a:gd name="connsiteX173" fmla="*/ 1298070 w 6214371"/>
                <a:gd name="connsiteY173" fmla="*/ 1936271 h 4486785"/>
                <a:gd name="connsiteX174" fmla="*/ 1332896 w 6214371"/>
                <a:gd name="connsiteY174" fmla="*/ 1936941 h 4486785"/>
                <a:gd name="connsiteX175" fmla="*/ 2786202 w 6214371"/>
                <a:gd name="connsiteY175" fmla="*/ 1776206 h 4486785"/>
                <a:gd name="connsiteX176" fmla="*/ 2747358 w 6214371"/>
                <a:gd name="connsiteY176" fmla="*/ 1442013 h 4486785"/>
                <a:gd name="connsiteX177" fmla="*/ 2624128 w 6214371"/>
                <a:gd name="connsiteY177" fmla="*/ 701295 h 4486785"/>
                <a:gd name="connsiteX178" fmla="*/ 2572560 w 6214371"/>
                <a:gd name="connsiteY178" fmla="*/ 635662 h 4486785"/>
                <a:gd name="connsiteX179" fmla="*/ 2620110 w 6214371"/>
                <a:gd name="connsiteY179" fmla="*/ 986599 h 4486785"/>
                <a:gd name="connsiteX180" fmla="*/ 2693780 w 6214371"/>
                <a:gd name="connsiteY180" fmla="*/ 1445361 h 4486785"/>
                <a:gd name="connsiteX181" fmla="*/ 2762092 w 6214371"/>
                <a:gd name="connsiteY181" fmla="*/ 1800316 h 4486785"/>
                <a:gd name="connsiteX182" fmla="*/ 2786202 w 6214371"/>
                <a:gd name="connsiteY182" fmla="*/ 1776206 h 4486785"/>
                <a:gd name="connsiteX183" fmla="*/ 509132 w 6214371"/>
                <a:gd name="connsiteY183" fmla="*/ 1592701 h 4486785"/>
                <a:gd name="connsiteX184" fmla="*/ 497747 w 6214371"/>
                <a:gd name="connsiteY184" fmla="*/ 1484875 h 4486785"/>
                <a:gd name="connsiteX185" fmla="*/ 416710 w 6214371"/>
                <a:gd name="connsiteY185" fmla="*/ 611552 h 4486785"/>
                <a:gd name="connsiteX186" fmla="*/ 389921 w 6214371"/>
                <a:gd name="connsiteY186" fmla="*/ 111266 h 4486785"/>
                <a:gd name="connsiteX187" fmla="*/ 326966 w 6214371"/>
                <a:gd name="connsiteY187" fmla="*/ 82468 h 4486785"/>
                <a:gd name="connsiteX188" fmla="*/ 245929 w 6214371"/>
                <a:gd name="connsiteY188" fmla="*/ 132028 h 4486785"/>
                <a:gd name="connsiteX189" fmla="*/ 113993 w 6214371"/>
                <a:gd name="connsiteY189" fmla="*/ 837919 h 4486785"/>
                <a:gd name="connsiteX190" fmla="*/ 107966 w 6214371"/>
                <a:gd name="connsiteY190" fmla="*/ 1234398 h 4486785"/>
                <a:gd name="connsiteX191" fmla="*/ 397288 w 6214371"/>
                <a:gd name="connsiteY191" fmla="*/ 1592701 h 4486785"/>
                <a:gd name="connsiteX192" fmla="*/ 509132 w 6214371"/>
                <a:gd name="connsiteY192" fmla="*/ 1592701 h 4486785"/>
                <a:gd name="connsiteX193" fmla="*/ 5190521 w 6214371"/>
                <a:gd name="connsiteY193" fmla="*/ 1187517 h 4486785"/>
                <a:gd name="connsiteX194" fmla="*/ 5218649 w 6214371"/>
                <a:gd name="connsiteY194" fmla="*/ 1172783 h 4486785"/>
                <a:gd name="connsiteX195" fmla="*/ 5302365 w 6214371"/>
                <a:gd name="connsiteY195" fmla="*/ 785681 h 4486785"/>
                <a:gd name="connsiteX196" fmla="*/ 5409521 w 6214371"/>
                <a:gd name="connsiteY196" fmla="*/ 269321 h 4486785"/>
                <a:gd name="connsiteX197" fmla="*/ 5395457 w 6214371"/>
                <a:gd name="connsiteY197" fmla="*/ 75771 h 4486785"/>
                <a:gd name="connsiteX198" fmla="*/ 4915263 w 6214371"/>
                <a:gd name="connsiteY198" fmla="*/ 63715 h 4486785"/>
                <a:gd name="connsiteX199" fmla="*/ 4465207 w 6214371"/>
                <a:gd name="connsiteY199" fmla="*/ 65725 h 4486785"/>
                <a:gd name="connsiteX200" fmla="*/ 4463198 w 6214371"/>
                <a:gd name="connsiteY200" fmla="*/ 83807 h 4486785"/>
                <a:gd name="connsiteX201" fmla="*/ 4476592 w 6214371"/>
                <a:gd name="connsiteY201" fmla="*/ 111936 h 4486785"/>
                <a:gd name="connsiteX202" fmla="*/ 4737116 w 6214371"/>
                <a:gd name="connsiteY202" fmla="*/ 122651 h 4486785"/>
                <a:gd name="connsiteX203" fmla="*/ 5000318 w 6214371"/>
                <a:gd name="connsiteY203" fmla="*/ 136716 h 4486785"/>
                <a:gd name="connsiteX204" fmla="*/ 4903878 w 6214371"/>
                <a:gd name="connsiteY204" fmla="*/ 718708 h 4486785"/>
                <a:gd name="connsiteX205" fmla="*/ 4823511 w 6214371"/>
                <a:gd name="connsiteY205" fmla="*/ 1066296 h 4486785"/>
                <a:gd name="connsiteX206" fmla="*/ 4804758 w 6214371"/>
                <a:gd name="connsiteY206" fmla="*/ 1188856 h 4486785"/>
                <a:gd name="connsiteX207" fmla="*/ 4990942 w 6214371"/>
                <a:gd name="connsiteY207" fmla="*/ 1191535 h 4486785"/>
                <a:gd name="connsiteX208" fmla="*/ 5190521 w 6214371"/>
                <a:gd name="connsiteY208" fmla="*/ 1187517 h 4486785"/>
                <a:gd name="connsiteX209" fmla="*/ 4814134 w 6214371"/>
                <a:gd name="connsiteY209" fmla="*/ 833231 h 4486785"/>
                <a:gd name="connsiteX210" fmla="*/ 4856997 w 6214371"/>
                <a:gd name="connsiteY210" fmla="*/ 634322 h 4486785"/>
                <a:gd name="connsiteX211" fmla="*/ 4772611 w 6214371"/>
                <a:gd name="connsiteY211" fmla="*/ 624946 h 4486785"/>
                <a:gd name="connsiteX212" fmla="*/ 4692244 w 6214371"/>
                <a:gd name="connsiteY212" fmla="*/ 637001 h 4486785"/>
                <a:gd name="connsiteX213" fmla="*/ 4726400 w 6214371"/>
                <a:gd name="connsiteY213" fmla="*/ 839259 h 4486785"/>
                <a:gd name="connsiteX214" fmla="*/ 4768593 w 6214371"/>
                <a:gd name="connsiteY214" fmla="*/ 1036828 h 4486785"/>
                <a:gd name="connsiteX215" fmla="*/ 4814134 w 6214371"/>
                <a:gd name="connsiteY215" fmla="*/ 833231 h 4486785"/>
                <a:gd name="connsiteX216" fmla="*/ 3185359 w 6214371"/>
                <a:gd name="connsiteY216" fmla="*/ 868727 h 4486785"/>
                <a:gd name="connsiteX217" fmla="*/ 3196075 w 6214371"/>
                <a:gd name="connsiteY217" fmla="*/ 860020 h 4486785"/>
                <a:gd name="connsiteX218" fmla="*/ 3072176 w 6214371"/>
                <a:gd name="connsiteY218" fmla="*/ 803094 h 4486785"/>
                <a:gd name="connsiteX219" fmla="*/ 3011230 w 6214371"/>
                <a:gd name="connsiteY219" fmla="*/ 823855 h 4486785"/>
                <a:gd name="connsiteX220" fmla="*/ 3185359 w 6214371"/>
                <a:gd name="connsiteY220" fmla="*/ 868727 h 4486785"/>
                <a:gd name="connsiteX221" fmla="*/ 641068 w 6214371"/>
                <a:gd name="connsiteY221" fmla="*/ 553286 h 4486785"/>
                <a:gd name="connsiteX222" fmla="*/ 758270 w 6214371"/>
                <a:gd name="connsiteY222" fmla="*/ 330267 h 4486785"/>
                <a:gd name="connsiteX223" fmla="*/ 959858 w 6214371"/>
                <a:gd name="connsiteY223" fmla="*/ 213064 h 4486785"/>
                <a:gd name="connsiteX224" fmla="*/ 1044913 w 6214371"/>
                <a:gd name="connsiteY224" fmla="*/ 154129 h 4486785"/>
                <a:gd name="connsiteX225" fmla="*/ 879491 w 6214371"/>
                <a:gd name="connsiteY225" fmla="*/ 182927 h 4486785"/>
                <a:gd name="connsiteX226" fmla="*/ 608251 w 6214371"/>
                <a:gd name="connsiteY226" fmla="*/ 457515 h 4486785"/>
                <a:gd name="connsiteX227" fmla="*/ 593517 w 6214371"/>
                <a:gd name="connsiteY227" fmla="*/ 620928 h 4486785"/>
                <a:gd name="connsiteX228" fmla="*/ 641068 w 6214371"/>
                <a:gd name="connsiteY228" fmla="*/ 553286 h 4486785"/>
                <a:gd name="connsiteX229" fmla="*/ 2788881 w 6214371"/>
                <a:gd name="connsiteY229" fmla="*/ 568689 h 4486785"/>
                <a:gd name="connsiteX230" fmla="*/ 3054093 w 6214371"/>
                <a:gd name="connsiteY230" fmla="*/ 407955 h 4486785"/>
                <a:gd name="connsiteX231" fmla="*/ 3142497 w 6214371"/>
                <a:gd name="connsiteY231" fmla="*/ 249899 h 4486785"/>
                <a:gd name="connsiteX232" fmla="*/ 3096955 w 6214371"/>
                <a:gd name="connsiteY232" fmla="*/ 189624 h 4486785"/>
                <a:gd name="connsiteX233" fmla="*/ 3063469 w 6214371"/>
                <a:gd name="connsiteY233" fmla="*/ 233156 h 4486785"/>
                <a:gd name="connsiteX234" fmla="*/ 2957652 w 6214371"/>
                <a:gd name="connsiteY234" fmla="*/ 394560 h 4486785"/>
                <a:gd name="connsiteX235" fmla="*/ 2789551 w 6214371"/>
                <a:gd name="connsiteY235" fmla="*/ 513102 h 4486785"/>
                <a:gd name="connsiteX236" fmla="*/ 2750707 w 6214371"/>
                <a:gd name="connsiteY236" fmla="*/ 513772 h 4486785"/>
                <a:gd name="connsiteX237" fmla="*/ 2782854 w 6214371"/>
                <a:gd name="connsiteY237" fmla="*/ 447469 h 4486785"/>
                <a:gd name="connsiteX238" fmla="*/ 3004533 w 6214371"/>
                <a:gd name="connsiteY238" fmla="*/ 205028 h 4486785"/>
                <a:gd name="connsiteX239" fmla="*/ 2970377 w 6214371"/>
                <a:gd name="connsiteY239" fmla="*/ 189624 h 4486785"/>
                <a:gd name="connsiteX240" fmla="*/ 2931533 w 6214371"/>
                <a:gd name="connsiteY240" fmla="*/ 189624 h 4486785"/>
                <a:gd name="connsiteX241" fmla="*/ 2908093 w 6214371"/>
                <a:gd name="connsiteY241" fmla="*/ 238514 h 4486785"/>
                <a:gd name="connsiteX242" fmla="*/ 2664312 w 6214371"/>
                <a:gd name="connsiteY242" fmla="*/ 452157 h 4486785"/>
                <a:gd name="connsiteX243" fmla="*/ 2619440 w 6214371"/>
                <a:gd name="connsiteY243" fmla="*/ 444790 h 4486785"/>
                <a:gd name="connsiteX244" fmla="*/ 2664982 w 6214371"/>
                <a:gd name="connsiteY244" fmla="*/ 380496 h 4486785"/>
                <a:gd name="connsiteX245" fmla="*/ 2806294 w 6214371"/>
                <a:gd name="connsiteY245" fmla="*/ 273340 h 4486785"/>
                <a:gd name="connsiteX246" fmla="*/ 2854514 w 6214371"/>
                <a:gd name="connsiteY246" fmla="*/ 192973 h 4486785"/>
                <a:gd name="connsiteX247" fmla="*/ 2812322 w 6214371"/>
                <a:gd name="connsiteY247" fmla="*/ 189624 h 4486785"/>
                <a:gd name="connsiteX248" fmla="*/ 2769459 w 6214371"/>
                <a:gd name="connsiteY248" fmla="*/ 189624 h 4486785"/>
                <a:gd name="connsiteX249" fmla="*/ 2744010 w 6214371"/>
                <a:gd name="connsiteY249" fmla="*/ 227129 h 4486785"/>
                <a:gd name="connsiteX250" fmla="*/ 2687752 w 6214371"/>
                <a:gd name="connsiteY250" fmla="*/ 291422 h 4486785"/>
                <a:gd name="connsiteX251" fmla="*/ 2529027 w 6214371"/>
                <a:gd name="connsiteY251" fmla="*/ 373799 h 4486785"/>
                <a:gd name="connsiteX252" fmla="*/ 2481477 w 6214371"/>
                <a:gd name="connsiteY252" fmla="*/ 318881 h 4486785"/>
                <a:gd name="connsiteX253" fmla="*/ 2525679 w 6214371"/>
                <a:gd name="connsiteY253" fmla="*/ 300129 h 4486785"/>
                <a:gd name="connsiteX254" fmla="*/ 2677037 w 6214371"/>
                <a:gd name="connsiteY254" fmla="*/ 196321 h 4486785"/>
                <a:gd name="connsiteX255" fmla="*/ 2549789 w 6214371"/>
                <a:gd name="connsiteY255" fmla="*/ 189624 h 4486785"/>
                <a:gd name="connsiteX256" fmla="*/ 2381018 w 6214371"/>
                <a:gd name="connsiteY256" fmla="*/ 172211 h 4486785"/>
                <a:gd name="connsiteX257" fmla="*/ 2162017 w 6214371"/>
                <a:gd name="connsiteY257" fmla="*/ 109257 h 4486785"/>
                <a:gd name="connsiteX258" fmla="*/ 2086338 w 6214371"/>
                <a:gd name="connsiteY258" fmla="*/ 123321 h 4486785"/>
                <a:gd name="connsiteX259" fmla="*/ 1996595 w 6214371"/>
                <a:gd name="connsiteY259" fmla="*/ 221101 h 4486785"/>
                <a:gd name="connsiteX260" fmla="*/ 2009319 w 6214371"/>
                <a:gd name="connsiteY260" fmla="*/ 354377 h 4486785"/>
                <a:gd name="connsiteX261" fmla="*/ 2147283 w 6214371"/>
                <a:gd name="connsiteY261" fmla="*/ 470909 h 4486785"/>
                <a:gd name="connsiteX262" fmla="*/ 2788881 w 6214371"/>
                <a:gd name="connsiteY262" fmla="*/ 568689 h 4486785"/>
                <a:gd name="connsiteX263" fmla="*/ 4205353 w 6214371"/>
                <a:gd name="connsiteY263" fmla="*/ 531185 h 4486785"/>
                <a:gd name="connsiteX264" fmla="*/ 4323225 w 6214371"/>
                <a:gd name="connsiteY264" fmla="*/ 390542 h 4486785"/>
                <a:gd name="connsiteX265" fmla="*/ 4368097 w 6214371"/>
                <a:gd name="connsiteY265" fmla="*/ 258606 h 4486785"/>
                <a:gd name="connsiteX266" fmla="*/ 4344656 w 6214371"/>
                <a:gd name="connsiteY266" fmla="*/ 189624 h 4486785"/>
                <a:gd name="connsiteX267" fmla="*/ 4317867 w 6214371"/>
                <a:gd name="connsiteY267" fmla="*/ 224450 h 4486785"/>
                <a:gd name="connsiteX268" fmla="*/ 4190619 w 6214371"/>
                <a:gd name="connsiteY268" fmla="*/ 468900 h 4486785"/>
                <a:gd name="connsiteX269" fmla="*/ 4124316 w 6214371"/>
                <a:gd name="connsiteY269" fmla="*/ 517790 h 4486785"/>
                <a:gd name="connsiteX270" fmla="*/ 4080114 w 6214371"/>
                <a:gd name="connsiteY270" fmla="*/ 484973 h 4486785"/>
                <a:gd name="connsiteX271" fmla="*/ 4117619 w 6214371"/>
                <a:gd name="connsiteY271" fmla="*/ 450148 h 4486785"/>
                <a:gd name="connsiteX272" fmla="*/ 4252234 w 6214371"/>
                <a:gd name="connsiteY272" fmla="*/ 226459 h 4486785"/>
                <a:gd name="connsiteX273" fmla="*/ 4256252 w 6214371"/>
                <a:gd name="connsiteY273" fmla="*/ 189624 h 4486785"/>
                <a:gd name="connsiteX274" fmla="*/ 4219417 w 6214371"/>
                <a:gd name="connsiteY274" fmla="*/ 189624 h 4486785"/>
                <a:gd name="connsiteX275" fmla="*/ 4182582 w 6214371"/>
                <a:gd name="connsiteY275" fmla="*/ 189624 h 4486785"/>
                <a:gd name="connsiteX276" fmla="*/ 4170527 w 6214371"/>
                <a:gd name="connsiteY276" fmla="*/ 221771 h 4486785"/>
                <a:gd name="connsiteX277" fmla="*/ 4077435 w 6214371"/>
                <a:gd name="connsiteY277" fmla="*/ 354377 h 4486785"/>
                <a:gd name="connsiteX278" fmla="*/ 3872499 w 6214371"/>
                <a:gd name="connsiteY278" fmla="*/ 454166 h 4486785"/>
                <a:gd name="connsiteX279" fmla="*/ 3930765 w 6214371"/>
                <a:gd name="connsiteY279" fmla="*/ 380496 h 4486785"/>
                <a:gd name="connsiteX280" fmla="*/ 4092839 w 6214371"/>
                <a:gd name="connsiteY280" fmla="*/ 231817 h 4486785"/>
                <a:gd name="connsiteX281" fmla="*/ 4106903 w 6214371"/>
                <a:gd name="connsiteY281" fmla="*/ 196321 h 4486785"/>
                <a:gd name="connsiteX282" fmla="*/ 4060022 w 6214371"/>
                <a:gd name="connsiteY282" fmla="*/ 189624 h 4486785"/>
                <a:gd name="connsiteX283" fmla="*/ 4005105 w 6214371"/>
                <a:gd name="connsiteY283" fmla="*/ 203688 h 4486785"/>
                <a:gd name="connsiteX284" fmla="*/ 3895939 w 6214371"/>
                <a:gd name="connsiteY284" fmla="*/ 269321 h 4486785"/>
                <a:gd name="connsiteX285" fmla="*/ 3800168 w 6214371"/>
                <a:gd name="connsiteY285" fmla="*/ 286734 h 4486785"/>
                <a:gd name="connsiteX286" fmla="*/ 3653498 w 6214371"/>
                <a:gd name="connsiteY286" fmla="*/ 347680 h 4486785"/>
                <a:gd name="connsiteX287" fmla="*/ 3652828 w 6214371"/>
                <a:gd name="connsiteY287" fmla="*/ 464212 h 4486785"/>
                <a:gd name="connsiteX288" fmla="*/ 3754627 w 6214371"/>
                <a:gd name="connsiteY288" fmla="*/ 543909 h 4486785"/>
                <a:gd name="connsiteX289" fmla="*/ 3976976 w 6214371"/>
                <a:gd name="connsiteY289" fmla="*/ 550607 h 4486785"/>
                <a:gd name="connsiteX290" fmla="*/ 4177894 w 6214371"/>
                <a:gd name="connsiteY290" fmla="*/ 551276 h 4486785"/>
                <a:gd name="connsiteX291" fmla="*/ 4205353 w 6214371"/>
                <a:gd name="connsiteY291" fmla="*/ 531185 h 4486785"/>
                <a:gd name="connsiteX292" fmla="*/ 4366757 w 6214371"/>
                <a:gd name="connsiteY292" fmla="*/ 519799 h 4486785"/>
                <a:gd name="connsiteX293" fmla="*/ 4465877 w 6214371"/>
                <a:gd name="connsiteY293" fmla="*/ 352368 h 4486785"/>
                <a:gd name="connsiteX294" fmla="*/ 4489317 w 6214371"/>
                <a:gd name="connsiteY294" fmla="*/ 192973 h 4486785"/>
                <a:gd name="connsiteX295" fmla="*/ 4464537 w 6214371"/>
                <a:gd name="connsiteY295" fmla="*/ 189624 h 4486785"/>
                <a:gd name="connsiteX296" fmla="*/ 4439088 w 6214371"/>
                <a:gd name="connsiteY296" fmla="*/ 211725 h 4486785"/>
                <a:gd name="connsiteX297" fmla="*/ 4400913 w 6214371"/>
                <a:gd name="connsiteY297" fmla="*/ 373129 h 4486785"/>
                <a:gd name="connsiteX298" fmla="*/ 4291078 w 6214371"/>
                <a:gd name="connsiteY298" fmla="*/ 533194 h 4486785"/>
                <a:gd name="connsiteX299" fmla="*/ 4273665 w 6214371"/>
                <a:gd name="connsiteY299" fmla="*/ 551276 h 4486785"/>
                <a:gd name="connsiteX300" fmla="*/ 4305142 w 6214371"/>
                <a:gd name="connsiteY300" fmla="*/ 551276 h 4486785"/>
                <a:gd name="connsiteX301" fmla="*/ 4366757 w 6214371"/>
                <a:gd name="connsiteY301" fmla="*/ 519799 h 4486785"/>
                <a:gd name="connsiteX302" fmla="*/ 4883116 w 6214371"/>
                <a:gd name="connsiteY302" fmla="*/ 526497 h 4486785"/>
                <a:gd name="connsiteX303" fmla="*/ 4950759 w 6214371"/>
                <a:gd name="connsiteY303" fmla="*/ 206367 h 4486785"/>
                <a:gd name="connsiteX304" fmla="*/ 4950759 w 6214371"/>
                <a:gd name="connsiteY304" fmla="*/ 189624 h 4486785"/>
                <a:gd name="connsiteX305" fmla="*/ 4752520 w 6214371"/>
                <a:gd name="connsiteY305" fmla="*/ 190963 h 4486785"/>
                <a:gd name="connsiteX306" fmla="*/ 4554281 w 6214371"/>
                <a:gd name="connsiteY306" fmla="*/ 192973 h 4486785"/>
                <a:gd name="connsiteX307" fmla="*/ 4550932 w 6214371"/>
                <a:gd name="connsiteY307" fmla="*/ 236505 h 4486785"/>
                <a:gd name="connsiteX308" fmla="*/ 4538207 w 6214371"/>
                <a:gd name="connsiteY308" fmla="*/ 323569 h 4486785"/>
                <a:gd name="connsiteX309" fmla="*/ 4446455 w 6214371"/>
                <a:gd name="connsiteY309" fmla="*/ 519799 h 4486785"/>
                <a:gd name="connsiteX310" fmla="*/ 4421675 w 6214371"/>
                <a:gd name="connsiteY310" fmla="*/ 551276 h 4486785"/>
                <a:gd name="connsiteX311" fmla="*/ 4649382 w 6214371"/>
                <a:gd name="connsiteY311" fmla="*/ 551276 h 4486785"/>
                <a:gd name="connsiteX312" fmla="*/ 4876419 w 6214371"/>
                <a:gd name="connsiteY312" fmla="*/ 551276 h 4486785"/>
                <a:gd name="connsiteX313" fmla="*/ 4883116 w 6214371"/>
                <a:gd name="connsiteY313" fmla="*/ 526497 h 4486785"/>
                <a:gd name="connsiteX314" fmla="*/ 3644792 w 6214371"/>
                <a:gd name="connsiteY314" fmla="*/ 241193 h 4486785"/>
                <a:gd name="connsiteX315" fmla="*/ 3758645 w 6214371"/>
                <a:gd name="connsiteY315" fmla="*/ 223780 h 4486785"/>
                <a:gd name="connsiteX316" fmla="*/ 3550360 w 6214371"/>
                <a:gd name="connsiteY316" fmla="*/ 190963 h 4486785"/>
                <a:gd name="connsiteX317" fmla="*/ 3232910 w 6214371"/>
                <a:gd name="connsiteY317" fmla="*/ 192973 h 4486785"/>
                <a:gd name="connsiteX318" fmla="*/ 3230901 w 6214371"/>
                <a:gd name="connsiteY318" fmla="*/ 211725 h 4486785"/>
                <a:gd name="connsiteX319" fmla="*/ 3250993 w 6214371"/>
                <a:gd name="connsiteY319" fmla="*/ 239854 h 4486785"/>
                <a:gd name="connsiteX320" fmla="*/ 3450571 w 6214371"/>
                <a:gd name="connsiteY320" fmla="*/ 247221 h 4486785"/>
                <a:gd name="connsiteX321" fmla="*/ 3644792 w 6214371"/>
                <a:gd name="connsiteY321" fmla="*/ 241193 h 4486785"/>
                <a:gd name="connsiteX322" fmla="*/ 2829735 w 6214371"/>
                <a:gd name="connsiteY322" fmla="*/ 111266 h 4486785"/>
                <a:gd name="connsiteX323" fmla="*/ 2841790 w 6214371"/>
                <a:gd name="connsiteY323" fmla="*/ 71082 h 4486785"/>
                <a:gd name="connsiteX324" fmla="*/ 2414504 w 6214371"/>
                <a:gd name="connsiteY324" fmla="*/ 70413 h 4486785"/>
                <a:gd name="connsiteX325" fmla="*/ 2407807 w 6214371"/>
                <a:gd name="connsiteY325" fmla="*/ 103229 h 4486785"/>
                <a:gd name="connsiteX326" fmla="*/ 2640872 w 6214371"/>
                <a:gd name="connsiteY326" fmla="*/ 121982 h 4486785"/>
                <a:gd name="connsiteX327" fmla="*/ 2829735 w 6214371"/>
                <a:gd name="connsiteY327" fmla="*/ 111266 h 4486785"/>
                <a:gd name="connsiteX328" fmla="*/ 4380152 w 6214371"/>
                <a:gd name="connsiteY328" fmla="*/ 114615 h 4486785"/>
                <a:gd name="connsiteX329" fmla="*/ 4388188 w 6214371"/>
                <a:gd name="connsiteY329" fmla="*/ 92514 h 4486785"/>
                <a:gd name="connsiteX330" fmla="*/ 4380152 w 6214371"/>
                <a:gd name="connsiteY330" fmla="*/ 70413 h 4486785"/>
                <a:gd name="connsiteX331" fmla="*/ 3664214 w 6214371"/>
                <a:gd name="connsiteY331" fmla="*/ 62376 h 4486785"/>
                <a:gd name="connsiteX332" fmla="*/ 2956983 w 6214371"/>
                <a:gd name="connsiteY332" fmla="*/ 62376 h 4486785"/>
                <a:gd name="connsiteX333" fmla="*/ 2938900 w 6214371"/>
                <a:gd name="connsiteY333" fmla="*/ 79119 h 4486785"/>
                <a:gd name="connsiteX334" fmla="*/ 2926175 w 6214371"/>
                <a:gd name="connsiteY334" fmla="*/ 117963 h 4486785"/>
                <a:gd name="connsiteX335" fmla="*/ 3651489 w 6214371"/>
                <a:gd name="connsiteY335" fmla="*/ 122651 h 4486785"/>
                <a:gd name="connsiteX336" fmla="*/ 4380152 w 6214371"/>
                <a:gd name="connsiteY336" fmla="*/ 114615 h 448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214371" h="4486785">
                  <a:moveTo>
                    <a:pt x="2419192" y="4475205"/>
                  </a:moveTo>
                  <a:cubicBezTo>
                    <a:pt x="2306678" y="4465828"/>
                    <a:pt x="2193494" y="4428324"/>
                    <a:pt x="2107769" y="4372067"/>
                  </a:cubicBezTo>
                  <a:cubicBezTo>
                    <a:pt x="2085668" y="4358002"/>
                    <a:pt x="2044815" y="4323177"/>
                    <a:pt x="2017356" y="4295718"/>
                  </a:cubicBezTo>
                  <a:cubicBezTo>
                    <a:pt x="1977842" y="4256204"/>
                    <a:pt x="1956411" y="4240131"/>
                    <a:pt x="1918906" y="4224057"/>
                  </a:cubicBezTo>
                  <a:cubicBezTo>
                    <a:pt x="1825814" y="4183873"/>
                    <a:pt x="1764869" y="4122259"/>
                    <a:pt x="1718658" y="4023139"/>
                  </a:cubicBezTo>
                  <a:cubicBezTo>
                    <a:pt x="1673117" y="3926029"/>
                    <a:pt x="1656374" y="3756588"/>
                    <a:pt x="1678474" y="3621973"/>
                  </a:cubicBezTo>
                  <a:lnTo>
                    <a:pt x="1687181" y="3568395"/>
                  </a:lnTo>
                  <a:lnTo>
                    <a:pt x="1667759" y="3543615"/>
                  </a:lnTo>
                  <a:cubicBezTo>
                    <a:pt x="1657043" y="3530220"/>
                    <a:pt x="1638961" y="3498743"/>
                    <a:pt x="1627575" y="3473293"/>
                  </a:cubicBezTo>
                  <a:cubicBezTo>
                    <a:pt x="1610162" y="3435789"/>
                    <a:pt x="1606144" y="3417036"/>
                    <a:pt x="1603465" y="3364128"/>
                  </a:cubicBezTo>
                  <a:cubicBezTo>
                    <a:pt x="1600116" y="3286440"/>
                    <a:pt x="1608823" y="3238219"/>
                    <a:pt x="1639630" y="3177944"/>
                  </a:cubicBezTo>
                  <a:cubicBezTo>
                    <a:pt x="1669768" y="3116999"/>
                    <a:pt x="1715309" y="3070788"/>
                    <a:pt x="1771566" y="3042659"/>
                  </a:cubicBezTo>
                  <a:cubicBezTo>
                    <a:pt x="1796346" y="3030604"/>
                    <a:pt x="1816438" y="3019889"/>
                    <a:pt x="1816438" y="3019219"/>
                  </a:cubicBezTo>
                  <a:cubicBezTo>
                    <a:pt x="1816438" y="3017879"/>
                    <a:pt x="1810411" y="2998457"/>
                    <a:pt x="1803044" y="2975017"/>
                  </a:cubicBezTo>
                  <a:cubicBezTo>
                    <a:pt x="1786300" y="2920099"/>
                    <a:pt x="1740089" y="2859154"/>
                    <a:pt x="1692539" y="2827007"/>
                  </a:cubicBezTo>
                  <a:cubicBezTo>
                    <a:pt x="1655704" y="2802897"/>
                    <a:pt x="1551896" y="2765393"/>
                    <a:pt x="1347630" y="2703778"/>
                  </a:cubicBezTo>
                  <a:cubicBezTo>
                    <a:pt x="1119253" y="2635466"/>
                    <a:pt x="947133" y="2542374"/>
                    <a:pt x="812518" y="2415795"/>
                  </a:cubicBezTo>
                  <a:cubicBezTo>
                    <a:pt x="673215" y="2284529"/>
                    <a:pt x="598206" y="2137859"/>
                    <a:pt x="560701" y="1921537"/>
                  </a:cubicBezTo>
                  <a:cubicBezTo>
                    <a:pt x="546637" y="1843179"/>
                    <a:pt x="523866" y="1685123"/>
                    <a:pt x="523866" y="1669720"/>
                  </a:cubicBezTo>
                  <a:cubicBezTo>
                    <a:pt x="523866" y="1667711"/>
                    <a:pt x="497747" y="1665701"/>
                    <a:pt x="464930" y="1665701"/>
                  </a:cubicBezTo>
                  <a:cubicBezTo>
                    <a:pt x="290131" y="1667041"/>
                    <a:pt x="129397" y="1538453"/>
                    <a:pt x="65103" y="1346242"/>
                  </a:cubicBezTo>
                  <a:cubicBezTo>
                    <a:pt x="31617" y="1245113"/>
                    <a:pt x="20231" y="1101792"/>
                    <a:pt x="34965" y="952443"/>
                  </a:cubicBezTo>
                  <a:cubicBezTo>
                    <a:pt x="56397" y="736791"/>
                    <a:pt x="147480" y="211725"/>
                    <a:pt x="179626" y="120642"/>
                  </a:cubicBezTo>
                  <a:cubicBezTo>
                    <a:pt x="184984" y="105908"/>
                    <a:pt x="189003" y="91844"/>
                    <a:pt x="189003" y="88495"/>
                  </a:cubicBezTo>
                  <a:cubicBezTo>
                    <a:pt x="189003" y="85147"/>
                    <a:pt x="150158" y="82468"/>
                    <a:pt x="103278" y="82468"/>
                  </a:cubicBezTo>
                  <a:cubicBezTo>
                    <a:pt x="28268" y="82468"/>
                    <a:pt x="15543" y="81128"/>
                    <a:pt x="6167" y="70413"/>
                  </a:cubicBezTo>
                  <a:cubicBezTo>
                    <a:pt x="-9237" y="53670"/>
                    <a:pt x="-7897" y="38266"/>
                    <a:pt x="9516" y="26211"/>
                  </a:cubicBezTo>
                  <a:cubicBezTo>
                    <a:pt x="22910" y="16835"/>
                    <a:pt x="144801" y="15495"/>
                    <a:pt x="1174840" y="15495"/>
                  </a:cubicBezTo>
                  <a:cubicBezTo>
                    <a:pt x="2175412" y="15495"/>
                    <a:pt x="2330118" y="14156"/>
                    <a:pt x="2363605" y="5449"/>
                  </a:cubicBezTo>
                  <a:cubicBezTo>
                    <a:pt x="2397091" y="-3257"/>
                    <a:pt x="2589303" y="-4597"/>
                    <a:pt x="3891251" y="-4597"/>
                  </a:cubicBezTo>
                  <a:lnTo>
                    <a:pt x="5380723" y="-4597"/>
                  </a:lnTo>
                  <a:lnTo>
                    <a:pt x="5422916" y="12146"/>
                  </a:lnTo>
                  <a:cubicBezTo>
                    <a:pt x="5456402" y="25541"/>
                    <a:pt x="5468457" y="27550"/>
                    <a:pt x="5482522" y="22192"/>
                  </a:cubicBezTo>
                  <a:cubicBezTo>
                    <a:pt x="5493907" y="18174"/>
                    <a:pt x="5613788" y="15495"/>
                    <a:pt x="5803990" y="15495"/>
                  </a:cubicBezTo>
                  <a:cubicBezTo>
                    <a:pt x="6089294" y="15495"/>
                    <a:pt x="6108046" y="16165"/>
                    <a:pt x="6118092" y="27550"/>
                  </a:cubicBezTo>
                  <a:cubicBezTo>
                    <a:pt x="6133496" y="44293"/>
                    <a:pt x="6132156" y="59697"/>
                    <a:pt x="6114743" y="71752"/>
                  </a:cubicBezTo>
                  <a:cubicBezTo>
                    <a:pt x="6102019" y="81128"/>
                    <a:pt x="6061835" y="82468"/>
                    <a:pt x="5817385" y="82468"/>
                  </a:cubicBezTo>
                  <a:cubicBezTo>
                    <a:pt x="5558201" y="82468"/>
                    <a:pt x="5534090" y="83137"/>
                    <a:pt x="5521366" y="94523"/>
                  </a:cubicBezTo>
                  <a:cubicBezTo>
                    <a:pt x="5511320" y="102560"/>
                    <a:pt x="5503953" y="126000"/>
                    <a:pt x="5493237" y="179578"/>
                  </a:cubicBezTo>
                  <a:cubicBezTo>
                    <a:pt x="5485200" y="220431"/>
                    <a:pt x="5465109" y="314193"/>
                    <a:pt x="5449035" y="389203"/>
                  </a:cubicBezTo>
                  <a:cubicBezTo>
                    <a:pt x="5432962" y="464212"/>
                    <a:pt x="5419567" y="531185"/>
                    <a:pt x="5419567" y="537882"/>
                  </a:cubicBezTo>
                  <a:cubicBezTo>
                    <a:pt x="5419567" y="549937"/>
                    <a:pt x="5431622" y="550607"/>
                    <a:pt x="5669375" y="552616"/>
                  </a:cubicBezTo>
                  <a:cubicBezTo>
                    <a:pt x="5917174" y="554625"/>
                    <a:pt x="5918514" y="554625"/>
                    <a:pt x="5939945" y="570029"/>
                  </a:cubicBezTo>
                  <a:cubicBezTo>
                    <a:pt x="5953339" y="579405"/>
                    <a:pt x="5964055" y="594809"/>
                    <a:pt x="5968073" y="610212"/>
                  </a:cubicBezTo>
                  <a:cubicBezTo>
                    <a:pt x="5972092" y="623607"/>
                    <a:pt x="6014284" y="909580"/>
                    <a:pt x="6061835" y="1244443"/>
                  </a:cubicBezTo>
                  <a:cubicBezTo>
                    <a:pt x="6184395" y="2100354"/>
                    <a:pt x="6209845" y="2287877"/>
                    <a:pt x="6209845" y="2324043"/>
                  </a:cubicBezTo>
                  <a:cubicBezTo>
                    <a:pt x="6209845" y="2359538"/>
                    <a:pt x="6197120" y="2383648"/>
                    <a:pt x="6173679" y="2393025"/>
                  </a:cubicBezTo>
                  <a:cubicBezTo>
                    <a:pt x="6150909" y="2401731"/>
                    <a:pt x="3859774" y="2403070"/>
                    <a:pt x="3838343" y="2394364"/>
                  </a:cubicBezTo>
                  <a:cubicBezTo>
                    <a:pt x="3809544" y="2382979"/>
                    <a:pt x="3777398" y="2351501"/>
                    <a:pt x="3764673" y="2322703"/>
                  </a:cubicBezTo>
                  <a:cubicBezTo>
                    <a:pt x="3749939" y="2289217"/>
                    <a:pt x="3758645" y="2349492"/>
                    <a:pt x="3644792" y="1522380"/>
                  </a:cubicBezTo>
                  <a:cubicBezTo>
                    <a:pt x="3591883" y="1137287"/>
                    <a:pt x="3550360" y="848635"/>
                    <a:pt x="3543663" y="814479"/>
                  </a:cubicBezTo>
                  <a:cubicBezTo>
                    <a:pt x="3535626" y="773626"/>
                    <a:pt x="3537635" y="774295"/>
                    <a:pt x="3458608" y="789029"/>
                  </a:cubicBezTo>
                  <a:cubicBezTo>
                    <a:pt x="3397663" y="801084"/>
                    <a:pt x="3341406" y="818497"/>
                    <a:pt x="3271754" y="847296"/>
                  </a:cubicBezTo>
                  <a:cubicBezTo>
                    <a:pt x="3227552" y="866048"/>
                    <a:pt x="3222864" y="870066"/>
                    <a:pt x="3222864" y="886140"/>
                  </a:cubicBezTo>
                  <a:cubicBezTo>
                    <a:pt x="3222864" y="927663"/>
                    <a:pt x="3120396" y="1553187"/>
                    <a:pt x="3088249" y="1708564"/>
                  </a:cubicBezTo>
                  <a:cubicBezTo>
                    <a:pt x="3019937" y="2037400"/>
                    <a:pt x="2926175" y="2224253"/>
                    <a:pt x="2776156" y="2327391"/>
                  </a:cubicBezTo>
                  <a:cubicBezTo>
                    <a:pt x="2760083" y="2338107"/>
                    <a:pt x="2747358" y="2348823"/>
                    <a:pt x="2747358" y="2352171"/>
                  </a:cubicBezTo>
                  <a:cubicBezTo>
                    <a:pt x="2747358" y="2354850"/>
                    <a:pt x="2761422" y="2364226"/>
                    <a:pt x="2778166" y="2372263"/>
                  </a:cubicBezTo>
                  <a:cubicBezTo>
                    <a:pt x="2827725" y="2397043"/>
                    <a:pt x="2910771" y="2463346"/>
                    <a:pt x="2961001" y="2518263"/>
                  </a:cubicBezTo>
                  <a:cubicBezTo>
                    <a:pt x="3078203" y="2645511"/>
                    <a:pt x="3153882" y="2798879"/>
                    <a:pt x="3208800" y="3023237"/>
                  </a:cubicBezTo>
                  <a:cubicBezTo>
                    <a:pt x="3255681" y="3214779"/>
                    <a:pt x="3286488" y="3433110"/>
                    <a:pt x="3295194" y="3638716"/>
                  </a:cubicBezTo>
                  <a:lnTo>
                    <a:pt x="3299883" y="3755918"/>
                  </a:lnTo>
                  <a:lnTo>
                    <a:pt x="3316626" y="3759936"/>
                  </a:lnTo>
                  <a:cubicBezTo>
                    <a:pt x="3326002" y="3762615"/>
                    <a:pt x="3355470" y="3767973"/>
                    <a:pt x="3382259" y="3771992"/>
                  </a:cubicBezTo>
                  <a:cubicBezTo>
                    <a:pt x="3435167" y="3780028"/>
                    <a:pt x="3472672" y="3796102"/>
                    <a:pt x="3494103" y="3819542"/>
                  </a:cubicBezTo>
                  <a:cubicBezTo>
                    <a:pt x="3504149" y="3830258"/>
                    <a:pt x="3507498" y="3843652"/>
                    <a:pt x="3506828" y="3869772"/>
                  </a:cubicBezTo>
                  <a:cubicBezTo>
                    <a:pt x="3506158" y="3938753"/>
                    <a:pt x="3454589" y="3993001"/>
                    <a:pt x="3348103" y="4037873"/>
                  </a:cubicBezTo>
                  <a:cubicBezTo>
                    <a:pt x="3323323" y="4048589"/>
                    <a:pt x="3302561" y="4059974"/>
                    <a:pt x="3301892" y="4063992"/>
                  </a:cubicBezTo>
                  <a:cubicBezTo>
                    <a:pt x="3301222" y="4067341"/>
                    <a:pt x="3318635" y="4082745"/>
                    <a:pt x="3340066" y="4097479"/>
                  </a:cubicBezTo>
                  <a:cubicBezTo>
                    <a:pt x="3382259" y="4126947"/>
                    <a:pt x="3410387" y="4162442"/>
                    <a:pt x="3410387" y="4184543"/>
                  </a:cubicBezTo>
                  <a:cubicBezTo>
                    <a:pt x="3410387" y="4211332"/>
                    <a:pt x="3395653" y="4221378"/>
                    <a:pt x="3346763" y="4228745"/>
                  </a:cubicBezTo>
                  <a:cubicBezTo>
                    <a:pt x="3260369" y="4240800"/>
                    <a:pt x="3184020" y="4266920"/>
                    <a:pt x="2941579" y="4368718"/>
                  </a:cubicBezTo>
                  <a:cubicBezTo>
                    <a:pt x="2843799" y="4409571"/>
                    <a:pt x="2741331" y="4445067"/>
                    <a:pt x="2681725" y="4459131"/>
                  </a:cubicBezTo>
                  <a:cubicBezTo>
                    <a:pt x="2646229" y="4467838"/>
                    <a:pt x="2497550" y="4484581"/>
                    <a:pt x="2486165" y="4481902"/>
                  </a:cubicBezTo>
                  <a:cubicBezTo>
                    <a:pt x="2484156" y="4481232"/>
                    <a:pt x="2454018" y="4478553"/>
                    <a:pt x="2419192" y="4475205"/>
                  </a:cubicBezTo>
                  <a:close/>
                  <a:moveTo>
                    <a:pt x="2315385" y="3916652"/>
                  </a:moveTo>
                  <a:cubicBezTo>
                    <a:pt x="2370972" y="3871781"/>
                    <a:pt x="2455357" y="3839634"/>
                    <a:pt x="2519651" y="3839634"/>
                  </a:cubicBezTo>
                  <a:cubicBezTo>
                    <a:pt x="2536394" y="3839634"/>
                    <a:pt x="2581936" y="3844322"/>
                    <a:pt x="2622119" y="3851019"/>
                  </a:cubicBezTo>
                  <a:cubicBezTo>
                    <a:pt x="2705835" y="3864414"/>
                    <a:pt x="2741331" y="3861065"/>
                    <a:pt x="2904744" y="3826239"/>
                  </a:cubicBezTo>
                  <a:cubicBezTo>
                    <a:pt x="2960331" y="3814184"/>
                    <a:pt x="3054763" y="3794762"/>
                    <a:pt x="3115038" y="3782707"/>
                  </a:cubicBezTo>
                  <a:cubicBezTo>
                    <a:pt x="3175313" y="3769982"/>
                    <a:pt x="3227552" y="3756588"/>
                    <a:pt x="3230901" y="3751230"/>
                  </a:cubicBezTo>
                  <a:cubicBezTo>
                    <a:pt x="3242286" y="3735157"/>
                    <a:pt x="3226882" y="3514147"/>
                    <a:pt x="3202102" y="3337339"/>
                  </a:cubicBezTo>
                  <a:cubicBezTo>
                    <a:pt x="3167946" y="3088201"/>
                    <a:pt x="3111689" y="2887283"/>
                    <a:pt x="3038689" y="2749989"/>
                  </a:cubicBezTo>
                  <a:cubicBezTo>
                    <a:pt x="2989129" y="2656897"/>
                    <a:pt x="2961671" y="2620062"/>
                    <a:pt x="2885322" y="2543713"/>
                  </a:cubicBezTo>
                  <a:cubicBezTo>
                    <a:pt x="2827056" y="2485447"/>
                    <a:pt x="2799597" y="2464016"/>
                    <a:pt x="2757404" y="2441915"/>
                  </a:cubicBezTo>
                  <a:cubicBezTo>
                    <a:pt x="2690431" y="2407089"/>
                    <a:pt x="2638193" y="2393025"/>
                    <a:pt x="2575908" y="2393025"/>
                  </a:cubicBezTo>
                  <a:cubicBezTo>
                    <a:pt x="2537064" y="2393025"/>
                    <a:pt x="2525009" y="2395703"/>
                    <a:pt x="2509605" y="2407089"/>
                  </a:cubicBezTo>
                  <a:cubicBezTo>
                    <a:pt x="2494871" y="2419144"/>
                    <a:pt x="2483486" y="2421823"/>
                    <a:pt x="2443972" y="2420483"/>
                  </a:cubicBezTo>
                  <a:cubicBezTo>
                    <a:pt x="2401110" y="2419814"/>
                    <a:pt x="2390394" y="2421823"/>
                    <a:pt x="2347531" y="2442584"/>
                  </a:cubicBezTo>
                  <a:cubicBezTo>
                    <a:pt x="2244393" y="2492144"/>
                    <a:pt x="2159338" y="2567153"/>
                    <a:pt x="2093705" y="2664934"/>
                  </a:cubicBezTo>
                  <a:cubicBezTo>
                    <a:pt x="2057540" y="2719181"/>
                    <a:pt x="2010659" y="2812273"/>
                    <a:pt x="2010659" y="2829686"/>
                  </a:cubicBezTo>
                  <a:cubicBezTo>
                    <a:pt x="2010659" y="2843081"/>
                    <a:pt x="1991237" y="2868530"/>
                    <a:pt x="1981191" y="2868530"/>
                  </a:cubicBezTo>
                  <a:cubicBezTo>
                    <a:pt x="1975833" y="2868530"/>
                    <a:pt x="1965117" y="2863173"/>
                    <a:pt x="1957081" y="2856475"/>
                  </a:cubicBezTo>
                  <a:cubicBezTo>
                    <a:pt x="1942347" y="2844420"/>
                    <a:pt x="1941677" y="2842411"/>
                    <a:pt x="1949714" y="2810934"/>
                  </a:cubicBezTo>
                  <a:cubicBezTo>
                    <a:pt x="1961769" y="2764053"/>
                    <a:pt x="2003292" y="2677658"/>
                    <a:pt x="2042136" y="2620062"/>
                  </a:cubicBezTo>
                  <a:cubicBezTo>
                    <a:pt x="2111118" y="2518263"/>
                    <a:pt x="2198852" y="2439236"/>
                    <a:pt x="2299311" y="2388336"/>
                  </a:cubicBezTo>
                  <a:cubicBezTo>
                    <a:pt x="2324761" y="2375612"/>
                    <a:pt x="2345522" y="2362217"/>
                    <a:pt x="2345522" y="2359538"/>
                  </a:cubicBezTo>
                  <a:cubicBezTo>
                    <a:pt x="2345522" y="2356190"/>
                    <a:pt x="2320742" y="2336098"/>
                    <a:pt x="2290605" y="2313997"/>
                  </a:cubicBezTo>
                  <a:cubicBezTo>
                    <a:pt x="2259797" y="2292566"/>
                    <a:pt x="2235017" y="2270465"/>
                    <a:pt x="2235017" y="2265107"/>
                  </a:cubicBezTo>
                  <a:cubicBezTo>
                    <a:pt x="2235017" y="2249703"/>
                    <a:pt x="2281898" y="2256400"/>
                    <a:pt x="2326100" y="2279171"/>
                  </a:cubicBezTo>
                  <a:cubicBezTo>
                    <a:pt x="2371642" y="2301942"/>
                    <a:pt x="2377669" y="2303281"/>
                    <a:pt x="2364944" y="2287877"/>
                  </a:cubicBezTo>
                  <a:cubicBezTo>
                    <a:pt x="2347531" y="2267116"/>
                    <a:pt x="2278550" y="2226932"/>
                    <a:pt x="2246403" y="2219565"/>
                  </a:cubicBezTo>
                  <a:cubicBezTo>
                    <a:pt x="2131879" y="2192107"/>
                    <a:pt x="1888769" y="2332749"/>
                    <a:pt x="1770897" y="2494823"/>
                  </a:cubicBezTo>
                  <a:cubicBezTo>
                    <a:pt x="1724686" y="2557777"/>
                    <a:pt x="1688520" y="2638814"/>
                    <a:pt x="1678474" y="2700429"/>
                  </a:cubicBezTo>
                  <a:lnTo>
                    <a:pt x="1674456" y="2726548"/>
                  </a:lnTo>
                  <a:lnTo>
                    <a:pt x="1719998" y="2756016"/>
                  </a:lnTo>
                  <a:cubicBezTo>
                    <a:pt x="1745447" y="2772759"/>
                    <a:pt x="1774245" y="2794860"/>
                    <a:pt x="1783622" y="2805576"/>
                  </a:cubicBezTo>
                  <a:cubicBezTo>
                    <a:pt x="1830502" y="2857145"/>
                    <a:pt x="1868677" y="2931485"/>
                    <a:pt x="1880062" y="2991090"/>
                  </a:cubicBezTo>
                  <a:cubicBezTo>
                    <a:pt x="1884750" y="3013861"/>
                    <a:pt x="1887429" y="3016540"/>
                    <a:pt x="1914888" y="3023907"/>
                  </a:cubicBezTo>
                  <a:cubicBezTo>
                    <a:pt x="1950383" y="3032613"/>
                    <a:pt x="1997264" y="3073467"/>
                    <a:pt x="1997264" y="3095568"/>
                  </a:cubicBezTo>
                  <a:cubicBezTo>
                    <a:pt x="1997264" y="3104274"/>
                    <a:pt x="1991237" y="3112981"/>
                    <a:pt x="1981191" y="3117669"/>
                  </a:cubicBezTo>
                  <a:cubicBezTo>
                    <a:pt x="1967127" y="3123696"/>
                    <a:pt x="1960429" y="3122357"/>
                    <a:pt x="1938998" y="3109632"/>
                  </a:cubicBezTo>
                  <a:cubicBezTo>
                    <a:pt x="1924264" y="3100926"/>
                    <a:pt x="1897475" y="3092889"/>
                    <a:pt x="1875374" y="3090880"/>
                  </a:cubicBezTo>
                  <a:cubicBezTo>
                    <a:pt x="1822466" y="3086192"/>
                    <a:pt x="1774245" y="3110302"/>
                    <a:pt x="1733392" y="3160531"/>
                  </a:cubicBezTo>
                  <a:cubicBezTo>
                    <a:pt x="1687181" y="3216788"/>
                    <a:pt x="1672447" y="3260320"/>
                    <a:pt x="1672447" y="3340688"/>
                  </a:cubicBezTo>
                  <a:cubicBezTo>
                    <a:pt x="1672447" y="3419046"/>
                    <a:pt x="1683832" y="3447174"/>
                    <a:pt x="1730043" y="3486688"/>
                  </a:cubicBezTo>
                  <a:cubicBezTo>
                    <a:pt x="1777594" y="3527541"/>
                    <a:pt x="1834521" y="3532229"/>
                    <a:pt x="1897475" y="3500752"/>
                  </a:cubicBezTo>
                  <a:cubicBezTo>
                    <a:pt x="1935649" y="3482000"/>
                    <a:pt x="1961099" y="3453202"/>
                    <a:pt x="1981861" y="3404312"/>
                  </a:cubicBezTo>
                  <a:cubicBezTo>
                    <a:pt x="2005971" y="3349394"/>
                    <a:pt x="2007310" y="3347385"/>
                    <a:pt x="2026063" y="3345376"/>
                  </a:cubicBezTo>
                  <a:cubicBezTo>
                    <a:pt x="2046154" y="3342697"/>
                    <a:pt x="2047494" y="3344706"/>
                    <a:pt x="2070934" y="3421055"/>
                  </a:cubicBezTo>
                  <a:cubicBezTo>
                    <a:pt x="2078301" y="3447174"/>
                    <a:pt x="2107100" y="3507450"/>
                    <a:pt x="2134558" y="3555000"/>
                  </a:cubicBezTo>
                  <a:cubicBezTo>
                    <a:pt x="2194164" y="3660147"/>
                    <a:pt x="2209568" y="3707698"/>
                    <a:pt x="2221623" y="3827579"/>
                  </a:cubicBezTo>
                  <a:cubicBezTo>
                    <a:pt x="2231669" y="3920001"/>
                    <a:pt x="2235017" y="3936744"/>
                    <a:pt x="2247072" y="3952148"/>
                  </a:cubicBezTo>
                  <a:cubicBezTo>
                    <a:pt x="2254439" y="3961524"/>
                    <a:pt x="2267834" y="3954827"/>
                    <a:pt x="2315385" y="3916652"/>
                  </a:cubicBezTo>
                  <a:close/>
                  <a:moveTo>
                    <a:pt x="4004435" y="2314667"/>
                  </a:moveTo>
                  <a:cubicBezTo>
                    <a:pt x="4001756" y="2300602"/>
                    <a:pt x="3989701" y="2210859"/>
                    <a:pt x="3976306" y="2115088"/>
                  </a:cubicBezTo>
                  <a:cubicBezTo>
                    <a:pt x="3962912" y="2019317"/>
                    <a:pt x="3910003" y="1646279"/>
                    <a:pt x="3859104" y="1285966"/>
                  </a:cubicBezTo>
                  <a:cubicBezTo>
                    <a:pt x="3807535" y="925654"/>
                    <a:pt x="3765343" y="630304"/>
                    <a:pt x="3765343" y="628295"/>
                  </a:cubicBezTo>
                  <a:cubicBezTo>
                    <a:pt x="3765343" y="626955"/>
                    <a:pt x="3736544" y="611552"/>
                    <a:pt x="3701718" y="594809"/>
                  </a:cubicBezTo>
                  <a:cubicBezTo>
                    <a:pt x="3666893" y="578065"/>
                    <a:pt x="3638094" y="561322"/>
                    <a:pt x="3638094" y="557974"/>
                  </a:cubicBezTo>
                  <a:cubicBezTo>
                    <a:pt x="3638094" y="541900"/>
                    <a:pt x="3617333" y="553955"/>
                    <a:pt x="3605948" y="576726"/>
                  </a:cubicBezTo>
                  <a:cubicBezTo>
                    <a:pt x="3584516" y="618249"/>
                    <a:pt x="3583847" y="634322"/>
                    <a:pt x="3597911" y="726745"/>
                  </a:cubicBezTo>
                  <a:cubicBezTo>
                    <a:pt x="3610636" y="815149"/>
                    <a:pt x="3659526" y="1158718"/>
                    <a:pt x="3711764" y="1535774"/>
                  </a:cubicBezTo>
                  <a:cubicBezTo>
                    <a:pt x="3726498" y="1644270"/>
                    <a:pt x="3751278" y="1819069"/>
                    <a:pt x="3766012" y="1924216"/>
                  </a:cubicBezTo>
                  <a:cubicBezTo>
                    <a:pt x="3780746" y="2029363"/>
                    <a:pt x="3797489" y="2149914"/>
                    <a:pt x="3802847" y="2192107"/>
                  </a:cubicBezTo>
                  <a:cubicBezTo>
                    <a:pt x="3820260" y="2322034"/>
                    <a:pt x="3837003" y="2339446"/>
                    <a:pt x="3945499" y="2339446"/>
                  </a:cubicBezTo>
                  <a:lnTo>
                    <a:pt x="4008453" y="2339446"/>
                  </a:lnTo>
                  <a:lnTo>
                    <a:pt x="4004435" y="2314667"/>
                  </a:lnTo>
                  <a:close/>
                  <a:moveTo>
                    <a:pt x="6145551" y="2332079"/>
                  </a:moveTo>
                  <a:cubicBezTo>
                    <a:pt x="6150909" y="2326722"/>
                    <a:pt x="6112734" y="2045436"/>
                    <a:pt x="5998881" y="1254489"/>
                  </a:cubicBezTo>
                  <a:cubicBezTo>
                    <a:pt x="5927890" y="762910"/>
                    <a:pt x="5909137" y="638341"/>
                    <a:pt x="5905119" y="631644"/>
                  </a:cubicBezTo>
                  <a:cubicBezTo>
                    <a:pt x="5900431" y="623607"/>
                    <a:pt x="5408852" y="622267"/>
                    <a:pt x="5403494" y="630304"/>
                  </a:cubicBezTo>
                  <a:cubicBezTo>
                    <a:pt x="5402154" y="632983"/>
                    <a:pt x="5372686" y="764919"/>
                    <a:pt x="5339200" y="922975"/>
                  </a:cubicBezTo>
                  <a:cubicBezTo>
                    <a:pt x="5305714" y="1081030"/>
                    <a:pt x="5272897" y="1219664"/>
                    <a:pt x="5266870" y="1230379"/>
                  </a:cubicBezTo>
                  <a:cubicBezTo>
                    <a:pt x="5258833" y="1244443"/>
                    <a:pt x="5247448" y="1252480"/>
                    <a:pt x="5232044" y="1255829"/>
                  </a:cubicBezTo>
                  <a:cubicBezTo>
                    <a:pt x="5204585" y="1261856"/>
                    <a:pt x="4826190" y="1260517"/>
                    <a:pt x="4784666" y="1253820"/>
                  </a:cubicBezTo>
                  <a:cubicBezTo>
                    <a:pt x="4728409" y="1245783"/>
                    <a:pt x="4739795" y="1285966"/>
                    <a:pt x="4655409" y="793048"/>
                  </a:cubicBezTo>
                  <a:cubicBezTo>
                    <a:pt x="4640675" y="706653"/>
                    <a:pt x="4627281" y="632983"/>
                    <a:pt x="4625272" y="630304"/>
                  </a:cubicBezTo>
                  <a:cubicBezTo>
                    <a:pt x="4623262" y="627625"/>
                    <a:pt x="4444445" y="624946"/>
                    <a:pt x="4226784" y="624946"/>
                  </a:cubicBezTo>
                  <a:cubicBezTo>
                    <a:pt x="3891921" y="624946"/>
                    <a:pt x="3832315" y="626286"/>
                    <a:pt x="3832315" y="634322"/>
                  </a:cubicBezTo>
                  <a:cubicBezTo>
                    <a:pt x="3832315" y="644368"/>
                    <a:pt x="3940811" y="1415893"/>
                    <a:pt x="3969609" y="1609444"/>
                  </a:cubicBezTo>
                  <a:cubicBezTo>
                    <a:pt x="3990371" y="1749417"/>
                    <a:pt x="4050646" y="2182730"/>
                    <a:pt x="4060022" y="2262428"/>
                  </a:cubicBezTo>
                  <a:cubicBezTo>
                    <a:pt x="4064041" y="2295914"/>
                    <a:pt x="4068729" y="2326722"/>
                    <a:pt x="4070738" y="2331410"/>
                  </a:cubicBezTo>
                  <a:cubicBezTo>
                    <a:pt x="4072747" y="2338777"/>
                    <a:pt x="4255582" y="2340116"/>
                    <a:pt x="5107475" y="2338107"/>
                  </a:cubicBezTo>
                  <a:cubicBezTo>
                    <a:pt x="5676073" y="2336768"/>
                    <a:pt x="6143542" y="2334089"/>
                    <a:pt x="6145551" y="2332079"/>
                  </a:cubicBezTo>
                  <a:close/>
                  <a:moveTo>
                    <a:pt x="1332896" y="1936941"/>
                  </a:moveTo>
                  <a:cubicBezTo>
                    <a:pt x="1344281" y="1916179"/>
                    <a:pt x="1340263" y="1764151"/>
                    <a:pt x="1318162" y="1358297"/>
                  </a:cubicBezTo>
                  <a:cubicBezTo>
                    <a:pt x="1286015" y="780323"/>
                    <a:pt x="1286684" y="817158"/>
                    <a:pt x="1306776" y="809121"/>
                  </a:cubicBezTo>
                  <a:cubicBezTo>
                    <a:pt x="1312804" y="806442"/>
                    <a:pt x="1357006" y="797736"/>
                    <a:pt x="1404556" y="789029"/>
                  </a:cubicBezTo>
                  <a:cubicBezTo>
                    <a:pt x="1564621" y="760231"/>
                    <a:pt x="1854613" y="685891"/>
                    <a:pt x="1950383" y="649726"/>
                  </a:cubicBezTo>
                  <a:cubicBezTo>
                    <a:pt x="2009319" y="627625"/>
                    <a:pt x="2064237" y="600166"/>
                    <a:pt x="2083659" y="584093"/>
                  </a:cubicBezTo>
                  <a:cubicBezTo>
                    <a:pt x="2097723" y="572708"/>
                    <a:pt x="2098393" y="569359"/>
                    <a:pt x="2090356" y="564001"/>
                  </a:cubicBezTo>
                  <a:cubicBezTo>
                    <a:pt x="2066916" y="548597"/>
                    <a:pt x="2047494" y="551276"/>
                    <a:pt x="1938998" y="586772"/>
                  </a:cubicBezTo>
                  <a:cubicBezTo>
                    <a:pt x="1774915" y="641020"/>
                    <a:pt x="1560603" y="697947"/>
                    <a:pt x="1317492" y="752864"/>
                  </a:cubicBezTo>
                  <a:cubicBezTo>
                    <a:pt x="1245161" y="769607"/>
                    <a:pt x="1174840" y="770277"/>
                    <a:pt x="1106528" y="756213"/>
                  </a:cubicBezTo>
                  <a:cubicBezTo>
                    <a:pt x="1079069" y="750185"/>
                    <a:pt x="1041564" y="745497"/>
                    <a:pt x="1024152" y="745497"/>
                  </a:cubicBezTo>
                  <a:cubicBezTo>
                    <a:pt x="994684" y="745497"/>
                    <a:pt x="992674" y="746167"/>
                    <a:pt x="999372" y="758892"/>
                  </a:cubicBezTo>
                  <a:cubicBezTo>
                    <a:pt x="1015445" y="789699"/>
                    <a:pt x="1099831" y="823185"/>
                    <a:pt x="1180198" y="831222"/>
                  </a:cubicBezTo>
                  <a:lnTo>
                    <a:pt x="1230427" y="835910"/>
                  </a:lnTo>
                  <a:lnTo>
                    <a:pt x="1234446" y="889488"/>
                  </a:lnTo>
                  <a:cubicBezTo>
                    <a:pt x="1237125" y="918956"/>
                    <a:pt x="1242482" y="1015397"/>
                    <a:pt x="1247171" y="1103801"/>
                  </a:cubicBezTo>
                  <a:cubicBezTo>
                    <a:pt x="1251189" y="1192205"/>
                    <a:pt x="1257216" y="1313425"/>
                    <a:pt x="1260565" y="1372361"/>
                  </a:cubicBezTo>
                  <a:cubicBezTo>
                    <a:pt x="1263914" y="1431967"/>
                    <a:pt x="1271281" y="1577967"/>
                    <a:pt x="1277308" y="1697179"/>
                  </a:cubicBezTo>
                  <a:cubicBezTo>
                    <a:pt x="1284675" y="1855234"/>
                    <a:pt x="1290703" y="1920198"/>
                    <a:pt x="1298070" y="1936271"/>
                  </a:cubicBezTo>
                  <a:cubicBezTo>
                    <a:pt x="1308785" y="1961051"/>
                    <a:pt x="1319501" y="1961721"/>
                    <a:pt x="1332896" y="1936941"/>
                  </a:cubicBezTo>
                  <a:close/>
                  <a:moveTo>
                    <a:pt x="2786202" y="1776206"/>
                  </a:moveTo>
                  <a:cubicBezTo>
                    <a:pt x="2788881" y="1732004"/>
                    <a:pt x="2780844" y="1665032"/>
                    <a:pt x="2747358" y="1442013"/>
                  </a:cubicBezTo>
                  <a:cubicBezTo>
                    <a:pt x="2672349" y="951773"/>
                    <a:pt x="2638862" y="751525"/>
                    <a:pt x="2624128" y="701295"/>
                  </a:cubicBezTo>
                  <a:cubicBezTo>
                    <a:pt x="2612743" y="664460"/>
                    <a:pt x="2584615" y="628295"/>
                    <a:pt x="2572560" y="635662"/>
                  </a:cubicBezTo>
                  <a:cubicBezTo>
                    <a:pt x="2563853" y="641020"/>
                    <a:pt x="2561844" y="624946"/>
                    <a:pt x="2620110" y="986599"/>
                  </a:cubicBezTo>
                  <a:cubicBezTo>
                    <a:pt x="2645560" y="1143315"/>
                    <a:pt x="2678376" y="1349590"/>
                    <a:pt x="2693780" y="1445361"/>
                  </a:cubicBezTo>
                  <a:cubicBezTo>
                    <a:pt x="2726597" y="1648289"/>
                    <a:pt x="2750707" y="1775537"/>
                    <a:pt x="2762092" y="1800316"/>
                  </a:cubicBezTo>
                  <a:cubicBezTo>
                    <a:pt x="2774147" y="1826436"/>
                    <a:pt x="2784193" y="1817060"/>
                    <a:pt x="2786202" y="1776206"/>
                  </a:cubicBezTo>
                  <a:close/>
                  <a:moveTo>
                    <a:pt x="509132" y="1592701"/>
                  </a:moveTo>
                  <a:cubicBezTo>
                    <a:pt x="510471" y="1592032"/>
                    <a:pt x="505114" y="1543141"/>
                    <a:pt x="497747" y="1484875"/>
                  </a:cubicBezTo>
                  <a:cubicBezTo>
                    <a:pt x="468279" y="1254489"/>
                    <a:pt x="430774" y="846626"/>
                    <a:pt x="416710" y="611552"/>
                  </a:cubicBezTo>
                  <a:cubicBezTo>
                    <a:pt x="409343" y="486313"/>
                    <a:pt x="389921" y="124661"/>
                    <a:pt x="389921" y="111266"/>
                  </a:cubicBezTo>
                  <a:cubicBezTo>
                    <a:pt x="389921" y="92514"/>
                    <a:pt x="368489" y="82468"/>
                    <a:pt x="326966" y="82468"/>
                  </a:cubicBezTo>
                  <a:cubicBezTo>
                    <a:pt x="280755" y="82468"/>
                    <a:pt x="262003" y="93853"/>
                    <a:pt x="245929" y="132028"/>
                  </a:cubicBezTo>
                  <a:cubicBezTo>
                    <a:pt x="224498" y="182257"/>
                    <a:pt x="141452" y="630974"/>
                    <a:pt x="113993" y="837919"/>
                  </a:cubicBezTo>
                  <a:cubicBezTo>
                    <a:pt x="97250" y="969186"/>
                    <a:pt x="93901" y="1164746"/>
                    <a:pt x="107966" y="1234398"/>
                  </a:cubicBezTo>
                  <a:cubicBezTo>
                    <a:pt x="146140" y="1425270"/>
                    <a:pt x="247938" y="1551178"/>
                    <a:pt x="397288" y="1592701"/>
                  </a:cubicBezTo>
                  <a:cubicBezTo>
                    <a:pt x="428095" y="1600738"/>
                    <a:pt x="500425" y="1601408"/>
                    <a:pt x="509132" y="1592701"/>
                  </a:cubicBezTo>
                  <a:close/>
                  <a:moveTo>
                    <a:pt x="5190521" y="1187517"/>
                  </a:moveTo>
                  <a:cubicBezTo>
                    <a:pt x="5206594" y="1187517"/>
                    <a:pt x="5213961" y="1183498"/>
                    <a:pt x="5218649" y="1172783"/>
                  </a:cubicBezTo>
                  <a:cubicBezTo>
                    <a:pt x="5222668" y="1164076"/>
                    <a:pt x="5260172" y="989947"/>
                    <a:pt x="5302365" y="785681"/>
                  </a:cubicBezTo>
                  <a:cubicBezTo>
                    <a:pt x="5344558" y="581414"/>
                    <a:pt x="5393448" y="349019"/>
                    <a:pt x="5409521" y="269321"/>
                  </a:cubicBezTo>
                  <a:cubicBezTo>
                    <a:pt x="5445017" y="101890"/>
                    <a:pt x="5444347" y="96532"/>
                    <a:pt x="5395457" y="75771"/>
                  </a:cubicBezTo>
                  <a:cubicBezTo>
                    <a:pt x="5365989" y="62376"/>
                    <a:pt x="5349916" y="62376"/>
                    <a:pt x="4915263" y="63715"/>
                  </a:cubicBezTo>
                  <a:lnTo>
                    <a:pt x="4465207" y="65725"/>
                  </a:lnTo>
                  <a:lnTo>
                    <a:pt x="4463198" y="83807"/>
                  </a:lnTo>
                  <a:cubicBezTo>
                    <a:pt x="4461858" y="95862"/>
                    <a:pt x="4465877" y="104569"/>
                    <a:pt x="4476592" y="111936"/>
                  </a:cubicBezTo>
                  <a:cubicBezTo>
                    <a:pt x="4489987" y="121312"/>
                    <a:pt x="4522803" y="122651"/>
                    <a:pt x="4737116" y="122651"/>
                  </a:cubicBezTo>
                  <a:cubicBezTo>
                    <a:pt x="4974869" y="122651"/>
                    <a:pt x="4982906" y="123321"/>
                    <a:pt x="5000318" y="136716"/>
                  </a:cubicBezTo>
                  <a:cubicBezTo>
                    <a:pt x="5031126" y="160826"/>
                    <a:pt x="5031796" y="156807"/>
                    <a:pt x="4903878" y="718708"/>
                  </a:cubicBezTo>
                  <a:cubicBezTo>
                    <a:pt x="4875080" y="845956"/>
                    <a:pt x="4838914" y="1002002"/>
                    <a:pt x="4823511" y="1066296"/>
                  </a:cubicBezTo>
                  <a:cubicBezTo>
                    <a:pt x="4802079" y="1158718"/>
                    <a:pt x="4798061" y="1184168"/>
                    <a:pt x="4804758" y="1188856"/>
                  </a:cubicBezTo>
                  <a:cubicBezTo>
                    <a:pt x="4809446" y="1191535"/>
                    <a:pt x="4893162" y="1192874"/>
                    <a:pt x="4990942" y="1191535"/>
                  </a:cubicBezTo>
                  <a:cubicBezTo>
                    <a:pt x="5088722" y="1189526"/>
                    <a:pt x="5178466" y="1188186"/>
                    <a:pt x="5190521" y="1187517"/>
                  </a:cubicBezTo>
                  <a:close/>
                  <a:moveTo>
                    <a:pt x="4814134" y="833231"/>
                  </a:moveTo>
                  <a:cubicBezTo>
                    <a:pt x="4837575" y="729424"/>
                    <a:pt x="4856997" y="639680"/>
                    <a:pt x="4856997" y="634322"/>
                  </a:cubicBezTo>
                  <a:cubicBezTo>
                    <a:pt x="4856997" y="626955"/>
                    <a:pt x="4840254" y="624946"/>
                    <a:pt x="4772611" y="624946"/>
                  </a:cubicBezTo>
                  <a:cubicBezTo>
                    <a:pt x="4695593" y="624946"/>
                    <a:pt x="4688896" y="625616"/>
                    <a:pt x="4692244" y="637001"/>
                  </a:cubicBezTo>
                  <a:cubicBezTo>
                    <a:pt x="4694253" y="643029"/>
                    <a:pt x="4709657" y="734112"/>
                    <a:pt x="4726400" y="839259"/>
                  </a:cubicBezTo>
                  <a:cubicBezTo>
                    <a:pt x="4758547" y="1038837"/>
                    <a:pt x="4763235" y="1059599"/>
                    <a:pt x="4768593" y="1036828"/>
                  </a:cubicBezTo>
                  <a:cubicBezTo>
                    <a:pt x="4769932" y="1029461"/>
                    <a:pt x="4790694" y="937709"/>
                    <a:pt x="4814134" y="833231"/>
                  </a:cubicBezTo>
                  <a:close/>
                  <a:moveTo>
                    <a:pt x="3185359" y="868727"/>
                  </a:moveTo>
                  <a:cubicBezTo>
                    <a:pt x="3191387" y="866718"/>
                    <a:pt x="3196075" y="862699"/>
                    <a:pt x="3196075" y="860020"/>
                  </a:cubicBezTo>
                  <a:cubicBezTo>
                    <a:pt x="3196075" y="849974"/>
                    <a:pt x="3131111" y="819837"/>
                    <a:pt x="3072176" y="803094"/>
                  </a:cubicBezTo>
                  <a:cubicBezTo>
                    <a:pt x="2972386" y="774295"/>
                    <a:pt x="2948946" y="782332"/>
                    <a:pt x="3011230" y="823855"/>
                  </a:cubicBezTo>
                  <a:cubicBezTo>
                    <a:pt x="3063469" y="859351"/>
                    <a:pt x="3151203" y="882121"/>
                    <a:pt x="3185359" y="868727"/>
                  </a:cubicBezTo>
                  <a:close/>
                  <a:moveTo>
                    <a:pt x="641068" y="553286"/>
                  </a:moveTo>
                  <a:cubicBezTo>
                    <a:pt x="672545" y="444790"/>
                    <a:pt x="702683" y="387193"/>
                    <a:pt x="758270" y="330267"/>
                  </a:cubicBezTo>
                  <a:cubicBezTo>
                    <a:pt x="810509" y="276688"/>
                    <a:pt x="867436" y="243872"/>
                    <a:pt x="959858" y="213064"/>
                  </a:cubicBezTo>
                  <a:cubicBezTo>
                    <a:pt x="1052950" y="181587"/>
                    <a:pt x="1079739" y="162835"/>
                    <a:pt x="1044913" y="154129"/>
                  </a:cubicBezTo>
                  <a:cubicBezTo>
                    <a:pt x="1026831" y="149440"/>
                    <a:pt x="935748" y="164844"/>
                    <a:pt x="879491" y="182927"/>
                  </a:cubicBezTo>
                  <a:cubicBezTo>
                    <a:pt x="740188" y="227129"/>
                    <a:pt x="640398" y="328257"/>
                    <a:pt x="608251" y="457515"/>
                  </a:cubicBezTo>
                  <a:cubicBezTo>
                    <a:pt x="595527" y="511093"/>
                    <a:pt x="587490" y="596818"/>
                    <a:pt x="593517" y="620928"/>
                  </a:cubicBezTo>
                  <a:cubicBezTo>
                    <a:pt x="602894" y="657763"/>
                    <a:pt x="615618" y="639011"/>
                    <a:pt x="641068" y="553286"/>
                  </a:cubicBezTo>
                  <a:close/>
                  <a:moveTo>
                    <a:pt x="2788881" y="568689"/>
                  </a:moveTo>
                  <a:cubicBezTo>
                    <a:pt x="2883982" y="551276"/>
                    <a:pt x="2961001" y="504396"/>
                    <a:pt x="3054093" y="407955"/>
                  </a:cubicBezTo>
                  <a:cubicBezTo>
                    <a:pt x="3118387" y="340982"/>
                    <a:pt x="3142497" y="298120"/>
                    <a:pt x="3142497" y="249899"/>
                  </a:cubicBezTo>
                  <a:cubicBezTo>
                    <a:pt x="3142497" y="211055"/>
                    <a:pt x="3126423" y="189624"/>
                    <a:pt x="3096955" y="189624"/>
                  </a:cubicBezTo>
                  <a:cubicBezTo>
                    <a:pt x="3080882" y="189624"/>
                    <a:pt x="3077533" y="193642"/>
                    <a:pt x="3063469" y="233156"/>
                  </a:cubicBezTo>
                  <a:cubicBezTo>
                    <a:pt x="3043377" y="288744"/>
                    <a:pt x="3007882" y="342991"/>
                    <a:pt x="2957652" y="394560"/>
                  </a:cubicBezTo>
                  <a:cubicBezTo>
                    <a:pt x="2914790" y="438762"/>
                    <a:pt x="2833753" y="495689"/>
                    <a:pt x="2789551" y="513102"/>
                  </a:cubicBezTo>
                  <a:cubicBezTo>
                    <a:pt x="2764101" y="523148"/>
                    <a:pt x="2760083" y="523148"/>
                    <a:pt x="2750707" y="513772"/>
                  </a:cubicBezTo>
                  <a:cubicBezTo>
                    <a:pt x="2729276" y="492340"/>
                    <a:pt x="2737982" y="474258"/>
                    <a:pt x="2782854" y="447469"/>
                  </a:cubicBezTo>
                  <a:cubicBezTo>
                    <a:pt x="2899386" y="375808"/>
                    <a:pt x="2978414" y="289413"/>
                    <a:pt x="3004533" y="205028"/>
                  </a:cubicBezTo>
                  <a:cubicBezTo>
                    <a:pt x="3009221" y="190294"/>
                    <a:pt x="3007882" y="189624"/>
                    <a:pt x="2970377" y="189624"/>
                  </a:cubicBezTo>
                  <a:lnTo>
                    <a:pt x="2931533" y="189624"/>
                  </a:lnTo>
                  <a:lnTo>
                    <a:pt x="2908093" y="238514"/>
                  </a:lnTo>
                  <a:cubicBezTo>
                    <a:pt x="2866569" y="324909"/>
                    <a:pt x="2746688" y="430056"/>
                    <a:pt x="2664312" y="452157"/>
                  </a:cubicBezTo>
                  <a:cubicBezTo>
                    <a:pt x="2633505" y="460194"/>
                    <a:pt x="2631495" y="460194"/>
                    <a:pt x="2619440" y="444790"/>
                  </a:cubicBezTo>
                  <a:cubicBezTo>
                    <a:pt x="2602027" y="423359"/>
                    <a:pt x="2610734" y="409964"/>
                    <a:pt x="2664982" y="380496"/>
                  </a:cubicBezTo>
                  <a:cubicBezTo>
                    <a:pt x="2718560" y="351028"/>
                    <a:pt x="2777496" y="306156"/>
                    <a:pt x="2806294" y="273340"/>
                  </a:cubicBezTo>
                  <a:cubicBezTo>
                    <a:pt x="2825046" y="252578"/>
                    <a:pt x="2854514" y="203019"/>
                    <a:pt x="2854514" y="192973"/>
                  </a:cubicBezTo>
                  <a:cubicBezTo>
                    <a:pt x="2854514" y="190963"/>
                    <a:pt x="2835092" y="189624"/>
                    <a:pt x="2812322" y="189624"/>
                  </a:cubicBezTo>
                  <a:lnTo>
                    <a:pt x="2769459" y="189624"/>
                  </a:lnTo>
                  <a:lnTo>
                    <a:pt x="2744010" y="227129"/>
                  </a:lnTo>
                  <a:cubicBezTo>
                    <a:pt x="2729945" y="247221"/>
                    <a:pt x="2704496" y="276019"/>
                    <a:pt x="2687752" y="291422"/>
                  </a:cubicBezTo>
                  <a:cubicBezTo>
                    <a:pt x="2656275" y="319551"/>
                    <a:pt x="2565862" y="366432"/>
                    <a:pt x="2529027" y="373799"/>
                  </a:cubicBezTo>
                  <a:cubicBezTo>
                    <a:pt x="2492862" y="380496"/>
                    <a:pt x="2456027" y="338303"/>
                    <a:pt x="2481477" y="318881"/>
                  </a:cubicBezTo>
                  <a:cubicBezTo>
                    <a:pt x="2485495" y="314863"/>
                    <a:pt x="2505587" y="306826"/>
                    <a:pt x="2525679" y="300129"/>
                  </a:cubicBezTo>
                  <a:cubicBezTo>
                    <a:pt x="2592651" y="278698"/>
                    <a:pt x="2687752" y="213064"/>
                    <a:pt x="2677037" y="196321"/>
                  </a:cubicBezTo>
                  <a:cubicBezTo>
                    <a:pt x="2674358" y="192303"/>
                    <a:pt x="2626807" y="189624"/>
                    <a:pt x="2549789" y="189624"/>
                  </a:cubicBezTo>
                  <a:cubicBezTo>
                    <a:pt x="2433256" y="189624"/>
                    <a:pt x="2423880" y="188954"/>
                    <a:pt x="2381018" y="172211"/>
                  </a:cubicBezTo>
                  <a:cubicBezTo>
                    <a:pt x="2239705" y="118633"/>
                    <a:pt x="2208228" y="109257"/>
                    <a:pt x="2162017" y="109257"/>
                  </a:cubicBezTo>
                  <a:cubicBezTo>
                    <a:pt x="2128531" y="109257"/>
                    <a:pt x="2107100" y="113275"/>
                    <a:pt x="2086338" y="123321"/>
                  </a:cubicBezTo>
                  <a:cubicBezTo>
                    <a:pt x="2052182" y="140064"/>
                    <a:pt x="2007310" y="188285"/>
                    <a:pt x="1996595" y="221101"/>
                  </a:cubicBezTo>
                  <a:cubicBezTo>
                    <a:pt x="1985879" y="253918"/>
                    <a:pt x="1992576" y="321560"/>
                    <a:pt x="2009319" y="354377"/>
                  </a:cubicBezTo>
                  <a:cubicBezTo>
                    <a:pt x="2029411" y="394560"/>
                    <a:pt x="2084999" y="440771"/>
                    <a:pt x="2147283" y="470909"/>
                  </a:cubicBezTo>
                  <a:cubicBezTo>
                    <a:pt x="2313375" y="549937"/>
                    <a:pt x="2625468" y="597488"/>
                    <a:pt x="2788881" y="568689"/>
                  </a:cubicBezTo>
                  <a:close/>
                  <a:moveTo>
                    <a:pt x="4205353" y="531185"/>
                  </a:moveTo>
                  <a:cubicBezTo>
                    <a:pt x="4236160" y="508414"/>
                    <a:pt x="4297106" y="435414"/>
                    <a:pt x="4323225" y="390542"/>
                  </a:cubicBezTo>
                  <a:cubicBezTo>
                    <a:pt x="4346665" y="349689"/>
                    <a:pt x="4360060" y="310845"/>
                    <a:pt x="4368097" y="258606"/>
                  </a:cubicBezTo>
                  <a:cubicBezTo>
                    <a:pt x="4377473" y="201679"/>
                    <a:pt x="4373454" y="189624"/>
                    <a:pt x="4344656" y="189624"/>
                  </a:cubicBezTo>
                  <a:cubicBezTo>
                    <a:pt x="4323225" y="189624"/>
                    <a:pt x="4322555" y="190294"/>
                    <a:pt x="4317867" y="224450"/>
                  </a:cubicBezTo>
                  <a:cubicBezTo>
                    <a:pt x="4305812" y="310175"/>
                    <a:pt x="4260271" y="397909"/>
                    <a:pt x="4190619" y="468900"/>
                  </a:cubicBezTo>
                  <a:cubicBezTo>
                    <a:pt x="4154454" y="505065"/>
                    <a:pt x="4137710" y="517790"/>
                    <a:pt x="4124316" y="517790"/>
                  </a:cubicBezTo>
                  <a:cubicBezTo>
                    <a:pt x="4107573" y="517790"/>
                    <a:pt x="4080114" y="497698"/>
                    <a:pt x="4080114" y="484973"/>
                  </a:cubicBezTo>
                  <a:cubicBezTo>
                    <a:pt x="4080114" y="481625"/>
                    <a:pt x="4096857" y="466221"/>
                    <a:pt x="4117619" y="450148"/>
                  </a:cubicBezTo>
                  <a:cubicBezTo>
                    <a:pt x="4183922" y="399248"/>
                    <a:pt x="4244867" y="297450"/>
                    <a:pt x="4252234" y="226459"/>
                  </a:cubicBezTo>
                  <a:lnTo>
                    <a:pt x="4256252" y="189624"/>
                  </a:lnTo>
                  <a:lnTo>
                    <a:pt x="4219417" y="189624"/>
                  </a:lnTo>
                  <a:lnTo>
                    <a:pt x="4182582" y="189624"/>
                  </a:lnTo>
                  <a:lnTo>
                    <a:pt x="4170527" y="221771"/>
                  </a:lnTo>
                  <a:cubicBezTo>
                    <a:pt x="4151775" y="269991"/>
                    <a:pt x="4129004" y="302138"/>
                    <a:pt x="4077435" y="354377"/>
                  </a:cubicBezTo>
                  <a:cubicBezTo>
                    <a:pt x="3997068" y="434744"/>
                    <a:pt x="3897279" y="483634"/>
                    <a:pt x="3872499" y="454166"/>
                  </a:cubicBezTo>
                  <a:cubicBezTo>
                    <a:pt x="3855756" y="434074"/>
                    <a:pt x="3871159" y="414652"/>
                    <a:pt x="3930765" y="380496"/>
                  </a:cubicBezTo>
                  <a:cubicBezTo>
                    <a:pt x="3996398" y="342991"/>
                    <a:pt x="4070738" y="274679"/>
                    <a:pt x="4092839" y="231817"/>
                  </a:cubicBezTo>
                  <a:cubicBezTo>
                    <a:pt x="4100206" y="216413"/>
                    <a:pt x="4106903" y="200340"/>
                    <a:pt x="4106903" y="196321"/>
                  </a:cubicBezTo>
                  <a:cubicBezTo>
                    <a:pt x="4106903" y="192303"/>
                    <a:pt x="4088151" y="189624"/>
                    <a:pt x="4060022" y="189624"/>
                  </a:cubicBezTo>
                  <a:cubicBezTo>
                    <a:pt x="4019839" y="189624"/>
                    <a:pt x="4011802" y="191633"/>
                    <a:pt x="4005105" y="203688"/>
                  </a:cubicBezTo>
                  <a:cubicBezTo>
                    <a:pt x="3993719" y="221771"/>
                    <a:pt x="3930095" y="259945"/>
                    <a:pt x="3895939" y="269321"/>
                  </a:cubicBezTo>
                  <a:cubicBezTo>
                    <a:pt x="3881205" y="273340"/>
                    <a:pt x="3838343" y="280707"/>
                    <a:pt x="3800168" y="286734"/>
                  </a:cubicBezTo>
                  <a:cubicBezTo>
                    <a:pt x="3723819" y="298120"/>
                    <a:pt x="3672251" y="319551"/>
                    <a:pt x="3653498" y="347680"/>
                  </a:cubicBezTo>
                  <a:cubicBezTo>
                    <a:pt x="3634746" y="376478"/>
                    <a:pt x="3634746" y="428716"/>
                    <a:pt x="3652828" y="464212"/>
                  </a:cubicBezTo>
                  <a:cubicBezTo>
                    <a:pt x="3668902" y="496359"/>
                    <a:pt x="3715783" y="533194"/>
                    <a:pt x="3754627" y="543909"/>
                  </a:cubicBezTo>
                  <a:cubicBezTo>
                    <a:pt x="3766012" y="547258"/>
                    <a:pt x="3865802" y="550607"/>
                    <a:pt x="3976976" y="550607"/>
                  </a:cubicBezTo>
                  <a:lnTo>
                    <a:pt x="4177894" y="551276"/>
                  </a:lnTo>
                  <a:lnTo>
                    <a:pt x="4205353" y="531185"/>
                  </a:lnTo>
                  <a:close/>
                  <a:moveTo>
                    <a:pt x="4366757" y="519799"/>
                  </a:moveTo>
                  <a:cubicBezTo>
                    <a:pt x="4402922" y="480955"/>
                    <a:pt x="4443106" y="412643"/>
                    <a:pt x="4465877" y="352368"/>
                  </a:cubicBezTo>
                  <a:cubicBezTo>
                    <a:pt x="4481280" y="312184"/>
                    <a:pt x="4497354" y="201009"/>
                    <a:pt x="4489317" y="192973"/>
                  </a:cubicBezTo>
                  <a:cubicBezTo>
                    <a:pt x="4487978" y="190963"/>
                    <a:pt x="4476592" y="189624"/>
                    <a:pt x="4464537" y="189624"/>
                  </a:cubicBezTo>
                  <a:cubicBezTo>
                    <a:pt x="4444445" y="189624"/>
                    <a:pt x="4441766" y="191633"/>
                    <a:pt x="4439088" y="211725"/>
                  </a:cubicBezTo>
                  <a:cubicBezTo>
                    <a:pt x="4427032" y="294771"/>
                    <a:pt x="4418326" y="332276"/>
                    <a:pt x="4400913" y="373129"/>
                  </a:cubicBezTo>
                  <a:cubicBezTo>
                    <a:pt x="4382161" y="416661"/>
                    <a:pt x="4333271" y="487652"/>
                    <a:pt x="4291078" y="533194"/>
                  </a:cubicBezTo>
                  <a:lnTo>
                    <a:pt x="4273665" y="551276"/>
                  </a:lnTo>
                  <a:lnTo>
                    <a:pt x="4305142" y="551276"/>
                  </a:lnTo>
                  <a:cubicBezTo>
                    <a:pt x="4334610" y="551276"/>
                    <a:pt x="4339298" y="548597"/>
                    <a:pt x="4366757" y="519799"/>
                  </a:cubicBezTo>
                  <a:close/>
                  <a:moveTo>
                    <a:pt x="4883116" y="526497"/>
                  </a:moveTo>
                  <a:cubicBezTo>
                    <a:pt x="4899859" y="462203"/>
                    <a:pt x="4950759" y="221771"/>
                    <a:pt x="4950759" y="206367"/>
                  </a:cubicBezTo>
                  <a:lnTo>
                    <a:pt x="4950759" y="189624"/>
                  </a:lnTo>
                  <a:lnTo>
                    <a:pt x="4752520" y="190963"/>
                  </a:lnTo>
                  <a:lnTo>
                    <a:pt x="4554281" y="192973"/>
                  </a:lnTo>
                  <a:lnTo>
                    <a:pt x="4550932" y="236505"/>
                  </a:lnTo>
                  <a:cubicBezTo>
                    <a:pt x="4549592" y="260615"/>
                    <a:pt x="4543565" y="299459"/>
                    <a:pt x="4538207" y="323569"/>
                  </a:cubicBezTo>
                  <a:cubicBezTo>
                    <a:pt x="4526152" y="376478"/>
                    <a:pt x="4479271" y="476937"/>
                    <a:pt x="4446455" y="519799"/>
                  </a:cubicBezTo>
                  <a:lnTo>
                    <a:pt x="4421675" y="551276"/>
                  </a:lnTo>
                  <a:lnTo>
                    <a:pt x="4649382" y="551276"/>
                  </a:lnTo>
                  <a:lnTo>
                    <a:pt x="4876419" y="551276"/>
                  </a:lnTo>
                  <a:lnTo>
                    <a:pt x="4883116" y="526497"/>
                  </a:lnTo>
                  <a:close/>
                  <a:moveTo>
                    <a:pt x="3644792" y="241193"/>
                  </a:moveTo>
                  <a:cubicBezTo>
                    <a:pt x="3654168" y="239184"/>
                    <a:pt x="3705067" y="231817"/>
                    <a:pt x="3758645" y="223780"/>
                  </a:cubicBezTo>
                  <a:cubicBezTo>
                    <a:pt x="3956884" y="194312"/>
                    <a:pt x="3924737" y="188954"/>
                    <a:pt x="3550360" y="190963"/>
                  </a:cubicBezTo>
                  <a:lnTo>
                    <a:pt x="3232910" y="192973"/>
                  </a:lnTo>
                  <a:lnTo>
                    <a:pt x="3230901" y="211725"/>
                  </a:lnTo>
                  <a:cubicBezTo>
                    <a:pt x="3228892" y="227129"/>
                    <a:pt x="3232240" y="231817"/>
                    <a:pt x="3250993" y="239854"/>
                  </a:cubicBezTo>
                  <a:cubicBezTo>
                    <a:pt x="3269075" y="248560"/>
                    <a:pt x="3303231" y="249899"/>
                    <a:pt x="3450571" y="247221"/>
                  </a:cubicBezTo>
                  <a:cubicBezTo>
                    <a:pt x="3548351" y="245881"/>
                    <a:pt x="3635416" y="243202"/>
                    <a:pt x="3644792" y="241193"/>
                  </a:cubicBezTo>
                  <a:close/>
                  <a:moveTo>
                    <a:pt x="2829735" y="111266"/>
                  </a:moveTo>
                  <a:cubicBezTo>
                    <a:pt x="2839780" y="99211"/>
                    <a:pt x="2843799" y="87156"/>
                    <a:pt x="2841790" y="71082"/>
                  </a:cubicBezTo>
                  <a:cubicBezTo>
                    <a:pt x="2841120" y="59027"/>
                    <a:pt x="2447321" y="59027"/>
                    <a:pt x="2414504" y="70413"/>
                  </a:cubicBezTo>
                  <a:cubicBezTo>
                    <a:pt x="2389054" y="79789"/>
                    <a:pt x="2386376" y="91844"/>
                    <a:pt x="2407807" y="103229"/>
                  </a:cubicBezTo>
                  <a:cubicBezTo>
                    <a:pt x="2436605" y="119303"/>
                    <a:pt x="2464064" y="121312"/>
                    <a:pt x="2640872" y="121982"/>
                  </a:cubicBezTo>
                  <a:cubicBezTo>
                    <a:pt x="2802276" y="122651"/>
                    <a:pt x="2819689" y="121312"/>
                    <a:pt x="2829735" y="111266"/>
                  </a:cubicBezTo>
                  <a:close/>
                  <a:moveTo>
                    <a:pt x="4380152" y="114615"/>
                  </a:moveTo>
                  <a:cubicBezTo>
                    <a:pt x="4384840" y="109927"/>
                    <a:pt x="4388188" y="100550"/>
                    <a:pt x="4388188" y="92514"/>
                  </a:cubicBezTo>
                  <a:cubicBezTo>
                    <a:pt x="4388188" y="84477"/>
                    <a:pt x="4384840" y="75101"/>
                    <a:pt x="4380152" y="70413"/>
                  </a:cubicBezTo>
                  <a:cubicBezTo>
                    <a:pt x="4374124" y="64385"/>
                    <a:pt x="4206023" y="62376"/>
                    <a:pt x="3664214" y="62376"/>
                  </a:cubicBezTo>
                  <a:lnTo>
                    <a:pt x="2956983" y="62376"/>
                  </a:lnTo>
                  <a:lnTo>
                    <a:pt x="2938900" y="79119"/>
                  </a:lnTo>
                  <a:cubicBezTo>
                    <a:pt x="2922157" y="95193"/>
                    <a:pt x="2916799" y="109257"/>
                    <a:pt x="2926175" y="117963"/>
                  </a:cubicBezTo>
                  <a:cubicBezTo>
                    <a:pt x="2928184" y="120642"/>
                    <a:pt x="3255011" y="122651"/>
                    <a:pt x="3651489" y="122651"/>
                  </a:cubicBezTo>
                  <a:cubicBezTo>
                    <a:pt x="4202674" y="122651"/>
                    <a:pt x="4374124" y="120642"/>
                    <a:pt x="4380152" y="11461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7" name="手繪多邊形 16">
              <a:extLst>
                <a:ext uri="{FF2B5EF4-FFF2-40B4-BE49-F238E27FC236}">
                  <a16:creationId xmlns:a16="http://schemas.microsoft.com/office/drawing/2014/main" id="{79895021-B3BF-7EAD-8345-D53F4AA9202F}"/>
                </a:ext>
              </a:extLst>
            </p:cNvPr>
            <p:cNvSpPr/>
            <p:nvPr/>
          </p:nvSpPr>
          <p:spPr>
            <a:xfrm flipV="1">
              <a:off x="3577031" y="2329875"/>
              <a:ext cx="335964" cy="112302"/>
            </a:xfrm>
            <a:custGeom>
              <a:avLst/>
              <a:gdLst>
                <a:gd name="connsiteX0" fmla="*/ 7673 w 335964"/>
                <a:gd name="connsiteY0" fmla="*/ 95804 h 112302"/>
                <a:gd name="connsiteX1" fmla="*/ 29104 w 335964"/>
                <a:gd name="connsiteY1" fmla="*/ 33519 h 112302"/>
                <a:gd name="connsiteX2" fmla="*/ 308380 w 335964"/>
                <a:gd name="connsiteY2" fmla="*/ 35529 h 112302"/>
                <a:gd name="connsiteX3" fmla="*/ 256811 w 335964"/>
                <a:gd name="connsiteY3" fmla="*/ 85088 h 112302"/>
                <a:gd name="connsiteX4" fmla="*/ 167737 w 335964"/>
                <a:gd name="connsiteY4" fmla="*/ 69685 h 112302"/>
                <a:gd name="connsiteX5" fmla="*/ 72636 w 335964"/>
                <a:gd name="connsiteY5" fmla="*/ 88437 h 112302"/>
                <a:gd name="connsiteX6" fmla="*/ 7673 w 335964"/>
                <a:gd name="connsiteY6" fmla="*/ 95804 h 11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964" h="112302">
                  <a:moveTo>
                    <a:pt x="7673" y="95804"/>
                  </a:moveTo>
                  <a:cubicBezTo>
                    <a:pt x="-12419" y="76382"/>
                    <a:pt x="-6391" y="58299"/>
                    <a:pt x="29104" y="33519"/>
                  </a:cubicBezTo>
                  <a:cubicBezTo>
                    <a:pt x="106792" y="-20728"/>
                    <a:pt x="249444" y="-20059"/>
                    <a:pt x="308380" y="35529"/>
                  </a:cubicBezTo>
                  <a:cubicBezTo>
                    <a:pt x="359279" y="83749"/>
                    <a:pt x="322444" y="119244"/>
                    <a:pt x="256811" y="85088"/>
                  </a:cubicBezTo>
                  <a:cubicBezTo>
                    <a:pt x="233371" y="72364"/>
                    <a:pt x="217297" y="69685"/>
                    <a:pt x="167737" y="69685"/>
                  </a:cubicBezTo>
                  <a:cubicBezTo>
                    <a:pt x="114829" y="69685"/>
                    <a:pt x="102774" y="72364"/>
                    <a:pt x="72636" y="88437"/>
                  </a:cubicBezTo>
                  <a:cubicBezTo>
                    <a:pt x="32453" y="109199"/>
                    <a:pt x="21737" y="110538"/>
                    <a:pt x="7673" y="95804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 17">
              <a:extLst>
                <a:ext uri="{FF2B5EF4-FFF2-40B4-BE49-F238E27FC236}">
                  <a16:creationId xmlns:a16="http://schemas.microsoft.com/office/drawing/2014/main" id="{A630A4B7-B588-FB78-7B04-AAF14FEC5973}"/>
                </a:ext>
              </a:extLst>
            </p:cNvPr>
            <p:cNvSpPr/>
            <p:nvPr/>
          </p:nvSpPr>
          <p:spPr>
            <a:xfrm flipV="1">
              <a:off x="4114569" y="2336262"/>
              <a:ext cx="266825" cy="186946"/>
            </a:xfrm>
            <a:custGeom>
              <a:avLst/>
              <a:gdLst>
                <a:gd name="connsiteX0" fmla="*/ 6580 w 266825"/>
                <a:gd name="connsiteY0" fmla="*/ 173558 h 186946"/>
                <a:gd name="connsiteX1" fmla="*/ 40736 w 266825"/>
                <a:gd name="connsiteY1" fmla="*/ 55016 h 186946"/>
                <a:gd name="connsiteX2" fmla="*/ 177360 w 266825"/>
                <a:gd name="connsiteY2" fmla="*/ -6599 h 186946"/>
                <a:gd name="connsiteX3" fmla="*/ 262415 w 266825"/>
                <a:gd name="connsiteY3" fmla="*/ 41622 h 186946"/>
                <a:gd name="connsiteX4" fmla="*/ 203479 w 266825"/>
                <a:gd name="connsiteY4" fmla="*/ 67741 h 186946"/>
                <a:gd name="connsiteX5" fmla="*/ 133828 w 266825"/>
                <a:gd name="connsiteY5" fmla="*/ 75778 h 186946"/>
                <a:gd name="connsiteX6" fmla="*/ 54130 w 266825"/>
                <a:gd name="connsiteY6" fmla="*/ 155475 h 186946"/>
                <a:gd name="connsiteX7" fmla="*/ 6580 w 266825"/>
                <a:gd name="connsiteY7" fmla="*/ 173558 h 18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25" h="186946">
                  <a:moveTo>
                    <a:pt x="6580" y="173558"/>
                  </a:moveTo>
                  <a:cubicBezTo>
                    <a:pt x="-17531" y="159494"/>
                    <a:pt x="-118" y="98549"/>
                    <a:pt x="40736" y="55016"/>
                  </a:cubicBezTo>
                  <a:cubicBezTo>
                    <a:pt x="68194" y="25548"/>
                    <a:pt x="139855" y="-6599"/>
                    <a:pt x="177360" y="-6599"/>
                  </a:cubicBezTo>
                  <a:cubicBezTo>
                    <a:pt x="229599" y="-6599"/>
                    <a:pt x="262415" y="12154"/>
                    <a:pt x="262415" y="41622"/>
                  </a:cubicBezTo>
                  <a:cubicBezTo>
                    <a:pt x="261745" y="63723"/>
                    <a:pt x="250360" y="69081"/>
                    <a:pt x="203479" y="67741"/>
                  </a:cubicBezTo>
                  <a:cubicBezTo>
                    <a:pt x="174681" y="67071"/>
                    <a:pt x="147892" y="70420"/>
                    <a:pt x="133828" y="75778"/>
                  </a:cubicBezTo>
                  <a:cubicBezTo>
                    <a:pt x="105699" y="88503"/>
                    <a:pt x="70873" y="122659"/>
                    <a:pt x="54130" y="155475"/>
                  </a:cubicBezTo>
                  <a:cubicBezTo>
                    <a:pt x="40736" y="181595"/>
                    <a:pt x="28011" y="186283"/>
                    <a:pt x="6580" y="17355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 18">
              <a:extLst>
                <a:ext uri="{FF2B5EF4-FFF2-40B4-BE49-F238E27FC236}">
                  <a16:creationId xmlns:a16="http://schemas.microsoft.com/office/drawing/2014/main" id="{31CFDD83-5B82-003F-A9C3-EF5B0264C556}"/>
                </a:ext>
              </a:extLst>
            </p:cNvPr>
            <p:cNvSpPr/>
            <p:nvPr/>
          </p:nvSpPr>
          <p:spPr>
            <a:xfrm flipV="1">
              <a:off x="3009320" y="2453334"/>
              <a:ext cx="164104" cy="167059"/>
            </a:xfrm>
            <a:custGeom>
              <a:avLst/>
              <a:gdLst>
                <a:gd name="connsiteX0" fmla="*/ 9674 w 164104"/>
                <a:gd name="connsiteY0" fmla="*/ 151038 h 167059"/>
                <a:gd name="connsiteX1" fmla="*/ 21059 w 164104"/>
                <a:gd name="connsiteY1" fmla="*/ 94781 h 167059"/>
                <a:gd name="connsiteX2" fmla="*/ 88032 w 164104"/>
                <a:gd name="connsiteY2" fmla="*/ 32497 h 167059"/>
                <a:gd name="connsiteX3" fmla="*/ 138261 w 164104"/>
                <a:gd name="connsiteY3" fmla="*/ -6348 h 167059"/>
                <a:gd name="connsiteX4" fmla="*/ 160362 w 164104"/>
                <a:gd name="connsiteY4" fmla="*/ 43882 h 167059"/>
                <a:gd name="connsiteX5" fmla="*/ 41151 w 164104"/>
                <a:gd name="connsiteY5" fmla="*/ 157066 h 167059"/>
                <a:gd name="connsiteX6" fmla="*/ 9674 w 164104"/>
                <a:gd name="connsiteY6" fmla="*/ 151038 h 16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4" h="167059">
                  <a:moveTo>
                    <a:pt x="9674" y="151038"/>
                  </a:moveTo>
                  <a:cubicBezTo>
                    <a:pt x="-9748" y="131616"/>
                    <a:pt x="-7069" y="118222"/>
                    <a:pt x="21059" y="94781"/>
                  </a:cubicBezTo>
                  <a:cubicBezTo>
                    <a:pt x="35123" y="83396"/>
                    <a:pt x="65261" y="55267"/>
                    <a:pt x="88032" y="32497"/>
                  </a:cubicBezTo>
                  <a:cubicBezTo>
                    <a:pt x="110802" y="9056"/>
                    <a:pt x="133573" y="-7687"/>
                    <a:pt x="138261" y="-6348"/>
                  </a:cubicBezTo>
                  <a:cubicBezTo>
                    <a:pt x="154335" y="-320"/>
                    <a:pt x="164381" y="24460"/>
                    <a:pt x="160362" y="43882"/>
                  </a:cubicBezTo>
                  <a:cubicBezTo>
                    <a:pt x="152325" y="80047"/>
                    <a:pt x="91380" y="138313"/>
                    <a:pt x="41151" y="157066"/>
                  </a:cubicBezTo>
                  <a:cubicBezTo>
                    <a:pt x="25747" y="163093"/>
                    <a:pt x="20389" y="161754"/>
                    <a:pt x="9674" y="15103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 19">
              <a:extLst>
                <a:ext uri="{FF2B5EF4-FFF2-40B4-BE49-F238E27FC236}">
                  <a16:creationId xmlns:a16="http://schemas.microsoft.com/office/drawing/2014/main" id="{4ADBBB42-0AE3-D34D-32AA-899142FC32D5}"/>
                </a:ext>
              </a:extLst>
            </p:cNvPr>
            <p:cNvSpPr/>
            <p:nvPr/>
          </p:nvSpPr>
          <p:spPr>
            <a:xfrm flipV="1">
              <a:off x="3576893" y="2519860"/>
              <a:ext cx="281713" cy="149995"/>
            </a:xfrm>
            <a:custGeom>
              <a:avLst/>
              <a:gdLst>
                <a:gd name="connsiteX0" fmla="*/ 5838 w 281713"/>
                <a:gd name="connsiteY0" fmla="*/ 134962 h 149995"/>
                <a:gd name="connsiteX1" fmla="*/ 44013 w 281713"/>
                <a:gd name="connsiteY1" fmla="*/ 76026 h 149995"/>
                <a:gd name="connsiteX2" fmla="*/ 112995 w 281713"/>
                <a:gd name="connsiteY2" fmla="*/ 37852 h 149995"/>
                <a:gd name="connsiteX3" fmla="*/ 145811 w 281713"/>
                <a:gd name="connsiteY3" fmla="*/ -5681 h 149995"/>
                <a:gd name="connsiteX4" fmla="*/ 175949 w 281713"/>
                <a:gd name="connsiteY4" fmla="*/ 33163 h 149995"/>
                <a:gd name="connsiteX5" fmla="*/ 190683 w 281713"/>
                <a:gd name="connsiteY5" fmla="*/ 69998 h 149995"/>
                <a:gd name="connsiteX6" fmla="*/ 224839 w 281713"/>
                <a:gd name="connsiteY6" fmla="*/ 73347 h 149995"/>
                <a:gd name="connsiteX7" fmla="*/ 269041 w 281713"/>
                <a:gd name="connsiteY7" fmla="*/ 90090 h 149995"/>
                <a:gd name="connsiteX8" fmla="*/ 270380 w 281713"/>
                <a:gd name="connsiteY8" fmla="*/ 137641 h 149995"/>
                <a:gd name="connsiteX9" fmla="*/ 138444 w 281713"/>
                <a:gd name="connsiteY9" fmla="*/ 143668 h 149995"/>
                <a:gd name="connsiteX10" fmla="*/ 5838 w 281713"/>
                <a:gd name="connsiteY10" fmla="*/ 134962 h 14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1713" h="149995">
                  <a:moveTo>
                    <a:pt x="5838" y="134962"/>
                  </a:moveTo>
                  <a:cubicBezTo>
                    <a:pt x="-16932" y="111521"/>
                    <a:pt x="3159" y="80714"/>
                    <a:pt x="44013" y="76026"/>
                  </a:cubicBezTo>
                  <a:cubicBezTo>
                    <a:pt x="119692" y="67989"/>
                    <a:pt x="116343" y="69329"/>
                    <a:pt x="112995" y="37852"/>
                  </a:cubicBezTo>
                  <a:cubicBezTo>
                    <a:pt x="108976" y="5035"/>
                    <a:pt x="120361" y="-9699"/>
                    <a:pt x="145811" y="-5681"/>
                  </a:cubicBezTo>
                  <a:cubicBezTo>
                    <a:pt x="157196" y="-4341"/>
                    <a:pt x="164563" y="5035"/>
                    <a:pt x="175949" y="33163"/>
                  </a:cubicBezTo>
                  <a:lnTo>
                    <a:pt x="190683" y="69998"/>
                  </a:lnTo>
                  <a:lnTo>
                    <a:pt x="224839" y="73347"/>
                  </a:lnTo>
                  <a:cubicBezTo>
                    <a:pt x="248279" y="76026"/>
                    <a:pt x="263013" y="81384"/>
                    <a:pt x="269041" y="90090"/>
                  </a:cubicBezTo>
                  <a:cubicBezTo>
                    <a:pt x="280426" y="105494"/>
                    <a:pt x="281096" y="130944"/>
                    <a:pt x="270380" y="137641"/>
                  </a:cubicBezTo>
                  <a:cubicBezTo>
                    <a:pt x="265692" y="140989"/>
                    <a:pt x="206086" y="142999"/>
                    <a:pt x="138444" y="143668"/>
                  </a:cubicBezTo>
                  <a:cubicBezTo>
                    <a:pt x="44682" y="143668"/>
                    <a:pt x="12536" y="141659"/>
                    <a:pt x="5838" y="134962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 20">
              <a:extLst>
                <a:ext uri="{FF2B5EF4-FFF2-40B4-BE49-F238E27FC236}">
                  <a16:creationId xmlns:a16="http://schemas.microsoft.com/office/drawing/2014/main" id="{F3FBF49C-44B1-9F07-B378-32F09236144E}"/>
                </a:ext>
              </a:extLst>
            </p:cNvPr>
            <p:cNvSpPr/>
            <p:nvPr/>
          </p:nvSpPr>
          <p:spPr>
            <a:xfrm flipV="1">
              <a:off x="4135438" y="2597926"/>
              <a:ext cx="240284" cy="128561"/>
            </a:xfrm>
            <a:custGeom>
              <a:avLst/>
              <a:gdLst>
                <a:gd name="connsiteX0" fmla="*/ 84150 w 240284"/>
                <a:gd name="connsiteY0" fmla="*/ 118705 h 128561"/>
                <a:gd name="connsiteX1" fmla="*/ 3113 w 240284"/>
                <a:gd name="connsiteY1" fmla="*/ 93255 h 128561"/>
                <a:gd name="connsiteX2" fmla="*/ 3113 w 240284"/>
                <a:gd name="connsiteY2" fmla="*/ 60438 h 128561"/>
                <a:gd name="connsiteX3" fmla="*/ 32581 w 240284"/>
                <a:gd name="connsiteY3" fmla="*/ 44365 h 128561"/>
                <a:gd name="connsiteX4" fmla="*/ 67407 w 240284"/>
                <a:gd name="connsiteY4" fmla="*/ 22934 h 128561"/>
                <a:gd name="connsiteX5" fmla="*/ 106251 w 240284"/>
                <a:gd name="connsiteY5" fmla="*/ -4525 h 128561"/>
                <a:gd name="connsiteX6" fmla="*/ 123664 w 240284"/>
                <a:gd name="connsiteY6" fmla="*/ 23603 h 128561"/>
                <a:gd name="connsiteX7" fmla="*/ 172554 w 240284"/>
                <a:gd name="connsiteY7" fmla="*/ 50393 h 128561"/>
                <a:gd name="connsiteX8" fmla="*/ 228142 w 240284"/>
                <a:gd name="connsiteY8" fmla="*/ 110668 h 128561"/>
                <a:gd name="connsiteX9" fmla="*/ 84150 w 240284"/>
                <a:gd name="connsiteY9" fmla="*/ 118705 h 1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0284" h="128561">
                  <a:moveTo>
                    <a:pt x="84150" y="118705"/>
                  </a:moveTo>
                  <a:cubicBezTo>
                    <a:pt x="27224" y="116026"/>
                    <a:pt x="15169" y="112007"/>
                    <a:pt x="3113" y="93255"/>
                  </a:cubicBezTo>
                  <a:cubicBezTo>
                    <a:pt x="-6932" y="77851"/>
                    <a:pt x="-6932" y="75172"/>
                    <a:pt x="3113" y="60438"/>
                  </a:cubicBezTo>
                  <a:cubicBezTo>
                    <a:pt x="10480" y="49053"/>
                    <a:pt x="19187" y="44365"/>
                    <a:pt x="32581" y="44365"/>
                  </a:cubicBezTo>
                  <a:cubicBezTo>
                    <a:pt x="57361" y="45035"/>
                    <a:pt x="67407" y="39007"/>
                    <a:pt x="67407" y="22934"/>
                  </a:cubicBezTo>
                  <a:cubicBezTo>
                    <a:pt x="67407" y="6191"/>
                    <a:pt x="93527" y="-11892"/>
                    <a:pt x="106251" y="-4525"/>
                  </a:cubicBezTo>
                  <a:cubicBezTo>
                    <a:pt x="111609" y="-1176"/>
                    <a:pt x="119646" y="11548"/>
                    <a:pt x="123664" y="23603"/>
                  </a:cubicBezTo>
                  <a:cubicBezTo>
                    <a:pt x="131031" y="45704"/>
                    <a:pt x="132371" y="46374"/>
                    <a:pt x="172554" y="50393"/>
                  </a:cubicBezTo>
                  <a:cubicBezTo>
                    <a:pt x="230821" y="55750"/>
                    <a:pt x="247564" y="73833"/>
                    <a:pt x="228142" y="110668"/>
                  </a:cubicBezTo>
                  <a:cubicBezTo>
                    <a:pt x="220775" y="124062"/>
                    <a:pt x="202692" y="124732"/>
                    <a:pt x="84150" y="11870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 21">
              <a:extLst>
                <a:ext uri="{FF2B5EF4-FFF2-40B4-BE49-F238E27FC236}">
                  <a16:creationId xmlns:a16="http://schemas.microsoft.com/office/drawing/2014/main" id="{ACEF7522-5DDF-2321-85FF-F2317593A750}"/>
                </a:ext>
              </a:extLst>
            </p:cNvPr>
            <p:cNvSpPr/>
            <p:nvPr/>
          </p:nvSpPr>
          <p:spPr>
            <a:xfrm flipV="1">
              <a:off x="3898916" y="2603857"/>
              <a:ext cx="227302" cy="420935"/>
            </a:xfrm>
            <a:custGeom>
              <a:avLst/>
              <a:gdLst>
                <a:gd name="connsiteX0" fmla="*/ 94631 w 227302"/>
                <a:gd name="connsiteY0" fmla="*/ 401186 h 420935"/>
                <a:gd name="connsiteX1" fmla="*/ 93292 w 227302"/>
                <a:gd name="connsiteY1" fmla="*/ 352965 h 420935"/>
                <a:gd name="connsiteX2" fmla="*/ 129457 w 227302"/>
                <a:gd name="connsiteY2" fmla="*/ 207635 h 420935"/>
                <a:gd name="connsiteX3" fmla="*/ 156916 w 227302"/>
                <a:gd name="connsiteY3" fmla="*/ 81056 h 420935"/>
                <a:gd name="connsiteX4" fmla="*/ 156916 w 227302"/>
                <a:gd name="connsiteY4" fmla="*/ 65653 h 420935"/>
                <a:gd name="connsiteX5" fmla="*/ 93292 w 227302"/>
                <a:gd name="connsiteY5" fmla="*/ 70341 h 420935"/>
                <a:gd name="connsiteX6" fmla="*/ 12924 w 227302"/>
                <a:gd name="connsiteY6" fmla="*/ 64313 h 420935"/>
                <a:gd name="connsiteX7" fmla="*/ 8236 w 227302"/>
                <a:gd name="connsiteY7" fmla="*/ 7387 h 420935"/>
                <a:gd name="connsiteX8" fmla="*/ 104007 w 227302"/>
                <a:gd name="connsiteY8" fmla="*/ -3329 h 420935"/>
                <a:gd name="connsiteX9" fmla="*/ 201787 w 227302"/>
                <a:gd name="connsiteY9" fmla="*/ 6047 h 420935"/>
                <a:gd name="connsiteX10" fmla="*/ 187723 w 227302"/>
                <a:gd name="connsiteY10" fmla="*/ 249828 h 420935"/>
                <a:gd name="connsiteX11" fmla="*/ 134145 w 227302"/>
                <a:gd name="connsiteY11" fmla="*/ 409892 h 420935"/>
                <a:gd name="connsiteX12" fmla="*/ 94631 w 227302"/>
                <a:gd name="connsiteY12" fmla="*/ 401186 h 420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302" h="420935">
                  <a:moveTo>
                    <a:pt x="94631" y="401186"/>
                  </a:moveTo>
                  <a:cubicBezTo>
                    <a:pt x="85925" y="389800"/>
                    <a:pt x="85925" y="382433"/>
                    <a:pt x="93292" y="352965"/>
                  </a:cubicBezTo>
                  <a:cubicBezTo>
                    <a:pt x="97980" y="333543"/>
                    <a:pt x="114053" y="268580"/>
                    <a:pt x="129457" y="207635"/>
                  </a:cubicBezTo>
                  <a:cubicBezTo>
                    <a:pt x="144191" y="146690"/>
                    <a:pt x="156916" y="89763"/>
                    <a:pt x="156916" y="81056"/>
                  </a:cubicBezTo>
                  <a:lnTo>
                    <a:pt x="156916" y="65653"/>
                  </a:lnTo>
                  <a:lnTo>
                    <a:pt x="93292" y="70341"/>
                  </a:lnTo>
                  <a:cubicBezTo>
                    <a:pt x="39713" y="74359"/>
                    <a:pt x="26319" y="73020"/>
                    <a:pt x="12924" y="64313"/>
                  </a:cubicBezTo>
                  <a:cubicBezTo>
                    <a:pt x="-7837" y="50919"/>
                    <a:pt x="-9846" y="17432"/>
                    <a:pt x="8236" y="7387"/>
                  </a:cubicBezTo>
                  <a:cubicBezTo>
                    <a:pt x="14934" y="4038"/>
                    <a:pt x="57796" y="-1320"/>
                    <a:pt x="104007" y="-3329"/>
                  </a:cubicBezTo>
                  <a:cubicBezTo>
                    <a:pt x="183035" y="-8017"/>
                    <a:pt x="187723" y="-7347"/>
                    <a:pt x="201787" y="6047"/>
                  </a:cubicBezTo>
                  <a:cubicBezTo>
                    <a:pt x="233264" y="36185"/>
                    <a:pt x="231255" y="71011"/>
                    <a:pt x="187723" y="249828"/>
                  </a:cubicBezTo>
                  <a:cubicBezTo>
                    <a:pt x="156916" y="374397"/>
                    <a:pt x="148879" y="400516"/>
                    <a:pt x="134145" y="409892"/>
                  </a:cubicBezTo>
                  <a:cubicBezTo>
                    <a:pt x="120750" y="419268"/>
                    <a:pt x="104007" y="415250"/>
                    <a:pt x="94631" y="401186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 22">
              <a:extLst>
                <a:ext uri="{FF2B5EF4-FFF2-40B4-BE49-F238E27FC236}">
                  <a16:creationId xmlns:a16="http://schemas.microsoft.com/office/drawing/2014/main" id="{13A258AE-CE6C-5EE6-B928-34D73530B0CC}"/>
                </a:ext>
              </a:extLst>
            </p:cNvPr>
            <p:cNvSpPr/>
            <p:nvPr/>
          </p:nvSpPr>
          <p:spPr>
            <a:xfrm flipV="1">
              <a:off x="3587273" y="3120921"/>
              <a:ext cx="483743" cy="150266"/>
            </a:xfrm>
            <a:custGeom>
              <a:avLst/>
              <a:gdLst>
                <a:gd name="connsiteX0" fmla="*/ 97108 w 483743"/>
                <a:gd name="connsiteY0" fmla="*/ 136537 h 150266"/>
                <a:gd name="connsiteX1" fmla="*/ -2682 w 483743"/>
                <a:gd name="connsiteY1" fmla="*/ 82959 h 150266"/>
                <a:gd name="connsiteX2" fmla="*/ 16740 w 483743"/>
                <a:gd name="connsiteY2" fmla="*/ 44115 h 150266"/>
                <a:gd name="connsiteX3" fmla="*/ 71658 w 483743"/>
                <a:gd name="connsiteY3" fmla="*/ 57509 h 150266"/>
                <a:gd name="connsiteX4" fmla="*/ 190869 w 483743"/>
                <a:gd name="connsiteY4" fmla="*/ 75592 h 150266"/>
                <a:gd name="connsiteX5" fmla="*/ 398484 w 483743"/>
                <a:gd name="connsiteY5" fmla="*/ 18665 h 150266"/>
                <a:gd name="connsiteX6" fmla="*/ 458760 w 483743"/>
                <a:gd name="connsiteY6" fmla="*/ -4775 h 150266"/>
                <a:gd name="connsiteX7" fmla="*/ 470815 w 483743"/>
                <a:gd name="connsiteY7" fmla="*/ 44115 h 150266"/>
                <a:gd name="connsiteX8" fmla="*/ 330842 w 483743"/>
                <a:gd name="connsiteY8" fmla="*/ 125821 h 150266"/>
                <a:gd name="connsiteX9" fmla="*/ 97108 w 483743"/>
                <a:gd name="connsiteY9" fmla="*/ 136537 h 15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743" h="150266">
                  <a:moveTo>
                    <a:pt x="97108" y="136537"/>
                  </a:moveTo>
                  <a:cubicBezTo>
                    <a:pt x="52236" y="125152"/>
                    <a:pt x="3346" y="99032"/>
                    <a:pt x="-2682" y="82959"/>
                  </a:cubicBezTo>
                  <a:cubicBezTo>
                    <a:pt x="-7370" y="69564"/>
                    <a:pt x="2676" y="49473"/>
                    <a:pt x="16740" y="44115"/>
                  </a:cubicBezTo>
                  <a:cubicBezTo>
                    <a:pt x="22098" y="41436"/>
                    <a:pt x="46878" y="48133"/>
                    <a:pt x="71658" y="57509"/>
                  </a:cubicBezTo>
                  <a:cubicBezTo>
                    <a:pt x="110502" y="72913"/>
                    <a:pt x="127915" y="75592"/>
                    <a:pt x="190869" y="75592"/>
                  </a:cubicBezTo>
                  <a:cubicBezTo>
                    <a:pt x="276594" y="76262"/>
                    <a:pt x="324145" y="62867"/>
                    <a:pt x="398484" y="18665"/>
                  </a:cubicBezTo>
                  <a:cubicBezTo>
                    <a:pt x="429962" y="-757"/>
                    <a:pt x="448044" y="-7454"/>
                    <a:pt x="458760" y="-4775"/>
                  </a:cubicBezTo>
                  <a:cubicBezTo>
                    <a:pt x="480861" y="583"/>
                    <a:pt x="486888" y="23353"/>
                    <a:pt x="470815" y="44115"/>
                  </a:cubicBezTo>
                  <a:cubicBezTo>
                    <a:pt x="453402" y="68225"/>
                    <a:pt x="384420" y="107739"/>
                    <a:pt x="330842" y="125821"/>
                  </a:cubicBezTo>
                  <a:cubicBezTo>
                    <a:pt x="270567" y="145913"/>
                    <a:pt x="156043" y="151271"/>
                    <a:pt x="97108" y="136537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822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8F0F-30E1-BFDA-0EAE-A61EF478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群組 61">
            <a:extLst>
              <a:ext uri="{FF2B5EF4-FFF2-40B4-BE49-F238E27FC236}">
                <a16:creationId xmlns:a16="http://schemas.microsoft.com/office/drawing/2014/main" id="{2B4081FA-E192-BDD6-F886-782A44A9C813}"/>
              </a:ext>
            </a:extLst>
          </p:cNvPr>
          <p:cNvGrpSpPr/>
          <p:nvPr/>
        </p:nvGrpSpPr>
        <p:grpSpPr>
          <a:xfrm>
            <a:off x="1113331" y="2042264"/>
            <a:ext cx="9965337" cy="2773471"/>
            <a:chOff x="1623150" y="2213698"/>
            <a:chExt cx="9965337" cy="2773471"/>
          </a:xfrm>
        </p:grpSpPr>
        <p:pic>
          <p:nvPicPr>
            <p:cNvPr id="45" name="圖形 44">
              <a:extLst>
                <a:ext uri="{FF2B5EF4-FFF2-40B4-BE49-F238E27FC236}">
                  <a16:creationId xmlns:a16="http://schemas.microsoft.com/office/drawing/2014/main" id="{9EB54A5B-C61B-14BE-664F-D3054294E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19800" y="3352800"/>
              <a:ext cx="152400" cy="152400"/>
            </a:xfrm>
            <a:prstGeom prst="rect">
              <a:avLst/>
            </a:prstGeom>
          </p:spPr>
        </p:pic>
        <p:pic>
          <p:nvPicPr>
            <p:cNvPr id="51" name="圖形 50">
              <a:extLst>
                <a:ext uri="{FF2B5EF4-FFF2-40B4-BE49-F238E27FC236}">
                  <a16:creationId xmlns:a16="http://schemas.microsoft.com/office/drawing/2014/main" id="{A956CD30-304B-F64E-FFB7-831BC792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19800" y="3352800"/>
              <a:ext cx="152400" cy="152400"/>
            </a:xfrm>
            <a:prstGeom prst="rect">
              <a:avLst/>
            </a:prstGeom>
          </p:spPr>
        </p:pic>
        <p:pic>
          <p:nvPicPr>
            <p:cNvPr id="53" name="圖形 52">
              <a:extLst>
                <a:ext uri="{FF2B5EF4-FFF2-40B4-BE49-F238E27FC236}">
                  <a16:creationId xmlns:a16="http://schemas.microsoft.com/office/drawing/2014/main" id="{8FAF94FF-B472-533F-A48C-936AC58F1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49214" y="2333163"/>
              <a:ext cx="2039273" cy="2039273"/>
            </a:xfrm>
            <a:prstGeom prst="rect">
              <a:avLst/>
            </a:prstGeom>
          </p:spPr>
        </p:pic>
        <p:pic>
          <p:nvPicPr>
            <p:cNvPr id="55" name="圖形 54">
              <a:extLst>
                <a:ext uri="{FF2B5EF4-FFF2-40B4-BE49-F238E27FC236}">
                  <a16:creationId xmlns:a16="http://schemas.microsoft.com/office/drawing/2014/main" id="{DA65A175-6E9C-690F-8B7F-22F7CAB59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23150" y="2213698"/>
              <a:ext cx="2039272" cy="2039272"/>
            </a:xfrm>
            <a:prstGeom prst="rect">
              <a:avLst/>
            </a:prstGeom>
          </p:spPr>
        </p:pic>
        <p:pic>
          <p:nvPicPr>
            <p:cNvPr id="57" name="圖形 56">
              <a:extLst>
                <a:ext uri="{FF2B5EF4-FFF2-40B4-BE49-F238E27FC236}">
                  <a16:creationId xmlns:a16="http://schemas.microsoft.com/office/drawing/2014/main" id="{B4B2A7F2-B5AC-B18C-4DC0-C1547401D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586182" y="2333163"/>
              <a:ext cx="2039272" cy="2039272"/>
            </a:xfrm>
            <a:prstGeom prst="rect">
              <a:avLst/>
            </a:prstGeom>
          </p:spPr>
        </p:pic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96C1ED38-392F-4031-623D-8CEEA0E5A528}"/>
                </a:ext>
              </a:extLst>
            </p:cNvPr>
            <p:cNvSpPr txBox="1"/>
            <p:nvPr/>
          </p:nvSpPr>
          <p:spPr>
            <a:xfrm>
              <a:off x="2061537" y="4525504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20398A"/>
                  </a:solidFill>
                  <a:latin typeface=""/>
                </a:rPr>
                <a:t>Upload</a:t>
              </a:r>
              <a:endParaRPr kumimoji="1" lang="zh-TW" altLang="en-US" sz="24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7440BC4C-5F00-B99D-6D5A-BF4547C2362B}"/>
                </a:ext>
              </a:extLst>
            </p:cNvPr>
            <p:cNvSpPr txBox="1"/>
            <p:nvPr/>
          </p:nvSpPr>
          <p:spPr>
            <a:xfrm>
              <a:off x="6004258" y="4525504"/>
              <a:ext cx="1212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6B6C9E"/>
                  </a:solidFill>
                  <a:latin typeface=""/>
                </a:rPr>
                <a:t>Auto-fill</a:t>
              </a:r>
              <a:endParaRPr kumimoji="1" lang="zh-TW" altLang="en-US" sz="2400" dirty="0">
                <a:solidFill>
                  <a:srgbClr val="6B6C9E"/>
                </a:solidFill>
                <a:latin typeface=""/>
              </a:endParaRP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DB700D43-474B-E35F-C38A-2001DFCE7308}"/>
                </a:ext>
              </a:extLst>
            </p:cNvPr>
            <p:cNvSpPr txBox="1"/>
            <p:nvPr/>
          </p:nvSpPr>
          <p:spPr>
            <a:xfrm>
              <a:off x="10031685" y="4525504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D6B30E"/>
                  </a:solidFill>
                  <a:latin typeface=""/>
                </a:rPr>
                <a:t>Export</a:t>
              </a:r>
              <a:endParaRPr kumimoji="1" lang="zh-TW" altLang="en-US" sz="2400" dirty="0">
                <a:solidFill>
                  <a:srgbClr val="D6B30E"/>
                </a:solidFill>
                <a:latin typeface="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649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群組 45">
            <a:extLst>
              <a:ext uri="{FF2B5EF4-FFF2-40B4-BE49-F238E27FC236}">
                <a16:creationId xmlns:a16="http://schemas.microsoft.com/office/drawing/2014/main" id="{23E1B24F-6423-0A9D-9E33-29EDCFEAD71A}"/>
              </a:ext>
            </a:extLst>
          </p:cNvPr>
          <p:cNvGrpSpPr/>
          <p:nvPr/>
        </p:nvGrpSpPr>
        <p:grpSpPr>
          <a:xfrm>
            <a:off x="1626754" y="506385"/>
            <a:ext cx="6427782" cy="4789978"/>
            <a:chOff x="1626754" y="506385"/>
            <a:chExt cx="6427782" cy="4789978"/>
          </a:xfrm>
        </p:grpSpPr>
        <p:sp>
          <p:nvSpPr>
            <p:cNvPr id="20" name="手繪多邊形 19">
              <a:extLst>
                <a:ext uri="{FF2B5EF4-FFF2-40B4-BE49-F238E27FC236}">
                  <a16:creationId xmlns:a16="http://schemas.microsoft.com/office/drawing/2014/main" id="{4C3CB8CB-1C58-FCCA-401A-59E19FFA05DA}"/>
                </a:ext>
              </a:extLst>
            </p:cNvPr>
            <p:cNvSpPr/>
            <p:nvPr/>
          </p:nvSpPr>
          <p:spPr>
            <a:xfrm flipV="1">
              <a:off x="1626754" y="506385"/>
              <a:ext cx="6427782" cy="4789978"/>
            </a:xfrm>
            <a:custGeom>
              <a:avLst/>
              <a:gdLst>
                <a:gd name="connsiteX0" fmla="*/ 1873221 w 6427782"/>
                <a:gd name="connsiteY0" fmla="*/ 4782513 h 4789978"/>
                <a:gd name="connsiteX1" fmla="*/ 1737102 w 6427782"/>
                <a:gd name="connsiteY1" fmla="*/ 4742577 h 4789978"/>
                <a:gd name="connsiteX2" fmla="*/ 1545323 w 6427782"/>
                <a:gd name="connsiteY2" fmla="*/ 4598503 h 4789978"/>
                <a:gd name="connsiteX3" fmla="*/ 1529636 w 6427782"/>
                <a:gd name="connsiteY3" fmla="*/ 4566655 h 4789978"/>
                <a:gd name="connsiteX4" fmla="*/ 1493203 w 6427782"/>
                <a:gd name="connsiteY4" fmla="*/ 4576260 h 4789978"/>
                <a:gd name="connsiteX5" fmla="*/ 1324194 w 6427782"/>
                <a:gd name="connsiteY5" fmla="*/ 4573733 h 4789978"/>
                <a:gd name="connsiteX6" fmla="*/ 1208822 w 6427782"/>
                <a:gd name="connsiteY6" fmla="*/ 4501949 h 4789978"/>
                <a:gd name="connsiteX7" fmla="*/ 1142534 w 6427782"/>
                <a:gd name="connsiteY7" fmla="*/ 4389723 h 4789978"/>
                <a:gd name="connsiteX8" fmla="*/ 1154678 w 6427782"/>
                <a:gd name="connsiteY8" fmla="*/ 4357875 h 4789978"/>
                <a:gd name="connsiteX9" fmla="*/ 1180991 w 6427782"/>
                <a:gd name="connsiteY9" fmla="*/ 4342709 h 4789978"/>
                <a:gd name="connsiteX10" fmla="*/ 1224509 w 6427782"/>
                <a:gd name="connsiteY10" fmla="*/ 4365963 h 4789978"/>
                <a:gd name="connsiteX11" fmla="*/ 1256894 w 6427782"/>
                <a:gd name="connsiteY11" fmla="*/ 4385679 h 4789978"/>
                <a:gd name="connsiteX12" fmla="*/ 1202750 w 6427782"/>
                <a:gd name="connsiteY12" fmla="*/ 4330577 h 4789978"/>
                <a:gd name="connsiteX13" fmla="*/ 1010970 w 6427782"/>
                <a:gd name="connsiteY13" fmla="*/ 3987328 h 4789978"/>
                <a:gd name="connsiteX14" fmla="*/ 1011476 w 6427782"/>
                <a:gd name="connsiteY14" fmla="*/ 3788152 h 4789978"/>
                <a:gd name="connsiteX15" fmla="*/ 1109137 w 6427782"/>
                <a:gd name="connsiteY15" fmla="*/ 3551063 h 4789978"/>
                <a:gd name="connsiteX16" fmla="*/ 1234629 w 6427782"/>
                <a:gd name="connsiteY16" fmla="*/ 3298808 h 4789978"/>
                <a:gd name="connsiteX17" fmla="*/ 1193642 w 6427782"/>
                <a:gd name="connsiteY17" fmla="*/ 3174955 h 4789978"/>
                <a:gd name="connsiteX18" fmla="*/ 1162775 w 6427782"/>
                <a:gd name="connsiteY18" fmla="*/ 3146646 h 4789978"/>
                <a:gd name="connsiteX19" fmla="*/ 1236653 w 6427782"/>
                <a:gd name="connsiteY19" fmla="*/ 3042003 h 4789978"/>
                <a:gd name="connsiteX20" fmla="*/ 1365687 w 6427782"/>
                <a:gd name="connsiteY20" fmla="*/ 3008133 h 4789978"/>
                <a:gd name="connsiteX21" fmla="*/ 1402626 w 6427782"/>
                <a:gd name="connsiteY21" fmla="*/ 3008133 h 4789978"/>
                <a:gd name="connsiteX22" fmla="*/ 1386940 w 6427782"/>
                <a:gd name="connsiteY22" fmla="*/ 2957075 h 4789978"/>
                <a:gd name="connsiteX23" fmla="*/ 1371253 w 6427782"/>
                <a:gd name="connsiteY23" fmla="*/ 2906017 h 4789978"/>
                <a:gd name="connsiteX24" fmla="*/ 1353543 w 6427782"/>
                <a:gd name="connsiteY24" fmla="*/ 2909051 h 4789978"/>
                <a:gd name="connsiteX25" fmla="*/ 1234629 w 6427782"/>
                <a:gd name="connsiteY25" fmla="*/ 2912084 h 4789978"/>
                <a:gd name="connsiteX26" fmla="*/ 1058536 w 6427782"/>
                <a:gd name="connsiteY26" fmla="*/ 2751833 h 4789978"/>
                <a:gd name="connsiteX27" fmla="*/ 1029187 w 6427782"/>
                <a:gd name="connsiteY27" fmla="*/ 2677016 h 4789978"/>
                <a:gd name="connsiteX28" fmla="*/ 1012994 w 6427782"/>
                <a:gd name="connsiteY28" fmla="*/ 2661851 h 4789978"/>
                <a:gd name="connsiteX29" fmla="*/ 564158 w 6427782"/>
                <a:gd name="connsiteY29" fmla="*/ 2458125 h 4789978"/>
                <a:gd name="connsiteX30" fmla="*/ 207923 w 6427782"/>
                <a:gd name="connsiteY30" fmla="*/ 1804992 h 4789978"/>
                <a:gd name="connsiteX31" fmla="*/ -4097 w 6427782"/>
                <a:gd name="connsiteY31" fmla="*/ 924374 h 4789978"/>
                <a:gd name="connsiteX32" fmla="*/ 37902 w 6427782"/>
                <a:gd name="connsiteY32" fmla="*/ 765640 h 4789978"/>
                <a:gd name="connsiteX33" fmla="*/ 154286 w 6427782"/>
                <a:gd name="connsiteY33" fmla="*/ 629149 h 4789978"/>
                <a:gd name="connsiteX34" fmla="*/ 199321 w 6427782"/>
                <a:gd name="connsiteY34" fmla="*/ 578091 h 4789978"/>
                <a:gd name="connsiteX35" fmla="*/ 163394 w 6427782"/>
                <a:gd name="connsiteY35" fmla="*/ 446150 h 4789978"/>
                <a:gd name="connsiteX36" fmla="*/ 189707 w 6427782"/>
                <a:gd name="connsiteY36" fmla="*/ 276801 h 4789978"/>
                <a:gd name="connsiteX37" fmla="*/ 209947 w 6427782"/>
                <a:gd name="connsiteY37" fmla="*/ 253041 h 4789978"/>
                <a:gd name="connsiteX38" fmla="*/ 184646 w 6427782"/>
                <a:gd name="connsiteY38" fmla="*/ 162047 h 4789978"/>
                <a:gd name="connsiteX39" fmla="*/ 161370 w 6427782"/>
                <a:gd name="connsiteY39" fmla="*/ 5336 h 4789978"/>
                <a:gd name="connsiteX40" fmla="*/ 205899 w 6427782"/>
                <a:gd name="connsiteY40" fmla="*/ 28084 h 4789978"/>
                <a:gd name="connsiteX41" fmla="*/ 252959 w 6427782"/>
                <a:gd name="connsiteY41" fmla="*/ 196928 h 4789978"/>
                <a:gd name="connsiteX42" fmla="*/ 276741 w 6427782"/>
                <a:gd name="connsiteY42" fmla="*/ 179235 h 4789978"/>
                <a:gd name="connsiteX43" fmla="*/ 753408 w 6427782"/>
                <a:gd name="connsiteY43" fmla="*/ 27579 h 4789978"/>
                <a:gd name="connsiteX44" fmla="*/ 1231593 w 6427782"/>
                <a:gd name="connsiteY44" fmla="*/ 24545 h 4789978"/>
                <a:gd name="connsiteX45" fmla="*/ 1378843 w 6427782"/>
                <a:gd name="connsiteY45" fmla="*/ 41228 h 4789978"/>
                <a:gd name="connsiteX46" fmla="*/ 1536720 w 6427782"/>
                <a:gd name="connsiteY46" fmla="*/ 63471 h 4789978"/>
                <a:gd name="connsiteX47" fmla="*/ 1859052 w 6427782"/>
                <a:gd name="connsiteY47" fmla="*/ 143848 h 4789978"/>
                <a:gd name="connsiteX48" fmla="*/ 1901052 w 6427782"/>
                <a:gd name="connsiteY48" fmla="*/ 158003 h 4789978"/>
                <a:gd name="connsiteX49" fmla="*/ 1937485 w 6427782"/>
                <a:gd name="connsiteY49" fmla="*/ 46788 h 4789978"/>
                <a:gd name="connsiteX50" fmla="*/ 1951147 w 6427782"/>
                <a:gd name="connsiteY50" fmla="*/ 1291 h 4789978"/>
                <a:gd name="connsiteX51" fmla="*/ 1989098 w 6427782"/>
                <a:gd name="connsiteY51" fmla="*/ -731 h 4789978"/>
                <a:gd name="connsiteX52" fmla="*/ 1970376 w 6427782"/>
                <a:gd name="connsiteY52" fmla="*/ 147893 h 4789978"/>
                <a:gd name="connsiteX53" fmla="*/ 1955195 w 6427782"/>
                <a:gd name="connsiteY53" fmla="*/ 198445 h 4789978"/>
                <a:gd name="connsiteX54" fmla="*/ 1977460 w 6427782"/>
                <a:gd name="connsiteY54" fmla="*/ 228271 h 4789978"/>
                <a:gd name="connsiteX55" fmla="*/ 2002255 w 6427782"/>
                <a:gd name="connsiteY55" fmla="*/ 456261 h 4789978"/>
                <a:gd name="connsiteX56" fmla="*/ 1989604 w 6427782"/>
                <a:gd name="connsiteY56" fmla="*/ 495186 h 4789978"/>
                <a:gd name="connsiteX57" fmla="*/ 2008327 w 6427782"/>
                <a:gd name="connsiteY57" fmla="*/ 549782 h 4789978"/>
                <a:gd name="connsiteX58" fmla="*/ 2031098 w 6427782"/>
                <a:gd name="connsiteY58" fmla="*/ 608423 h 4789978"/>
                <a:gd name="connsiteX59" fmla="*/ 2069049 w 6427782"/>
                <a:gd name="connsiteY59" fmla="*/ 552815 h 4789978"/>
                <a:gd name="connsiteX60" fmla="*/ 2248178 w 6427782"/>
                <a:gd name="connsiteY60" fmla="*/ 287417 h 4789978"/>
                <a:gd name="connsiteX61" fmla="*/ 2521933 w 6427782"/>
                <a:gd name="connsiteY61" fmla="*/ 113012 h 4789978"/>
                <a:gd name="connsiteX62" fmla="*/ 2795687 w 6427782"/>
                <a:gd name="connsiteY62" fmla="*/ 100879 h 4789978"/>
                <a:gd name="connsiteX63" fmla="*/ 3260210 w 6427782"/>
                <a:gd name="connsiteY63" fmla="*/ 229787 h 4789978"/>
                <a:gd name="connsiteX64" fmla="*/ 3295631 w 6427782"/>
                <a:gd name="connsiteY64" fmla="*/ 235853 h 4789978"/>
                <a:gd name="connsiteX65" fmla="*/ 3379629 w 6427782"/>
                <a:gd name="connsiteY65" fmla="*/ 222710 h 4789978"/>
                <a:gd name="connsiteX66" fmla="*/ 3665022 w 6427782"/>
                <a:gd name="connsiteY66" fmla="*/ 349596 h 4789978"/>
                <a:gd name="connsiteX67" fmla="*/ 3683239 w 6427782"/>
                <a:gd name="connsiteY67" fmla="*/ 395093 h 4789978"/>
                <a:gd name="connsiteX68" fmla="*/ 3692853 w 6427782"/>
                <a:gd name="connsiteY68" fmla="*/ 419358 h 4789978"/>
                <a:gd name="connsiteX69" fmla="*/ 3799622 w 6427782"/>
                <a:gd name="connsiteY69" fmla="*/ 456766 h 4789978"/>
                <a:gd name="connsiteX70" fmla="*/ 3971668 w 6427782"/>
                <a:gd name="connsiteY70" fmla="*/ 472943 h 4789978"/>
                <a:gd name="connsiteX71" fmla="*/ 4088051 w 6427782"/>
                <a:gd name="connsiteY71" fmla="*/ 473448 h 4789978"/>
                <a:gd name="connsiteX72" fmla="*/ 4133593 w 6427782"/>
                <a:gd name="connsiteY72" fmla="*/ 489120 h 4789978"/>
                <a:gd name="connsiteX73" fmla="*/ 4208483 w 6427782"/>
                <a:gd name="connsiteY73" fmla="*/ 515407 h 4789978"/>
                <a:gd name="connsiteX74" fmla="*/ 4615826 w 6427782"/>
                <a:gd name="connsiteY74" fmla="*/ 525517 h 4789978"/>
                <a:gd name="connsiteX75" fmla="*/ 5024180 w 6427782"/>
                <a:gd name="connsiteY75" fmla="*/ 535628 h 4789978"/>
                <a:gd name="connsiteX76" fmla="*/ 5446197 w 6427782"/>
                <a:gd name="connsiteY76" fmla="*/ 861183 h 4789978"/>
                <a:gd name="connsiteX77" fmla="*/ 5759927 w 6427782"/>
                <a:gd name="connsiteY77" fmla="*/ 1121527 h 4789978"/>
                <a:gd name="connsiteX78" fmla="*/ 5920334 w 6427782"/>
                <a:gd name="connsiteY78" fmla="*/ 1253973 h 4789978"/>
                <a:gd name="connsiteX79" fmla="*/ 5993200 w 6427782"/>
                <a:gd name="connsiteY79" fmla="*/ 1363166 h 4789978"/>
                <a:gd name="connsiteX80" fmla="*/ 6008887 w 6427782"/>
                <a:gd name="connsiteY80" fmla="*/ 1443544 h 4789978"/>
                <a:gd name="connsiteX81" fmla="*/ 6045826 w 6427782"/>
                <a:gd name="connsiteY81" fmla="*/ 1607838 h 4789978"/>
                <a:gd name="connsiteX82" fmla="*/ 6083777 w 6427782"/>
                <a:gd name="connsiteY82" fmla="*/ 1808025 h 4789978"/>
                <a:gd name="connsiteX83" fmla="*/ 6170812 w 6427782"/>
                <a:gd name="connsiteY83" fmla="*/ 2272599 h 4789978"/>
                <a:gd name="connsiteX84" fmla="*/ 6193582 w 6427782"/>
                <a:gd name="connsiteY84" fmla="*/ 2393924 h 4789978"/>
                <a:gd name="connsiteX85" fmla="*/ 6215847 w 6427782"/>
                <a:gd name="connsiteY85" fmla="*/ 2512722 h 4789978"/>
                <a:gd name="connsiteX86" fmla="*/ 6233051 w 6427782"/>
                <a:gd name="connsiteY86" fmla="*/ 2606243 h 4789978"/>
                <a:gd name="connsiteX87" fmla="*/ 6273533 w 6427782"/>
                <a:gd name="connsiteY87" fmla="*/ 2826145 h 4789978"/>
                <a:gd name="connsiteX88" fmla="*/ 6332231 w 6427782"/>
                <a:gd name="connsiteY88" fmla="*/ 3142096 h 4789978"/>
                <a:gd name="connsiteX89" fmla="*/ 6412687 w 6427782"/>
                <a:gd name="connsiteY89" fmla="*/ 3710302 h 4789978"/>
                <a:gd name="connsiteX90" fmla="*/ 6336279 w 6427782"/>
                <a:gd name="connsiteY90" fmla="*/ 3794219 h 4789978"/>
                <a:gd name="connsiteX91" fmla="*/ 6309460 w 6427782"/>
                <a:gd name="connsiteY91" fmla="*/ 3809384 h 4789978"/>
                <a:gd name="connsiteX92" fmla="*/ 4885026 w 6427782"/>
                <a:gd name="connsiteY92" fmla="*/ 3809384 h 4789978"/>
                <a:gd name="connsiteX93" fmla="*/ 3460592 w 6427782"/>
                <a:gd name="connsiteY93" fmla="*/ 3809384 h 4789978"/>
                <a:gd name="connsiteX94" fmla="*/ 3434279 w 6427782"/>
                <a:gd name="connsiteY94" fmla="*/ 3797252 h 4789978"/>
                <a:gd name="connsiteX95" fmla="*/ 3356859 w 6427782"/>
                <a:gd name="connsiteY95" fmla="*/ 3719401 h 4789978"/>
                <a:gd name="connsiteX96" fmla="*/ 3311317 w 6427782"/>
                <a:gd name="connsiteY96" fmla="*/ 3501016 h 4789978"/>
                <a:gd name="connsiteX97" fmla="*/ 3258186 w 6427782"/>
                <a:gd name="connsiteY97" fmla="*/ 3212869 h 4789978"/>
                <a:gd name="connsiteX98" fmla="*/ 3223270 w 6427782"/>
                <a:gd name="connsiteY98" fmla="*/ 3023298 h 4789978"/>
                <a:gd name="connsiteX99" fmla="*/ 3121561 w 6427782"/>
                <a:gd name="connsiteY99" fmla="*/ 2477335 h 4789978"/>
                <a:gd name="connsiteX100" fmla="*/ 3072984 w 6427782"/>
                <a:gd name="connsiteY100" fmla="*/ 2219519 h 4789978"/>
                <a:gd name="connsiteX101" fmla="*/ 3043129 w 6427782"/>
                <a:gd name="connsiteY101" fmla="*/ 2060280 h 4789978"/>
                <a:gd name="connsiteX102" fmla="*/ 2953564 w 6427782"/>
                <a:gd name="connsiteY102" fmla="*/ 1564869 h 4789978"/>
                <a:gd name="connsiteX103" fmla="*/ 2958624 w 6427782"/>
                <a:gd name="connsiteY103" fmla="*/ 1511284 h 4789978"/>
                <a:gd name="connsiteX104" fmla="*/ 2966214 w 6427782"/>
                <a:gd name="connsiteY104" fmla="*/ 1492580 h 4789978"/>
                <a:gd name="connsiteX105" fmla="*/ 2936360 w 6427782"/>
                <a:gd name="connsiteY105" fmla="*/ 1487019 h 4789978"/>
                <a:gd name="connsiteX106" fmla="*/ 2762796 w 6427782"/>
                <a:gd name="connsiteY106" fmla="*/ 1418773 h 4789978"/>
                <a:gd name="connsiteX107" fmla="*/ 2699038 w 6427782"/>
                <a:gd name="connsiteY107" fmla="*/ 1390464 h 4789978"/>
                <a:gd name="connsiteX108" fmla="*/ 2679304 w 6427782"/>
                <a:gd name="connsiteY108" fmla="*/ 1459721 h 4789978"/>
                <a:gd name="connsiteX109" fmla="*/ 2499162 w 6427782"/>
                <a:gd name="connsiteY109" fmla="*/ 2066346 h 4789978"/>
                <a:gd name="connsiteX110" fmla="*/ 2203649 w 6427782"/>
                <a:gd name="connsiteY110" fmla="*/ 2378759 h 4789978"/>
                <a:gd name="connsiteX111" fmla="*/ 2142927 w 6427782"/>
                <a:gd name="connsiteY111" fmla="*/ 2408584 h 4789978"/>
                <a:gd name="connsiteX112" fmla="*/ 2131795 w 6427782"/>
                <a:gd name="connsiteY112" fmla="*/ 2438916 h 4789978"/>
                <a:gd name="connsiteX113" fmla="*/ 2049314 w 6427782"/>
                <a:gd name="connsiteY113" fmla="*/ 2566813 h 4789978"/>
                <a:gd name="connsiteX114" fmla="*/ 2030592 w 6427782"/>
                <a:gd name="connsiteY114" fmla="*/ 2595627 h 4789978"/>
                <a:gd name="connsiteX115" fmla="*/ 2063483 w 6427782"/>
                <a:gd name="connsiteY115" fmla="*/ 2655279 h 4789978"/>
                <a:gd name="connsiteX116" fmla="*/ 2105988 w 6427782"/>
                <a:gd name="connsiteY116" fmla="*/ 2729085 h 4789978"/>
                <a:gd name="connsiteX117" fmla="*/ 2120156 w 6427782"/>
                <a:gd name="connsiteY117" fmla="*/ 2745767 h 4789978"/>
                <a:gd name="connsiteX118" fmla="*/ 2155071 w 6427782"/>
                <a:gd name="connsiteY118" fmla="*/ 2725041 h 4789978"/>
                <a:gd name="connsiteX119" fmla="*/ 2405043 w 6427782"/>
                <a:gd name="connsiteY119" fmla="*/ 2649213 h 4789978"/>
                <a:gd name="connsiteX120" fmla="*/ 2670701 w 6427782"/>
                <a:gd name="connsiteY120" fmla="*/ 2862543 h 4789978"/>
                <a:gd name="connsiteX121" fmla="*/ 2742050 w 6427782"/>
                <a:gd name="connsiteY121" fmla="*/ 3089016 h 4789978"/>
                <a:gd name="connsiteX122" fmla="*/ 2801759 w 6427782"/>
                <a:gd name="connsiteY122" fmla="*/ 3161306 h 4789978"/>
                <a:gd name="connsiteX123" fmla="*/ 2925227 w 6427782"/>
                <a:gd name="connsiteY123" fmla="*/ 3244717 h 4789978"/>
                <a:gd name="connsiteX124" fmla="*/ 2863999 w 6427782"/>
                <a:gd name="connsiteY124" fmla="*/ 3371603 h 4789978"/>
                <a:gd name="connsiteX125" fmla="*/ 2788097 w 6427782"/>
                <a:gd name="connsiteY125" fmla="*/ 3503038 h 4789978"/>
                <a:gd name="connsiteX126" fmla="*/ 2800241 w 6427782"/>
                <a:gd name="connsiteY126" fmla="*/ 3661772 h 4789978"/>
                <a:gd name="connsiteX127" fmla="*/ 2816940 w 6427782"/>
                <a:gd name="connsiteY127" fmla="*/ 3968623 h 4789978"/>
                <a:gd name="connsiteX128" fmla="*/ 2814410 w 6427782"/>
                <a:gd name="connsiteY128" fmla="*/ 3986317 h 4789978"/>
                <a:gd name="connsiteX129" fmla="*/ 2845783 w 6427782"/>
                <a:gd name="connsiteY129" fmla="*/ 3992383 h 4789978"/>
                <a:gd name="connsiteX130" fmla="*/ 3084116 w 6427782"/>
                <a:gd name="connsiteY130" fmla="*/ 4283563 h 4789978"/>
                <a:gd name="connsiteX131" fmla="*/ 3068430 w 6427782"/>
                <a:gd name="connsiteY131" fmla="*/ 4430165 h 4789978"/>
                <a:gd name="connsiteX132" fmla="*/ 2989997 w 6427782"/>
                <a:gd name="connsiteY132" fmla="*/ 4520147 h 4789978"/>
                <a:gd name="connsiteX133" fmla="*/ 2880698 w 6427782"/>
                <a:gd name="connsiteY133" fmla="*/ 4519642 h 4789978"/>
                <a:gd name="connsiteX134" fmla="*/ 2852867 w 6427782"/>
                <a:gd name="connsiteY134" fmla="*/ 4511048 h 4789978"/>
                <a:gd name="connsiteX135" fmla="*/ 2855903 w 6427782"/>
                <a:gd name="connsiteY135" fmla="*/ 4530258 h 4789978"/>
                <a:gd name="connsiteX136" fmla="*/ 2853879 w 6427782"/>
                <a:gd name="connsiteY136" fmla="*/ 4647539 h 4789978"/>
                <a:gd name="connsiteX137" fmla="*/ 2796699 w 6427782"/>
                <a:gd name="connsiteY137" fmla="*/ 4727411 h 4789978"/>
                <a:gd name="connsiteX138" fmla="*/ 2735977 w 6427782"/>
                <a:gd name="connsiteY138" fmla="*/ 4742071 h 4789978"/>
                <a:gd name="connsiteX139" fmla="*/ 2634268 w 6427782"/>
                <a:gd name="connsiteY139" fmla="*/ 4714268 h 4789978"/>
                <a:gd name="connsiteX140" fmla="*/ 2542679 w 6427782"/>
                <a:gd name="connsiteY140" fmla="*/ 4681409 h 4789978"/>
                <a:gd name="connsiteX141" fmla="*/ 2198083 w 6427782"/>
                <a:gd name="connsiteY141" fmla="*/ 4739544 h 4789978"/>
                <a:gd name="connsiteX142" fmla="*/ 1972906 w 6427782"/>
                <a:gd name="connsiteY142" fmla="*/ 4785041 h 4789978"/>
                <a:gd name="connsiteX143" fmla="*/ 1873221 w 6427782"/>
                <a:gd name="connsiteY143" fmla="*/ 4782513 h 4789978"/>
                <a:gd name="connsiteX144" fmla="*/ 2407067 w 6427782"/>
                <a:gd name="connsiteY144" fmla="*/ 4089443 h 4789978"/>
                <a:gd name="connsiteX145" fmla="*/ 2547234 w 6427782"/>
                <a:gd name="connsiteY145" fmla="*/ 4041418 h 4789978"/>
                <a:gd name="connsiteX146" fmla="*/ 2737495 w 6427782"/>
                <a:gd name="connsiteY146" fmla="*/ 4103092 h 4789978"/>
                <a:gd name="connsiteX147" fmla="*/ 2771904 w 6427782"/>
                <a:gd name="connsiteY147" fmla="*/ 4125335 h 4789978"/>
                <a:gd name="connsiteX148" fmla="*/ 2758748 w 6427782"/>
                <a:gd name="connsiteY148" fmla="*/ 4100564 h 4789978"/>
                <a:gd name="connsiteX149" fmla="*/ 2743568 w 6427782"/>
                <a:gd name="connsiteY149" fmla="*/ 4075288 h 4789978"/>
                <a:gd name="connsiteX150" fmla="*/ 2759760 w 6427782"/>
                <a:gd name="connsiteY150" fmla="*/ 4020692 h 4789978"/>
                <a:gd name="connsiteX151" fmla="*/ 2754700 w 6427782"/>
                <a:gd name="connsiteY151" fmla="*/ 3674915 h 4789978"/>
                <a:gd name="connsiteX152" fmla="*/ 2827060 w 6427782"/>
                <a:gd name="connsiteY152" fmla="*/ 3338238 h 4789978"/>
                <a:gd name="connsiteX153" fmla="*/ 2871084 w 6427782"/>
                <a:gd name="connsiteY153" fmla="*/ 3271004 h 4789978"/>
                <a:gd name="connsiteX154" fmla="*/ 2866023 w 6427782"/>
                <a:gd name="connsiteY154" fmla="*/ 3243200 h 4789978"/>
                <a:gd name="connsiteX155" fmla="*/ 2760266 w 6427782"/>
                <a:gd name="connsiteY155" fmla="*/ 3203264 h 4789978"/>
                <a:gd name="connsiteX156" fmla="*/ 2720797 w 6427782"/>
                <a:gd name="connsiteY156" fmla="*/ 3188604 h 4789978"/>
                <a:gd name="connsiteX157" fmla="*/ 2699038 w 6427782"/>
                <a:gd name="connsiteY157" fmla="*/ 3108732 h 4789978"/>
                <a:gd name="connsiteX158" fmla="*/ 2635786 w 6427782"/>
                <a:gd name="connsiteY158" fmla="*/ 3015716 h 4789978"/>
                <a:gd name="connsiteX159" fmla="*/ 2458681 w 6427782"/>
                <a:gd name="connsiteY159" fmla="*/ 3081433 h 4789978"/>
                <a:gd name="connsiteX160" fmla="*/ 2409597 w 6427782"/>
                <a:gd name="connsiteY160" fmla="*/ 3095588 h 4789978"/>
                <a:gd name="connsiteX161" fmla="*/ 2429838 w 6427782"/>
                <a:gd name="connsiteY161" fmla="*/ 3037959 h 4789978"/>
                <a:gd name="connsiteX162" fmla="*/ 2611498 w 6427782"/>
                <a:gd name="connsiteY162" fmla="*/ 2967691 h 4789978"/>
                <a:gd name="connsiteX163" fmla="*/ 2653497 w 6427782"/>
                <a:gd name="connsiteY163" fmla="*/ 2962130 h 4789978"/>
                <a:gd name="connsiteX164" fmla="*/ 2592269 w 6427782"/>
                <a:gd name="connsiteY164" fmla="*/ 2828673 h 4789978"/>
                <a:gd name="connsiteX165" fmla="*/ 2385309 w 6427782"/>
                <a:gd name="connsiteY165" fmla="*/ 2706336 h 4789978"/>
                <a:gd name="connsiteX166" fmla="*/ 2207697 w 6427782"/>
                <a:gd name="connsiteY166" fmla="*/ 2760933 h 4789978"/>
                <a:gd name="connsiteX167" fmla="*/ 2010857 w 6427782"/>
                <a:gd name="connsiteY167" fmla="*/ 2894896 h 4789978"/>
                <a:gd name="connsiteX168" fmla="*/ 1945581 w 6427782"/>
                <a:gd name="connsiteY168" fmla="*/ 2911578 h 4789978"/>
                <a:gd name="connsiteX169" fmla="*/ 1963797 w 6427782"/>
                <a:gd name="connsiteY169" fmla="*/ 2853443 h 4789978"/>
                <a:gd name="connsiteX170" fmla="*/ 2006303 w 6427782"/>
                <a:gd name="connsiteY170" fmla="*/ 2756889 h 4789978"/>
                <a:gd name="connsiteX171" fmla="*/ 2022495 w 6427782"/>
                <a:gd name="connsiteY171" fmla="*/ 2705325 h 4789978"/>
                <a:gd name="connsiteX172" fmla="*/ 2008327 w 6427782"/>
                <a:gd name="connsiteY172" fmla="*/ 2670950 h 4789978"/>
                <a:gd name="connsiteX173" fmla="*/ 1989098 w 6427782"/>
                <a:gd name="connsiteY173" fmla="*/ 2633541 h 4789978"/>
                <a:gd name="connsiteX174" fmla="*/ 1955701 w 6427782"/>
                <a:gd name="connsiteY174" fmla="*/ 2651740 h 4789978"/>
                <a:gd name="connsiteX175" fmla="*/ 1482577 w 6427782"/>
                <a:gd name="connsiteY175" fmla="*/ 2879225 h 4789978"/>
                <a:gd name="connsiteX176" fmla="*/ 1435517 w 6427782"/>
                <a:gd name="connsiteY176" fmla="*/ 2893885 h 4789978"/>
                <a:gd name="connsiteX177" fmla="*/ 1484095 w 6427782"/>
                <a:gd name="connsiteY177" fmla="*/ 3010155 h 4789978"/>
                <a:gd name="connsiteX178" fmla="*/ 1506865 w 6427782"/>
                <a:gd name="connsiteY178" fmla="*/ 3005605 h 4789978"/>
                <a:gd name="connsiteX179" fmla="*/ 1613129 w 6427782"/>
                <a:gd name="connsiteY179" fmla="*/ 3008638 h 4789978"/>
                <a:gd name="connsiteX180" fmla="*/ 1720910 w 6427782"/>
                <a:gd name="connsiteY180" fmla="*/ 3107720 h 4789978"/>
                <a:gd name="connsiteX181" fmla="*/ 1750259 w 6427782"/>
                <a:gd name="connsiteY181" fmla="*/ 3177482 h 4789978"/>
                <a:gd name="connsiteX182" fmla="*/ 1765945 w 6427782"/>
                <a:gd name="connsiteY182" fmla="*/ 3225001 h 4789978"/>
                <a:gd name="connsiteX183" fmla="*/ 1782138 w 6427782"/>
                <a:gd name="connsiteY183" fmla="*/ 3218935 h 4789978"/>
                <a:gd name="connsiteX184" fmla="*/ 1933943 w 6427782"/>
                <a:gd name="connsiteY184" fmla="*/ 3189615 h 4789978"/>
                <a:gd name="connsiteX185" fmla="*/ 1973412 w 6427782"/>
                <a:gd name="connsiteY185" fmla="*/ 3258871 h 4789978"/>
                <a:gd name="connsiteX186" fmla="*/ 1939003 w 6427782"/>
                <a:gd name="connsiteY186" fmla="*/ 3253311 h 4789978"/>
                <a:gd name="connsiteX187" fmla="*/ 1790740 w 6427782"/>
                <a:gd name="connsiteY187" fmla="*/ 3285158 h 4789978"/>
                <a:gd name="connsiteX188" fmla="*/ 1727488 w 6427782"/>
                <a:gd name="connsiteY188" fmla="*/ 3387779 h 4789978"/>
                <a:gd name="connsiteX189" fmla="*/ 1698645 w 6427782"/>
                <a:gd name="connsiteY189" fmla="*/ 3554096 h 4789978"/>
                <a:gd name="connsiteX190" fmla="*/ 1813005 w 6427782"/>
                <a:gd name="connsiteY190" fmla="*/ 3740128 h 4789978"/>
                <a:gd name="connsiteX191" fmla="*/ 1905100 w 6427782"/>
                <a:gd name="connsiteY191" fmla="*/ 3741139 h 4789978"/>
                <a:gd name="connsiteX192" fmla="*/ 1988086 w 6427782"/>
                <a:gd name="connsiteY192" fmla="*/ 3657222 h 4789978"/>
                <a:gd name="connsiteX193" fmla="*/ 2023507 w 6427782"/>
                <a:gd name="connsiteY193" fmla="*/ 3582911 h 4789978"/>
                <a:gd name="connsiteX194" fmla="*/ 2071073 w 6427782"/>
                <a:gd name="connsiteY194" fmla="*/ 3517193 h 4789978"/>
                <a:gd name="connsiteX195" fmla="*/ 2121674 w 6427782"/>
                <a:gd name="connsiteY195" fmla="*/ 3488378 h 4789978"/>
                <a:gd name="connsiteX196" fmla="*/ 2164686 w 6427782"/>
                <a:gd name="connsiteY196" fmla="*/ 3544996 h 4789978"/>
                <a:gd name="connsiteX197" fmla="*/ 2248684 w 6427782"/>
                <a:gd name="connsiteY197" fmla="*/ 3769953 h 4789978"/>
                <a:gd name="connsiteX198" fmla="*/ 2310924 w 6427782"/>
                <a:gd name="connsiteY198" fmla="*/ 3911499 h 4789978"/>
                <a:gd name="connsiteX199" fmla="*/ 2332177 w 6427782"/>
                <a:gd name="connsiteY199" fmla="*/ 4105114 h 4789978"/>
                <a:gd name="connsiteX200" fmla="*/ 2328635 w 6427782"/>
                <a:gd name="connsiteY200" fmla="*/ 4163249 h 4789978"/>
                <a:gd name="connsiteX201" fmla="*/ 2350393 w 6427782"/>
                <a:gd name="connsiteY201" fmla="*/ 4138984 h 4789978"/>
                <a:gd name="connsiteX202" fmla="*/ 2407067 w 6427782"/>
                <a:gd name="connsiteY202" fmla="*/ 4089443 h 4789978"/>
                <a:gd name="connsiteX203" fmla="*/ 6310472 w 6427782"/>
                <a:gd name="connsiteY203" fmla="*/ 3746194 h 4789978"/>
                <a:gd name="connsiteX204" fmla="*/ 6370688 w 6427782"/>
                <a:gd name="connsiteY204" fmla="*/ 3667333 h 4789978"/>
                <a:gd name="connsiteX205" fmla="*/ 6266449 w 6427782"/>
                <a:gd name="connsiteY205" fmla="*/ 3053630 h 4789978"/>
                <a:gd name="connsiteX206" fmla="*/ 6107054 w 6427782"/>
                <a:gd name="connsiteY206" fmla="*/ 2199299 h 4789978"/>
                <a:gd name="connsiteX207" fmla="*/ 6040766 w 6427782"/>
                <a:gd name="connsiteY207" fmla="*/ 1847961 h 4789978"/>
                <a:gd name="connsiteX208" fmla="*/ 5990164 w 6427782"/>
                <a:gd name="connsiteY208" fmla="*/ 1585090 h 4789978"/>
                <a:gd name="connsiteX209" fmla="*/ 5964863 w 6427782"/>
                <a:gd name="connsiteY209" fmla="*/ 1506734 h 4789978"/>
                <a:gd name="connsiteX210" fmla="*/ 5952213 w 6427782"/>
                <a:gd name="connsiteY210" fmla="*/ 1494096 h 4789978"/>
                <a:gd name="connsiteX211" fmla="*/ 5622291 w 6427782"/>
                <a:gd name="connsiteY211" fmla="*/ 1494096 h 4789978"/>
                <a:gd name="connsiteX212" fmla="*/ 5292368 w 6427782"/>
                <a:gd name="connsiteY212" fmla="*/ 1494096 h 4789978"/>
                <a:gd name="connsiteX213" fmla="*/ 5263526 w 6427782"/>
                <a:gd name="connsiteY213" fmla="*/ 1524427 h 4789978"/>
                <a:gd name="connsiteX214" fmla="*/ 5235189 w 6427782"/>
                <a:gd name="connsiteY214" fmla="*/ 1554759 h 4789978"/>
                <a:gd name="connsiteX215" fmla="*/ 5539304 w 6427782"/>
                <a:gd name="connsiteY215" fmla="*/ 1557286 h 4789978"/>
                <a:gd name="connsiteX216" fmla="*/ 5864672 w 6427782"/>
                <a:gd name="connsiteY216" fmla="*/ 1570935 h 4789978"/>
                <a:gd name="connsiteX217" fmla="*/ 5921852 w 6427782"/>
                <a:gd name="connsiteY217" fmla="*/ 1636653 h 4789978"/>
                <a:gd name="connsiteX218" fmla="*/ 5947153 w 6427782"/>
                <a:gd name="connsiteY218" fmla="*/ 1764550 h 4789978"/>
                <a:gd name="connsiteX219" fmla="*/ 5988140 w 6427782"/>
                <a:gd name="connsiteY219" fmla="*/ 1984452 h 4789978"/>
                <a:gd name="connsiteX220" fmla="*/ 6026091 w 6427782"/>
                <a:gd name="connsiteY220" fmla="*/ 2189188 h 4789978"/>
                <a:gd name="connsiteX221" fmla="*/ 6061512 w 6427782"/>
                <a:gd name="connsiteY221" fmla="*/ 2378759 h 4789978"/>
                <a:gd name="connsiteX222" fmla="*/ 6112620 w 6427782"/>
                <a:gd name="connsiteY222" fmla="*/ 2651740 h 4789978"/>
                <a:gd name="connsiteX223" fmla="*/ 6165245 w 6427782"/>
                <a:gd name="connsiteY223" fmla="*/ 2934832 h 4789978"/>
                <a:gd name="connsiteX224" fmla="*/ 6210787 w 6427782"/>
                <a:gd name="connsiteY224" fmla="*/ 3185065 h 4789978"/>
                <a:gd name="connsiteX225" fmla="*/ 6259364 w 6427782"/>
                <a:gd name="connsiteY225" fmla="*/ 3449453 h 4789978"/>
                <a:gd name="connsiteX226" fmla="*/ 6281629 w 6427782"/>
                <a:gd name="connsiteY226" fmla="*/ 3594032 h 4789978"/>
                <a:gd name="connsiteX227" fmla="*/ 6233558 w 6427782"/>
                <a:gd name="connsiteY227" fmla="*/ 3665311 h 4789978"/>
                <a:gd name="connsiteX228" fmla="*/ 4861749 w 6427782"/>
                <a:gd name="connsiteY228" fmla="*/ 3669355 h 4789978"/>
                <a:gd name="connsiteX229" fmla="*/ 3494495 w 6427782"/>
                <a:gd name="connsiteY229" fmla="*/ 3656717 h 4789978"/>
                <a:gd name="connsiteX230" fmla="*/ 3450471 w 6427782"/>
                <a:gd name="connsiteY230" fmla="*/ 3568250 h 4789978"/>
                <a:gd name="connsiteX231" fmla="*/ 3404930 w 6427782"/>
                <a:gd name="connsiteY231" fmla="*/ 3321556 h 4789978"/>
                <a:gd name="connsiteX232" fmla="*/ 3344208 w 6427782"/>
                <a:gd name="connsiteY232" fmla="*/ 2995495 h 4789978"/>
                <a:gd name="connsiteX233" fmla="*/ 3290571 w 6427782"/>
                <a:gd name="connsiteY233" fmla="*/ 2707348 h 4789978"/>
                <a:gd name="connsiteX234" fmla="*/ 3234909 w 6427782"/>
                <a:gd name="connsiteY234" fmla="*/ 2411618 h 4789978"/>
                <a:gd name="connsiteX235" fmla="*/ 3149392 w 6427782"/>
                <a:gd name="connsiteY235" fmla="*/ 1959176 h 4789978"/>
                <a:gd name="connsiteX236" fmla="*/ 3099297 w 6427782"/>
                <a:gd name="connsiteY236" fmla="*/ 1609355 h 4789978"/>
                <a:gd name="connsiteX237" fmla="*/ 3139272 w 6427782"/>
                <a:gd name="connsiteY237" fmla="*/ 1566386 h 4789978"/>
                <a:gd name="connsiteX238" fmla="*/ 4162435 w 6427782"/>
                <a:gd name="connsiteY238" fmla="*/ 1557286 h 4789978"/>
                <a:gd name="connsiteX239" fmla="*/ 4889580 w 6427782"/>
                <a:gd name="connsiteY239" fmla="*/ 1557286 h 4789978"/>
                <a:gd name="connsiteX240" fmla="*/ 4895146 w 6427782"/>
                <a:gd name="connsiteY240" fmla="*/ 1536054 h 4789978"/>
                <a:gd name="connsiteX241" fmla="*/ 4903242 w 6427782"/>
                <a:gd name="connsiteY241" fmla="*/ 1505723 h 4789978"/>
                <a:gd name="connsiteX242" fmla="*/ 3973186 w 6427782"/>
                <a:gd name="connsiteY242" fmla="*/ 1496624 h 4789978"/>
                <a:gd name="connsiteX243" fmla="*/ 3009732 w 6427782"/>
                <a:gd name="connsiteY243" fmla="*/ 1527966 h 4789978"/>
                <a:gd name="connsiteX244" fmla="*/ 3025418 w 6427782"/>
                <a:gd name="connsiteY244" fmla="*/ 1693777 h 4789978"/>
                <a:gd name="connsiteX245" fmla="*/ 3113971 w 6427782"/>
                <a:gd name="connsiteY245" fmla="*/ 2166440 h 4789978"/>
                <a:gd name="connsiteX246" fmla="*/ 3157488 w 6427782"/>
                <a:gd name="connsiteY246" fmla="*/ 2398979 h 4789978"/>
                <a:gd name="connsiteX247" fmla="*/ 3227825 w 6427782"/>
                <a:gd name="connsiteY247" fmla="*/ 2775593 h 4789978"/>
                <a:gd name="connsiteX248" fmla="*/ 3373051 w 6427782"/>
                <a:gd name="connsiteY248" fmla="*/ 3561679 h 4789978"/>
                <a:gd name="connsiteX249" fmla="*/ 3399870 w 6427782"/>
                <a:gd name="connsiteY249" fmla="*/ 3688059 h 4789978"/>
                <a:gd name="connsiteX250" fmla="*/ 3480832 w 6427782"/>
                <a:gd name="connsiteY250" fmla="*/ 3756810 h 4789978"/>
                <a:gd name="connsiteX251" fmla="*/ 4888062 w 6427782"/>
                <a:gd name="connsiteY251" fmla="*/ 3760854 h 4789978"/>
                <a:gd name="connsiteX252" fmla="*/ 6280111 w 6427782"/>
                <a:gd name="connsiteY252" fmla="*/ 3761360 h 4789978"/>
                <a:gd name="connsiteX253" fmla="*/ 6310472 w 6427782"/>
                <a:gd name="connsiteY253" fmla="*/ 3746194 h 4789978"/>
                <a:gd name="connsiteX254" fmla="*/ 6222931 w 6427782"/>
                <a:gd name="connsiteY254" fmla="*/ 3607681 h 4789978"/>
                <a:gd name="connsiteX255" fmla="*/ 6235076 w 6427782"/>
                <a:gd name="connsiteY255" fmla="*/ 3596054 h 4789978"/>
                <a:gd name="connsiteX256" fmla="*/ 6222931 w 6427782"/>
                <a:gd name="connsiteY256" fmla="*/ 3525787 h 4789978"/>
                <a:gd name="connsiteX257" fmla="*/ 6117174 w 6427782"/>
                <a:gd name="connsiteY257" fmla="*/ 2955053 h 4789978"/>
                <a:gd name="connsiteX258" fmla="*/ 6061512 w 6427782"/>
                <a:gd name="connsiteY258" fmla="*/ 2654268 h 4789978"/>
                <a:gd name="connsiteX259" fmla="*/ 5967393 w 6427782"/>
                <a:gd name="connsiteY259" fmla="*/ 2146219 h 4789978"/>
                <a:gd name="connsiteX260" fmla="*/ 5940068 w 6427782"/>
                <a:gd name="connsiteY260" fmla="*/ 1999618 h 4789978"/>
                <a:gd name="connsiteX261" fmla="*/ 5899587 w 6427782"/>
                <a:gd name="connsiteY261" fmla="*/ 1782243 h 4789978"/>
                <a:gd name="connsiteX262" fmla="*/ 5869226 w 6427782"/>
                <a:gd name="connsiteY262" fmla="*/ 1640697 h 4789978"/>
                <a:gd name="connsiteX263" fmla="*/ 5543858 w 6427782"/>
                <a:gd name="connsiteY263" fmla="*/ 1609355 h 4789978"/>
                <a:gd name="connsiteX264" fmla="*/ 5252393 w 6427782"/>
                <a:gd name="connsiteY264" fmla="*/ 1613399 h 4789978"/>
                <a:gd name="connsiteX265" fmla="*/ 5264032 w 6427782"/>
                <a:gd name="connsiteY265" fmla="*/ 1617949 h 4789978"/>
                <a:gd name="connsiteX266" fmla="*/ 5320199 w 6427782"/>
                <a:gd name="connsiteY266" fmla="*/ 1668501 h 4789978"/>
                <a:gd name="connsiteX267" fmla="*/ 5264538 w 6427782"/>
                <a:gd name="connsiteY267" fmla="*/ 1713998 h 4789978"/>
                <a:gd name="connsiteX268" fmla="*/ 5233165 w 6427782"/>
                <a:gd name="connsiteY268" fmla="*/ 1732702 h 4789978"/>
                <a:gd name="connsiteX269" fmla="*/ 5253911 w 6427782"/>
                <a:gd name="connsiteY269" fmla="*/ 1759495 h 4789978"/>
                <a:gd name="connsiteX270" fmla="*/ 5329814 w 6427782"/>
                <a:gd name="connsiteY270" fmla="*/ 1845939 h 4789978"/>
                <a:gd name="connsiteX271" fmla="*/ 5361187 w 6427782"/>
                <a:gd name="connsiteY271" fmla="*/ 1971814 h 4789978"/>
                <a:gd name="connsiteX272" fmla="*/ 5373837 w 6427782"/>
                <a:gd name="connsiteY272" fmla="*/ 2180594 h 4789978"/>
                <a:gd name="connsiteX273" fmla="*/ 5308055 w 6427782"/>
                <a:gd name="connsiteY273" fmla="*/ 2253389 h 4789978"/>
                <a:gd name="connsiteX274" fmla="*/ 4594573 w 6427782"/>
                <a:gd name="connsiteY274" fmla="*/ 2280687 h 4789978"/>
                <a:gd name="connsiteX275" fmla="*/ 3911452 w 6427782"/>
                <a:gd name="connsiteY275" fmla="*/ 2269566 h 4789978"/>
                <a:gd name="connsiteX276" fmla="*/ 3799116 w 6427782"/>
                <a:gd name="connsiteY276" fmla="*/ 2173011 h 4789978"/>
                <a:gd name="connsiteX277" fmla="*/ 3738394 w 6427782"/>
                <a:gd name="connsiteY277" fmla="*/ 1854027 h 4789978"/>
                <a:gd name="connsiteX278" fmla="*/ 3783430 w 6427782"/>
                <a:gd name="connsiteY278" fmla="*/ 1766572 h 4789978"/>
                <a:gd name="connsiteX279" fmla="*/ 3824417 w 6427782"/>
                <a:gd name="connsiteY279" fmla="*/ 1740285 h 4789978"/>
                <a:gd name="connsiteX280" fmla="*/ 3850224 w 6427782"/>
                <a:gd name="connsiteY280" fmla="*/ 1726636 h 4789978"/>
                <a:gd name="connsiteX281" fmla="*/ 4352191 w 6427782"/>
                <a:gd name="connsiteY281" fmla="*/ 1725119 h 4789978"/>
                <a:gd name="connsiteX282" fmla="*/ 4854159 w 6427782"/>
                <a:gd name="connsiteY282" fmla="*/ 1723603 h 4789978"/>
                <a:gd name="connsiteX283" fmla="*/ 4859219 w 6427782"/>
                <a:gd name="connsiteY283" fmla="*/ 1704899 h 4789978"/>
                <a:gd name="connsiteX284" fmla="*/ 4872375 w 6427782"/>
                <a:gd name="connsiteY284" fmla="*/ 1613905 h 4789978"/>
                <a:gd name="connsiteX285" fmla="*/ 4020751 w 6427782"/>
                <a:gd name="connsiteY285" fmla="*/ 1611883 h 4789978"/>
                <a:gd name="connsiteX286" fmla="*/ 3146356 w 6427782"/>
                <a:gd name="connsiteY286" fmla="*/ 1640697 h 4789978"/>
                <a:gd name="connsiteX287" fmla="*/ 3169127 w 6427782"/>
                <a:gd name="connsiteY287" fmla="*/ 1791343 h 4789978"/>
                <a:gd name="connsiteX288" fmla="*/ 3382159 w 6427782"/>
                <a:gd name="connsiteY288" fmla="*/ 2931294 h 4789978"/>
                <a:gd name="connsiteX289" fmla="*/ 3425171 w 6427782"/>
                <a:gd name="connsiteY289" fmla="*/ 3158778 h 4789978"/>
                <a:gd name="connsiteX290" fmla="*/ 3478302 w 6427782"/>
                <a:gd name="connsiteY290" fmla="*/ 3445409 h 4789978"/>
                <a:gd name="connsiteX291" fmla="*/ 3511699 w 6427782"/>
                <a:gd name="connsiteY291" fmla="*/ 3598582 h 4789978"/>
                <a:gd name="connsiteX292" fmla="*/ 3530422 w 6427782"/>
                <a:gd name="connsiteY292" fmla="*/ 3614758 h 4789978"/>
                <a:gd name="connsiteX293" fmla="*/ 4876424 w 6427782"/>
                <a:gd name="connsiteY293" fmla="*/ 3619308 h 4789978"/>
                <a:gd name="connsiteX294" fmla="*/ 6211293 w 6427782"/>
                <a:gd name="connsiteY294" fmla="*/ 3619814 h 4789978"/>
                <a:gd name="connsiteX295" fmla="*/ 6222931 w 6427782"/>
                <a:gd name="connsiteY295" fmla="*/ 3607681 h 4789978"/>
                <a:gd name="connsiteX296" fmla="*/ 1303447 w 6427782"/>
                <a:gd name="connsiteY296" fmla="*/ 2691676 h 4789978"/>
                <a:gd name="connsiteX297" fmla="*/ 1715850 w 6427782"/>
                <a:gd name="connsiteY297" fmla="*/ 2587539 h 4789978"/>
                <a:gd name="connsiteX298" fmla="*/ 1950135 w 6427782"/>
                <a:gd name="connsiteY298" fmla="*/ 2474302 h 4789978"/>
                <a:gd name="connsiteX299" fmla="*/ 1915726 w 6427782"/>
                <a:gd name="connsiteY299" fmla="*/ 2479357 h 4789978"/>
                <a:gd name="connsiteX300" fmla="*/ 1818571 w 6427782"/>
                <a:gd name="connsiteY300" fmla="*/ 2514238 h 4789978"/>
                <a:gd name="connsiteX301" fmla="*/ 1674357 w 6427782"/>
                <a:gd name="connsiteY301" fmla="*/ 2562768 h 4789978"/>
                <a:gd name="connsiteX302" fmla="*/ 1193642 w 6427782"/>
                <a:gd name="connsiteY302" fmla="*/ 2666906 h 4789978"/>
                <a:gd name="connsiteX303" fmla="*/ 1114197 w 6427782"/>
                <a:gd name="connsiteY303" fmla="*/ 2678533 h 4789978"/>
                <a:gd name="connsiteX304" fmla="*/ 1140510 w 6427782"/>
                <a:gd name="connsiteY304" fmla="*/ 2701281 h 4789978"/>
                <a:gd name="connsiteX305" fmla="*/ 1303447 w 6427782"/>
                <a:gd name="connsiteY305" fmla="*/ 2691676 h 4789978"/>
                <a:gd name="connsiteX306" fmla="*/ 2258299 w 6427782"/>
                <a:gd name="connsiteY306" fmla="*/ 2264511 h 4789978"/>
                <a:gd name="connsiteX307" fmla="*/ 2269937 w 6427782"/>
                <a:gd name="connsiteY307" fmla="*/ 2247829 h 4789978"/>
                <a:gd name="connsiteX308" fmla="*/ 2225408 w 6427782"/>
                <a:gd name="connsiteY308" fmla="*/ 2240246 h 4789978"/>
                <a:gd name="connsiteX309" fmla="*/ 2018447 w 6427782"/>
                <a:gd name="connsiteY309" fmla="*/ 2126503 h 4789978"/>
                <a:gd name="connsiteX310" fmla="*/ 1777584 w 6427782"/>
                <a:gd name="connsiteY310" fmla="*/ 1595706 h 4789978"/>
                <a:gd name="connsiteX311" fmla="*/ 1751271 w 6427782"/>
                <a:gd name="connsiteY311" fmla="*/ 1532010 h 4789978"/>
                <a:gd name="connsiteX312" fmla="*/ 1764933 w 6427782"/>
                <a:gd name="connsiteY312" fmla="*/ 1671029 h 4789978"/>
                <a:gd name="connsiteX313" fmla="*/ 1882329 w 6427782"/>
                <a:gd name="connsiteY313" fmla="*/ 1992035 h 4789978"/>
                <a:gd name="connsiteX314" fmla="*/ 2075627 w 6427782"/>
                <a:gd name="connsiteY314" fmla="*/ 2223058 h 4789978"/>
                <a:gd name="connsiteX315" fmla="*/ 2258299 w 6427782"/>
                <a:gd name="connsiteY315" fmla="*/ 2264511 h 4789978"/>
                <a:gd name="connsiteX316" fmla="*/ 5250875 w 6427782"/>
                <a:gd name="connsiteY316" fmla="*/ 2227608 h 4789978"/>
                <a:gd name="connsiteX317" fmla="*/ 5335886 w 6427782"/>
                <a:gd name="connsiteY317" fmla="*/ 2118921 h 4789978"/>
                <a:gd name="connsiteX318" fmla="*/ 5284778 w 6427782"/>
                <a:gd name="connsiteY318" fmla="*/ 1866665 h 4789978"/>
                <a:gd name="connsiteX319" fmla="*/ 5255429 w 6427782"/>
                <a:gd name="connsiteY319" fmla="*/ 1823696 h 4789978"/>
                <a:gd name="connsiteX320" fmla="*/ 5176491 w 6427782"/>
                <a:gd name="connsiteY320" fmla="*/ 1774661 h 4789978"/>
                <a:gd name="connsiteX321" fmla="*/ 5040879 w 6427782"/>
                <a:gd name="connsiteY321" fmla="*/ 1838356 h 4789978"/>
                <a:gd name="connsiteX322" fmla="*/ 4893122 w 6427782"/>
                <a:gd name="connsiteY322" fmla="*/ 1899524 h 4789978"/>
                <a:gd name="connsiteX323" fmla="*/ 4855677 w 6427782"/>
                <a:gd name="connsiteY323" fmla="*/ 1878798 h 4789978"/>
                <a:gd name="connsiteX324" fmla="*/ 4841003 w 6427782"/>
                <a:gd name="connsiteY324" fmla="*/ 1799937 h 4789978"/>
                <a:gd name="connsiteX325" fmla="*/ 4845051 w 6427782"/>
                <a:gd name="connsiteY325" fmla="*/ 1772133 h 4789978"/>
                <a:gd name="connsiteX326" fmla="*/ 4358264 w 6427782"/>
                <a:gd name="connsiteY326" fmla="*/ 1773649 h 4789978"/>
                <a:gd name="connsiteX327" fmla="*/ 3871476 w 6427782"/>
                <a:gd name="connsiteY327" fmla="*/ 1775166 h 4789978"/>
                <a:gd name="connsiteX328" fmla="*/ 3843646 w 6427782"/>
                <a:gd name="connsiteY328" fmla="*/ 1788310 h 4789978"/>
                <a:gd name="connsiteX329" fmla="*/ 3801646 w 6427782"/>
                <a:gd name="connsiteY329" fmla="*/ 1824202 h 4789978"/>
                <a:gd name="connsiteX330" fmla="*/ 3799622 w 6427782"/>
                <a:gd name="connsiteY330" fmla="*/ 1967264 h 4789978"/>
                <a:gd name="connsiteX331" fmla="*/ 3822899 w 6427782"/>
                <a:gd name="connsiteY331" fmla="*/ 2088084 h 4789978"/>
                <a:gd name="connsiteX332" fmla="*/ 3924608 w 6427782"/>
                <a:gd name="connsiteY332" fmla="*/ 2225080 h 4789978"/>
                <a:gd name="connsiteX333" fmla="*/ 4589513 w 6427782"/>
                <a:gd name="connsiteY333" fmla="*/ 2234685 h 4789978"/>
                <a:gd name="connsiteX334" fmla="*/ 5250875 w 6427782"/>
                <a:gd name="connsiteY334" fmla="*/ 2227608 h 4789978"/>
                <a:gd name="connsiteX335" fmla="*/ 646133 w 6427782"/>
                <a:gd name="connsiteY335" fmla="*/ 2166440 h 4789978"/>
                <a:gd name="connsiteX336" fmla="*/ 619314 w 6427782"/>
                <a:gd name="connsiteY336" fmla="*/ 2159868 h 4789978"/>
                <a:gd name="connsiteX337" fmla="*/ 594013 w 6427782"/>
                <a:gd name="connsiteY337" fmla="*/ 2166440 h 4789978"/>
                <a:gd name="connsiteX338" fmla="*/ 620832 w 6427782"/>
                <a:gd name="connsiteY338" fmla="*/ 2173011 h 4789978"/>
                <a:gd name="connsiteX339" fmla="*/ 646133 w 6427782"/>
                <a:gd name="connsiteY339" fmla="*/ 2166440 h 4789978"/>
                <a:gd name="connsiteX340" fmla="*/ 760492 w 6427782"/>
                <a:gd name="connsiteY340" fmla="*/ 2156329 h 4789978"/>
                <a:gd name="connsiteX341" fmla="*/ 757962 w 6427782"/>
                <a:gd name="connsiteY341" fmla="*/ 2148746 h 4789978"/>
                <a:gd name="connsiteX342" fmla="*/ 728613 w 6427782"/>
                <a:gd name="connsiteY342" fmla="*/ 2148241 h 4789978"/>
                <a:gd name="connsiteX343" fmla="*/ 704831 w 6427782"/>
                <a:gd name="connsiteY343" fmla="*/ 2163407 h 4789978"/>
                <a:gd name="connsiteX344" fmla="*/ 760492 w 6427782"/>
                <a:gd name="connsiteY344" fmla="*/ 2156329 h 4789978"/>
                <a:gd name="connsiteX345" fmla="*/ 523171 w 6427782"/>
                <a:gd name="connsiteY345" fmla="*/ 2161890 h 4789978"/>
                <a:gd name="connsiteX346" fmla="*/ 508496 w 6427782"/>
                <a:gd name="connsiteY346" fmla="*/ 2124987 h 4789978"/>
                <a:gd name="connsiteX347" fmla="*/ 336451 w 6427782"/>
                <a:gd name="connsiteY347" fmla="*/ 1395519 h 4789978"/>
                <a:gd name="connsiteX348" fmla="*/ 318741 w 6427782"/>
                <a:gd name="connsiteY348" fmla="*/ 1276722 h 4789978"/>
                <a:gd name="connsiteX349" fmla="*/ 262067 w 6427782"/>
                <a:gd name="connsiteY349" fmla="*/ 743397 h 4789978"/>
                <a:gd name="connsiteX350" fmla="*/ 253971 w 6427782"/>
                <a:gd name="connsiteY350" fmla="*/ 635721 h 4789978"/>
                <a:gd name="connsiteX351" fmla="*/ 245368 w 6427782"/>
                <a:gd name="connsiteY351" fmla="*/ 619544 h 4789978"/>
                <a:gd name="connsiteX352" fmla="*/ 237778 w 6427782"/>
                <a:gd name="connsiteY352" fmla="*/ 739858 h 4789978"/>
                <a:gd name="connsiteX353" fmla="*/ 341511 w 6427782"/>
                <a:gd name="connsiteY353" fmla="*/ 1605311 h 4789978"/>
                <a:gd name="connsiteX354" fmla="*/ 455871 w 6427782"/>
                <a:gd name="connsiteY354" fmla="*/ 2040059 h 4789978"/>
                <a:gd name="connsiteX355" fmla="*/ 506978 w 6427782"/>
                <a:gd name="connsiteY355" fmla="*/ 2155318 h 4789978"/>
                <a:gd name="connsiteX356" fmla="*/ 523171 w 6427782"/>
                <a:gd name="connsiteY356" fmla="*/ 2161890 h 4789978"/>
                <a:gd name="connsiteX357" fmla="*/ 440184 w 6427782"/>
                <a:gd name="connsiteY357" fmla="*/ 2145208 h 4789978"/>
                <a:gd name="connsiteX358" fmla="*/ 435124 w 6427782"/>
                <a:gd name="connsiteY358" fmla="*/ 2154307 h 4789978"/>
                <a:gd name="connsiteX359" fmla="*/ 441196 w 6427782"/>
                <a:gd name="connsiteY359" fmla="*/ 2154307 h 4789978"/>
                <a:gd name="connsiteX360" fmla="*/ 440184 w 6427782"/>
                <a:gd name="connsiteY360" fmla="*/ 2145208 h 4789978"/>
                <a:gd name="connsiteX361" fmla="*/ 879912 w 6427782"/>
                <a:gd name="connsiteY361" fmla="*/ 2140658 h 4789978"/>
                <a:gd name="connsiteX362" fmla="*/ 874346 w 6427782"/>
                <a:gd name="connsiteY362" fmla="*/ 2123470 h 4789978"/>
                <a:gd name="connsiteX363" fmla="*/ 821720 w 6427782"/>
                <a:gd name="connsiteY363" fmla="*/ 2142680 h 4789978"/>
                <a:gd name="connsiteX364" fmla="*/ 847021 w 6427782"/>
                <a:gd name="connsiteY364" fmla="*/ 2146724 h 4789978"/>
                <a:gd name="connsiteX365" fmla="*/ 879912 w 6427782"/>
                <a:gd name="connsiteY365" fmla="*/ 2140658 h 4789978"/>
                <a:gd name="connsiteX366" fmla="*/ 998320 w 6427782"/>
                <a:gd name="connsiteY366" fmla="*/ 2118415 h 4789978"/>
                <a:gd name="connsiteX367" fmla="*/ 984151 w 6427782"/>
                <a:gd name="connsiteY367" fmla="*/ 2105777 h 4789978"/>
                <a:gd name="connsiteX368" fmla="*/ 933044 w 6427782"/>
                <a:gd name="connsiteY368" fmla="*/ 2124481 h 4789978"/>
                <a:gd name="connsiteX369" fmla="*/ 998320 w 6427782"/>
                <a:gd name="connsiteY369" fmla="*/ 2118415 h 4789978"/>
                <a:gd name="connsiteX370" fmla="*/ 1120269 w 6427782"/>
                <a:gd name="connsiteY370" fmla="*/ 2095161 h 4789978"/>
                <a:gd name="connsiteX371" fmla="*/ 1135450 w 6427782"/>
                <a:gd name="connsiteY371" fmla="*/ 2080501 h 4789978"/>
                <a:gd name="connsiteX372" fmla="*/ 1118751 w 6427782"/>
                <a:gd name="connsiteY372" fmla="*/ 2076457 h 4789978"/>
                <a:gd name="connsiteX373" fmla="*/ 1069668 w 6427782"/>
                <a:gd name="connsiteY373" fmla="*/ 2095667 h 4789978"/>
                <a:gd name="connsiteX374" fmla="*/ 1120269 w 6427782"/>
                <a:gd name="connsiteY374" fmla="*/ 2095161 h 4789978"/>
                <a:gd name="connsiteX375" fmla="*/ 1266508 w 6427782"/>
                <a:gd name="connsiteY375" fmla="*/ 2060786 h 4789978"/>
                <a:gd name="connsiteX376" fmla="*/ 1243231 w 6427782"/>
                <a:gd name="connsiteY376" fmla="*/ 2047137 h 4789978"/>
                <a:gd name="connsiteX377" fmla="*/ 1213376 w 6427782"/>
                <a:gd name="connsiteY377" fmla="*/ 2067357 h 4789978"/>
                <a:gd name="connsiteX378" fmla="*/ 1266508 w 6427782"/>
                <a:gd name="connsiteY378" fmla="*/ 2060786 h 4789978"/>
                <a:gd name="connsiteX379" fmla="*/ 1383904 w 6427782"/>
                <a:gd name="connsiteY379" fmla="*/ 2032476 h 4789978"/>
                <a:gd name="connsiteX380" fmla="*/ 1411734 w 6427782"/>
                <a:gd name="connsiteY380" fmla="*/ 2016300 h 4789978"/>
                <a:gd name="connsiteX381" fmla="*/ 1421349 w 6427782"/>
                <a:gd name="connsiteY381" fmla="*/ 2005684 h 4789978"/>
                <a:gd name="connsiteX382" fmla="*/ 1401108 w 6427782"/>
                <a:gd name="connsiteY382" fmla="*/ 2008211 h 4789978"/>
                <a:gd name="connsiteX383" fmla="*/ 1345446 w 6427782"/>
                <a:gd name="connsiteY383" fmla="*/ 2032476 h 4789978"/>
                <a:gd name="connsiteX384" fmla="*/ 1383904 w 6427782"/>
                <a:gd name="connsiteY384" fmla="*/ 2032476 h 4789978"/>
                <a:gd name="connsiteX385" fmla="*/ 1520022 w 6427782"/>
                <a:gd name="connsiteY385" fmla="*/ 1996079 h 4789978"/>
                <a:gd name="connsiteX386" fmla="*/ 1545323 w 6427782"/>
                <a:gd name="connsiteY386" fmla="*/ 1974341 h 4789978"/>
                <a:gd name="connsiteX387" fmla="*/ 1513950 w 6427782"/>
                <a:gd name="connsiteY387" fmla="*/ 1977375 h 4789978"/>
                <a:gd name="connsiteX388" fmla="*/ 1472456 w 6427782"/>
                <a:gd name="connsiteY388" fmla="*/ 2002651 h 4789978"/>
                <a:gd name="connsiteX389" fmla="*/ 1520022 w 6427782"/>
                <a:gd name="connsiteY389" fmla="*/ 1996079 h 4789978"/>
                <a:gd name="connsiteX390" fmla="*/ 1647538 w 6427782"/>
                <a:gd name="connsiteY390" fmla="*/ 1946032 h 4789978"/>
                <a:gd name="connsiteX391" fmla="*/ 1636405 w 6427782"/>
                <a:gd name="connsiteY391" fmla="*/ 1931372 h 4789978"/>
                <a:gd name="connsiteX392" fmla="*/ 1603514 w 6427782"/>
                <a:gd name="connsiteY392" fmla="*/ 1956648 h 4789978"/>
                <a:gd name="connsiteX393" fmla="*/ 1647538 w 6427782"/>
                <a:gd name="connsiteY393" fmla="*/ 1946032 h 4789978"/>
                <a:gd name="connsiteX394" fmla="*/ 1753295 w 6427782"/>
                <a:gd name="connsiteY394" fmla="*/ 1897502 h 4789978"/>
                <a:gd name="connsiteX395" fmla="*/ 1778090 w 6427782"/>
                <a:gd name="connsiteY395" fmla="*/ 1880314 h 4789978"/>
                <a:gd name="connsiteX396" fmla="*/ 1723946 w 6427782"/>
                <a:gd name="connsiteY396" fmla="*/ 1894469 h 4789978"/>
                <a:gd name="connsiteX397" fmla="*/ 1753295 w 6427782"/>
                <a:gd name="connsiteY397" fmla="*/ 1897502 h 4789978"/>
                <a:gd name="connsiteX398" fmla="*/ 5106155 w 6427782"/>
                <a:gd name="connsiteY398" fmla="*/ 1744329 h 4789978"/>
                <a:gd name="connsiteX399" fmla="*/ 5234683 w 6427782"/>
                <a:gd name="connsiteY399" fmla="*/ 1673051 h 4789978"/>
                <a:gd name="connsiteX400" fmla="*/ 5203310 w 6427782"/>
                <a:gd name="connsiteY400" fmla="*/ 1642719 h 4789978"/>
                <a:gd name="connsiteX401" fmla="*/ 5143600 w 6427782"/>
                <a:gd name="connsiteY401" fmla="*/ 1586607 h 4789978"/>
                <a:gd name="connsiteX402" fmla="*/ 5256441 w 6427782"/>
                <a:gd name="connsiteY402" fmla="*/ 1447083 h 4789978"/>
                <a:gd name="connsiteX403" fmla="*/ 5271622 w 6427782"/>
                <a:gd name="connsiteY403" fmla="*/ 1430906 h 4789978"/>
                <a:gd name="connsiteX404" fmla="*/ 5241261 w 6427782"/>
                <a:gd name="connsiteY404" fmla="*/ 1401080 h 4789978"/>
                <a:gd name="connsiteX405" fmla="*/ 5210900 w 6427782"/>
                <a:gd name="connsiteY405" fmla="*/ 1371760 h 4789978"/>
                <a:gd name="connsiteX406" fmla="*/ 5185093 w 6427782"/>
                <a:gd name="connsiteY406" fmla="*/ 1395014 h 4789978"/>
                <a:gd name="connsiteX407" fmla="*/ 5125383 w 6427782"/>
                <a:gd name="connsiteY407" fmla="*/ 1461237 h 4789978"/>
                <a:gd name="connsiteX408" fmla="*/ 5053529 w 6427782"/>
                <a:gd name="connsiteY408" fmla="*/ 1537065 h 4789978"/>
                <a:gd name="connsiteX409" fmla="*/ 5020132 w 6427782"/>
                <a:gd name="connsiteY409" fmla="*/ 1500668 h 4789978"/>
                <a:gd name="connsiteX410" fmla="*/ 4979651 w 6427782"/>
                <a:gd name="connsiteY410" fmla="*/ 1449105 h 4789978"/>
                <a:gd name="connsiteX411" fmla="*/ 4967000 w 6427782"/>
                <a:gd name="connsiteY411" fmla="*/ 1446577 h 4789978"/>
                <a:gd name="connsiteX412" fmla="*/ 4944230 w 6427782"/>
                <a:gd name="connsiteY412" fmla="*/ 1569924 h 4789978"/>
                <a:gd name="connsiteX413" fmla="*/ 4904760 w 6427782"/>
                <a:gd name="connsiteY413" fmla="*/ 1759495 h 4789978"/>
                <a:gd name="connsiteX414" fmla="*/ 4891604 w 6427782"/>
                <a:gd name="connsiteY414" fmla="*/ 1847456 h 4789978"/>
                <a:gd name="connsiteX415" fmla="*/ 4942206 w 6427782"/>
                <a:gd name="connsiteY415" fmla="*/ 1831784 h 4789978"/>
                <a:gd name="connsiteX416" fmla="*/ 5106155 w 6427782"/>
                <a:gd name="connsiteY416" fmla="*/ 1744329 h 4789978"/>
                <a:gd name="connsiteX417" fmla="*/ 5088950 w 6427782"/>
                <a:gd name="connsiteY417" fmla="*/ 1421807 h 4789978"/>
                <a:gd name="connsiteX418" fmla="*/ 5098564 w 6427782"/>
                <a:gd name="connsiteY418" fmla="*/ 1399564 h 4789978"/>
                <a:gd name="connsiteX419" fmla="*/ 5055047 w 6427782"/>
                <a:gd name="connsiteY419" fmla="*/ 1398553 h 4789978"/>
                <a:gd name="connsiteX420" fmla="*/ 5016590 w 6427782"/>
                <a:gd name="connsiteY420" fmla="*/ 1402091 h 4789978"/>
                <a:gd name="connsiteX421" fmla="*/ 5037843 w 6427782"/>
                <a:gd name="connsiteY421" fmla="*/ 1425345 h 4789978"/>
                <a:gd name="connsiteX422" fmla="*/ 5088950 w 6427782"/>
                <a:gd name="connsiteY422" fmla="*/ 1421807 h 4789978"/>
                <a:gd name="connsiteX423" fmla="*/ 4915387 w 6427782"/>
                <a:gd name="connsiteY423" fmla="*/ 1441522 h 4789978"/>
                <a:gd name="connsiteX424" fmla="*/ 4918423 w 6427782"/>
                <a:gd name="connsiteY424" fmla="*/ 1421301 h 4789978"/>
                <a:gd name="connsiteX425" fmla="*/ 4921965 w 6427782"/>
                <a:gd name="connsiteY425" fmla="*/ 1405630 h 4789978"/>
                <a:gd name="connsiteX426" fmla="*/ 3973186 w 6427782"/>
                <a:gd name="connsiteY426" fmla="*/ 1405630 h 4789978"/>
                <a:gd name="connsiteX427" fmla="*/ 2995057 w 6427782"/>
                <a:gd name="connsiteY427" fmla="*/ 1395519 h 4789978"/>
                <a:gd name="connsiteX428" fmla="*/ 2751158 w 6427782"/>
                <a:gd name="connsiteY428" fmla="*/ 1268128 h 4789978"/>
                <a:gd name="connsiteX429" fmla="*/ 2737495 w 6427782"/>
                <a:gd name="connsiteY429" fmla="*/ 1265600 h 4789978"/>
                <a:gd name="connsiteX430" fmla="*/ 2712701 w 6427782"/>
                <a:gd name="connsiteY430" fmla="*/ 1339912 h 4789978"/>
                <a:gd name="connsiteX431" fmla="*/ 2876144 w 6427782"/>
                <a:gd name="connsiteY431" fmla="*/ 1411191 h 4789978"/>
                <a:gd name="connsiteX432" fmla="*/ 2946986 w 6427782"/>
                <a:gd name="connsiteY432" fmla="*/ 1433939 h 4789978"/>
                <a:gd name="connsiteX433" fmla="*/ 2989997 w 6427782"/>
                <a:gd name="connsiteY433" fmla="*/ 1445566 h 4789978"/>
                <a:gd name="connsiteX434" fmla="*/ 3952945 w 6427782"/>
                <a:gd name="connsiteY434" fmla="*/ 1446072 h 4789978"/>
                <a:gd name="connsiteX435" fmla="*/ 4915387 w 6427782"/>
                <a:gd name="connsiteY435" fmla="*/ 1441522 h 4789978"/>
                <a:gd name="connsiteX436" fmla="*/ 5922358 w 6427782"/>
                <a:gd name="connsiteY436" fmla="*/ 1436467 h 4789978"/>
                <a:gd name="connsiteX437" fmla="*/ 5860624 w 6427782"/>
                <a:gd name="connsiteY437" fmla="*/ 1381365 h 4789978"/>
                <a:gd name="connsiteX438" fmla="*/ 5732602 w 6427782"/>
                <a:gd name="connsiteY438" fmla="*/ 1275711 h 4789978"/>
                <a:gd name="connsiteX439" fmla="*/ 5262008 w 6427782"/>
                <a:gd name="connsiteY439" fmla="*/ 885448 h 4789978"/>
                <a:gd name="connsiteX440" fmla="*/ 5102613 w 6427782"/>
                <a:gd name="connsiteY440" fmla="*/ 753507 h 4789978"/>
                <a:gd name="connsiteX441" fmla="*/ 4998373 w 6427782"/>
                <a:gd name="connsiteY441" fmla="*/ 681723 h 4789978"/>
                <a:gd name="connsiteX442" fmla="*/ 4735751 w 6427782"/>
                <a:gd name="connsiteY442" fmla="*/ 669085 h 4789978"/>
                <a:gd name="connsiteX443" fmla="*/ 4497924 w 6427782"/>
                <a:gd name="connsiteY443" fmla="*/ 668074 h 4789978"/>
                <a:gd name="connsiteX444" fmla="*/ 4571296 w 6427782"/>
                <a:gd name="connsiteY444" fmla="*/ 687284 h 4789978"/>
                <a:gd name="connsiteX445" fmla="*/ 4745872 w 6427782"/>
                <a:gd name="connsiteY445" fmla="*/ 746936 h 4789978"/>
                <a:gd name="connsiteX446" fmla="*/ 4925001 w 6427782"/>
                <a:gd name="connsiteY446" fmla="*/ 894042 h 4789978"/>
                <a:gd name="connsiteX447" fmla="*/ 4888062 w 6427782"/>
                <a:gd name="connsiteY447" fmla="*/ 1039127 h 4789978"/>
                <a:gd name="connsiteX448" fmla="*/ 4864785 w 6427782"/>
                <a:gd name="connsiteY448" fmla="*/ 1079569 h 4789978"/>
                <a:gd name="connsiteX449" fmla="*/ 5058083 w 6427782"/>
                <a:gd name="connsiteY449" fmla="*/ 1082096 h 4789978"/>
                <a:gd name="connsiteX450" fmla="*/ 5272128 w 6427782"/>
                <a:gd name="connsiteY450" fmla="*/ 1093723 h 4789978"/>
                <a:gd name="connsiteX451" fmla="*/ 5479594 w 6427782"/>
                <a:gd name="connsiteY451" fmla="*/ 1243358 h 4789978"/>
                <a:gd name="connsiteX452" fmla="*/ 5624315 w 6427782"/>
                <a:gd name="connsiteY452" fmla="*/ 1383387 h 4789978"/>
                <a:gd name="connsiteX453" fmla="*/ 5618749 w 6427782"/>
                <a:gd name="connsiteY453" fmla="*/ 1395519 h 4789978"/>
                <a:gd name="connsiteX454" fmla="*/ 5464414 w 6427782"/>
                <a:gd name="connsiteY454" fmla="*/ 1395519 h 4789978"/>
                <a:gd name="connsiteX455" fmla="*/ 5310079 w 6427782"/>
                <a:gd name="connsiteY455" fmla="*/ 1400069 h 4789978"/>
                <a:gd name="connsiteX456" fmla="*/ 5318175 w 6427782"/>
                <a:gd name="connsiteY456" fmla="*/ 1411191 h 4789978"/>
                <a:gd name="connsiteX457" fmla="*/ 5330826 w 6427782"/>
                <a:gd name="connsiteY457" fmla="*/ 1429389 h 4789978"/>
                <a:gd name="connsiteX458" fmla="*/ 5335380 w 6427782"/>
                <a:gd name="connsiteY458" fmla="*/ 1441016 h 4789978"/>
                <a:gd name="connsiteX459" fmla="*/ 5628869 w 6427782"/>
                <a:gd name="connsiteY459" fmla="*/ 1441016 h 4789978"/>
                <a:gd name="connsiteX460" fmla="*/ 5922358 w 6427782"/>
                <a:gd name="connsiteY460" fmla="*/ 1436467 h 4789978"/>
                <a:gd name="connsiteX461" fmla="*/ 1786186 w 6427782"/>
                <a:gd name="connsiteY461" fmla="*/ 1390464 h 4789978"/>
                <a:gd name="connsiteX462" fmla="*/ 1815029 w 6427782"/>
                <a:gd name="connsiteY462" fmla="*/ 1314636 h 4789978"/>
                <a:gd name="connsiteX463" fmla="*/ 2187456 w 6427782"/>
                <a:gd name="connsiteY463" fmla="*/ 506307 h 4789978"/>
                <a:gd name="connsiteX464" fmla="*/ 2218323 w 6427782"/>
                <a:gd name="connsiteY464" fmla="*/ 446150 h 4789978"/>
                <a:gd name="connsiteX465" fmla="*/ 2175312 w 6427782"/>
                <a:gd name="connsiteY465" fmla="*/ 493164 h 4789978"/>
                <a:gd name="connsiteX466" fmla="*/ 1948617 w 6427782"/>
                <a:gd name="connsiteY466" fmla="*/ 902636 h 4789978"/>
                <a:gd name="connsiteX467" fmla="*/ 1757849 w 6427782"/>
                <a:gd name="connsiteY467" fmla="*/ 1409169 h 4789978"/>
                <a:gd name="connsiteX468" fmla="*/ 1786186 w 6427782"/>
                <a:gd name="connsiteY468" fmla="*/ 1390464 h 4789978"/>
                <a:gd name="connsiteX469" fmla="*/ 5937538 w 6427782"/>
                <a:gd name="connsiteY469" fmla="*/ 1339912 h 4789978"/>
                <a:gd name="connsiteX470" fmla="*/ 5858094 w 6427782"/>
                <a:gd name="connsiteY470" fmla="*/ 1265600 h 4789978"/>
                <a:gd name="connsiteX471" fmla="*/ 5780168 w 6427782"/>
                <a:gd name="connsiteY471" fmla="*/ 1201399 h 4789978"/>
                <a:gd name="connsiteX472" fmla="*/ 5674410 w 6427782"/>
                <a:gd name="connsiteY472" fmla="*/ 1112428 h 4789978"/>
                <a:gd name="connsiteX473" fmla="*/ 5586364 w 6427782"/>
                <a:gd name="connsiteY473" fmla="*/ 1039127 h 4789978"/>
                <a:gd name="connsiteX474" fmla="*/ 5525136 w 6427782"/>
                <a:gd name="connsiteY474" fmla="*/ 988575 h 4789978"/>
                <a:gd name="connsiteX475" fmla="*/ 5428993 w 6427782"/>
                <a:gd name="connsiteY475" fmla="*/ 910219 h 4789978"/>
                <a:gd name="connsiteX476" fmla="*/ 5339934 w 6427782"/>
                <a:gd name="connsiteY476" fmla="*/ 836918 h 4789978"/>
                <a:gd name="connsiteX477" fmla="*/ 5130443 w 6427782"/>
                <a:gd name="connsiteY477" fmla="*/ 663019 h 4789978"/>
                <a:gd name="connsiteX478" fmla="*/ 5032276 w 6427782"/>
                <a:gd name="connsiteY478" fmla="*/ 593257 h 4789978"/>
                <a:gd name="connsiteX479" fmla="*/ 4994831 w 6427782"/>
                <a:gd name="connsiteY479" fmla="*/ 574047 h 4789978"/>
                <a:gd name="connsiteX480" fmla="*/ 4648717 w 6427782"/>
                <a:gd name="connsiteY480" fmla="*/ 572531 h 4789978"/>
                <a:gd name="connsiteX481" fmla="*/ 4303108 w 6427782"/>
                <a:gd name="connsiteY481" fmla="*/ 575058 h 4789978"/>
                <a:gd name="connsiteX482" fmla="*/ 4343589 w 6427782"/>
                <a:gd name="connsiteY482" fmla="*/ 600840 h 4789978"/>
                <a:gd name="connsiteX483" fmla="*/ 4384070 w 6427782"/>
                <a:gd name="connsiteY483" fmla="*/ 622072 h 4789978"/>
                <a:gd name="connsiteX484" fmla="*/ 4685150 w 6427782"/>
                <a:gd name="connsiteY484" fmla="*/ 622072 h 4789978"/>
                <a:gd name="connsiteX485" fmla="*/ 5055047 w 6427782"/>
                <a:gd name="connsiteY485" fmla="*/ 655436 h 4789978"/>
                <a:gd name="connsiteX486" fmla="*/ 5299453 w 6427782"/>
                <a:gd name="connsiteY486" fmla="*/ 853601 h 4789978"/>
                <a:gd name="connsiteX487" fmla="*/ 5373837 w 6427782"/>
                <a:gd name="connsiteY487" fmla="*/ 914769 h 4789978"/>
                <a:gd name="connsiteX488" fmla="*/ 5540822 w 6427782"/>
                <a:gd name="connsiteY488" fmla="*/ 1052776 h 4789978"/>
                <a:gd name="connsiteX489" fmla="*/ 5941586 w 6427782"/>
                <a:gd name="connsiteY489" fmla="*/ 1369232 h 4789978"/>
                <a:gd name="connsiteX490" fmla="*/ 5937538 w 6427782"/>
                <a:gd name="connsiteY490" fmla="*/ 1339912 h 4789978"/>
                <a:gd name="connsiteX491" fmla="*/ 4348649 w 6427782"/>
                <a:gd name="connsiteY491" fmla="*/ 1314636 h 4789978"/>
                <a:gd name="connsiteX492" fmla="*/ 4227712 w 6427782"/>
                <a:gd name="connsiteY492" fmla="*/ 1309581 h 4789978"/>
                <a:gd name="connsiteX493" fmla="*/ 4106268 w 6427782"/>
                <a:gd name="connsiteY493" fmla="*/ 1309581 h 4789978"/>
                <a:gd name="connsiteX494" fmla="*/ 4084003 w 6427782"/>
                <a:gd name="connsiteY494" fmla="*/ 1288349 h 4789978"/>
                <a:gd name="connsiteX495" fmla="*/ 4034919 w 6427782"/>
                <a:gd name="connsiteY495" fmla="*/ 1241335 h 4789978"/>
                <a:gd name="connsiteX496" fmla="*/ 4008607 w 6427782"/>
                <a:gd name="connsiteY496" fmla="*/ 1216059 h 4789978"/>
                <a:gd name="connsiteX497" fmla="*/ 4031883 w 6427782"/>
                <a:gd name="connsiteY497" fmla="*/ 1214543 h 4789978"/>
                <a:gd name="connsiteX498" fmla="*/ 4055160 w 6427782"/>
                <a:gd name="connsiteY498" fmla="*/ 1207466 h 4789978"/>
                <a:gd name="connsiteX499" fmla="*/ 3710057 w 6427782"/>
                <a:gd name="connsiteY499" fmla="*/ 1205443 h 4789978"/>
                <a:gd name="connsiteX500" fmla="*/ 3054767 w 6427782"/>
                <a:gd name="connsiteY500" fmla="*/ 1208477 h 4789978"/>
                <a:gd name="connsiteX501" fmla="*/ 2744580 w 6427782"/>
                <a:gd name="connsiteY501" fmla="*/ 1213532 h 4789978"/>
                <a:gd name="connsiteX502" fmla="*/ 3048695 w 6427782"/>
                <a:gd name="connsiteY502" fmla="*/ 1218587 h 4789978"/>
                <a:gd name="connsiteX503" fmla="*/ 3352810 w 6427782"/>
                <a:gd name="connsiteY503" fmla="*/ 1218587 h 4789978"/>
                <a:gd name="connsiteX504" fmla="*/ 3381147 w 6427782"/>
                <a:gd name="connsiteY504" fmla="*/ 1240830 h 4789978"/>
                <a:gd name="connsiteX505" fmla="*/ 3424665 w 6427782"/>
                <a:gd name="connsiteY505" fmla="*/ 1278744 h 4789978"/>
                <a:gd name="connsiteX506" fmla="*/ 3442881 w 6427782"/>
                <a:gd name="connsiteY506" fmla="*/ 1291888 h 4789978"/>
                <a:gd name="connsiteX507" fmla="*/ 3455532 w 6427782"/>
                <a:gd name="connsiteY507" fmla="*/ 1299470 h 4789978"/>
                <a:gd name="connsiteX508" fmla="*/ 3313341 w 6427782"/>
                <a:gd name="connsiteY508" fmla="*/ 1309581 h 4789978"/>
                <a:gd name="connsiteX509" fmla="*/ 3161537 w 6427782"/>
                <a:gd name="connsiteY509" fmla="*/ 1309581 h 4789978"/>
                <a:gd name="connsiteX510" fmla="*/ 3144332 w 6427782"/>
                <a:gd name="connsiteY510" fmla="*/ 1294415 h 4789978"/>
                <a:gd name="connsiteX511" fmla="*/ 3122067 w 6427782"/>
                <a:gd name="connsiteY511" fmla="*/ 1279250 h 4789978"/>
                <a:gd name="connsiteX512" fmla="*/ 3087658 w 6427782"/>
                <a:gd name="connsiteY512" fmla="*/ 1250940 h 4789978"/>
                <a:gd name="connsiteX513" fmla="*/ 3055273 w 6427782"/>
                <a:gd name="connsiteY513" fmla="*/ 1225159 h 4789978"/>
                <a:gd name="connsiteX514" fmla="*/ 3117513 w 6427782"/>
                <a:gd name="connsiteY514" fmla="*/ 1284305 h 4789978"/>
                <a:gd name="connsiteX515" fmla="*/ 3137248 w 6427782"/>
                <a:gd name="connsiteY515" fmla="*/ 1296943 h 4789978"/>
                <a:gd name="connsiteX516" fmla="*/ 3150910 w 6427782"/>
                <a:gd name="connsiteY516" fmla="*/ 1309581 h 4789978"/>
                <a:gd name="connsiteX517" fmla="*/ 3045153 w 6427782"/>
                <a:gd name="connsiteY517" fmla="*/ 1310592 h 4789978"/>
                <a:gd name="connsiteX518" fmla="*/ 2913083 w 6427782"/>
                <a:gd name="connsiteY518" fmla="*/ 1312108 h 4789978"/>
                <a:gd name="connsiteX519" fmla="*/ 2886264 w 6427782"/>
                <a:gd name="connsiteY519" fmla="*/ 1315647 h 4789978"/>
                <a:gd name="connsiteX520" fmla="*/ 3617457 w 6427782"/>
                <a:gd name="connsiteY520" fmla="*/ 1319691 h 4789978"/>
                <a:gd name="connsiteX521" fmla="*/ 4348649 w 6427782"/>
                <a:gd name="connsiteY521" fmla="*/ 1314636 h 4789978"/>
                <a:gd name="connsiteX522" fmla="*/ 5258465 w 6427782"/>
                <a:gd name="connsiteY522" fmla="*/ 1309581 h 4789978"/>
                <a:gd name="connsiteX523" fmla="*/ 5439113 w 6427782"/>
                <a:gd name="connsiteY523" fmla="*/ 1304526 h 4789978"/>
                <a:gd name="connsiteX524" fmla="*/ 5323235 w 6427782"/>
                <a:gd name="connsiteY524" fmla="*/ 1299470 h 4789978"/>
                <a:gd name="connsiteX525" fmla="*/ 5210394 w 6427782"/>
                <a:gd name="connsiteY525" fmla="*/ 1299470 h 4789978"/>
                <a:gd name="connsiteX526" fmla="*/ 5190659 w 6427782"/>
                <a:gd name="connsiteY526" fmla="*/ 1281777 h 4789978"/>
                <a:gd name="connsiteX527" fmla="*/ 5104637 w 6427782"/>
                <a:gd name="connsiteY527" fmla="*/ 1224653 h 4789978"/>
                <a:gd name="connsiteX528" fmla="*/ 5191165 w 6427782"/>
                <a:gd name="connsiteY528" fmla="*/ 1291888 h 4789978"/>
                <a:gd name="connsiteX529" fmla="*/ 5013048 w 6427782"/>
                <a:gd name="connsiteY529" fmla="*/ 1304020 h 4789978"/>
                <a:gd name="connsiteX530" fmla="*/ 4920447 w 6427782"/>
                <a:gd name="connsiteY530" fmla="*/ 1304526 h 4789978"/>
                <a:gd name="connsiteX531" fmla="*/ 4870857 w 6427782"/>
                <a:gd name="connsiteY531" fmla="*/ 1266612 h 4789978"/>
                <a:gd name="connsiteX532" fmla="*/ 4816714 w 6427782"/>
                <a:gd name="connsiteY532" fmla="*/ 1228697 h 4789978"/>
                <a:gd name="connsiteX533" fmla="*/ 4803051 w 6427782"/>
                <a:gd name="connsiteY533" fmla="*/ 1220104 h 4789978"/>
                <a:gd name="connsiteX534" fmla="*/ 4793943 w 6427782"/>
                <a:gd name="connsiteY534" fmla="*/ 1217070 h 4789978"/>
                <a:gd name="connsiteX535" fmla="*/ 4806593 w 6427782"/>
                <a:gd name="connsiteY535" fmla="*/ 1230720 h 4789978"/>
                <a:gd name="connsiteX536" fmla="*/ 4819244 w 6427782"/>
                <a:gd name="connsiteY536" fmla="*/ 1235775 h 4789978"/>
                <a:gd name="connsiteX537" fmla="*/ 4851123 w 6427782"/>
                <a:gd name="connsiteY537" fmla="*/ 1258018 h 4789978"/>
                <a:gd name="connsiteX538" fmla="*/ 4894134 w 6427782"/>
                <a:gd name="connsiteY538" fmla="*/ 1288854 h 4789978"/>
                <a:gd name="connsiteX539" fmla="*/ 4902736 w 6427782"/>
                <a:gd name="connsiteY539" fmla="*/ 1299976 h 4789978"/>
                <a:gd name="connsiteX540" fmla="*/ 4765606 w 6427782"/>
                <a:gd name="connsiteY540" fmla="*/ 1304526 h 4789978"/>
                <a:gd name="connsiteX541" fmla="*/ 4632018 w 6427782"/>
                <a:gd name="connsiteY541" fmla="*/ 1310592 h 4789978"/>
                <a:gd name="connsiteX542" fmla="*/ 4853653 w 6427782"/>
                <a:gd name="connsiteY542" fmla="*/ 1313119 h 4789978"/>
                <a:gd name="connsiteX543" fmla="*/ 5258465 w 6427782"/>
                <a:gd name="connsiteY543" fmla="*/ 1309581 h 4789978"/>
                <a:gd name="connsiteX544" fmla="*/ 4539417 w 6427782"/>
                <a:gd name="connsiteY544" fmla="*/ 1269139 h 4789978"/>
                <a:gd name="connsiteX545" fmla="*/ 4595079 w 6427782"/>
                <a:gd name="connsiteY545" fmla="*/ 1258523 h 4789978"/>
                <a:gd name="connsiteX546" fmla="*/ 4642138 w 6427782"/>
                <a:gd name="connsiteY546" fmla="*/ 1208982 h 4789978"/>
                <a:gd name="connsiteX547" fmla="*/ 4617850 w 6427782"/>
                <a:gd name="connsiteY547" fmla="*/ 1209488 h 4789978"/>
                <a:gd name="connsiteX548" fmla="*/ 4523731 w 6427782"/>
                <a:gd name="connsiteY548" fmla="*/ 1217576 h 4789978"/>
                <a:gd name="connsiteX549" fmla="*/ 4396215 w 6427782"/>
                <a:gd name="connsiteY549" fmla="*/ 1211510 h 4789978"/>
                <a:gd name="connsiteX550" fmla="*/ 4261615 w 6427782"/>
                <a:gd name="connsiteY550" fmla="*/ 1167024 h 4789978"/>
                <a:gd name="connsiteX551" fmla="*/ 4257566 w 6427782"/>
                <a:gd name="connsiteY551" fmla="*/ 1128604 h 4789978"/>
                <a:gd name="connsiteX552" fmla="*/ 4322843 w 6427782"/>
                <a:gd name="connsiteY552" fmla="*/ 1139726 h 4789978"/>
                <a:gd name="connsiteX553" fmla="*/ 4492864 w 6427782"/>
                <a:gd name="connsiteY553" fmla="*/ 1168035 h 4789978"/>
                <a:gd name="connsiteX554" fmla="*/ 4732715 w 6427782"/>
                <a:gd name="connsiteY554" fmla="*/ 1121021 h 4789978"/>
                <a:gd name="connsiteX555" fmla="*/ 4818232 w 6427782"/>
                <a:gd name="connsiteY555" fmla="*/ 1042666 h 4789978"/>
                <a:gd name="connsiteX556" fmla="*/ 4748402 w 6427782"/>
                <a:gd name="connsiteY556" fmla="*/ 1051765 h 4789978"/>
                <a:gd name="connsiteX557" fmla="*/ 4367372 w 6427782"/>
                <a:gd name="connsiteY557" fmla="*/ 1062381 h 4789978"/>
                <a:gd name="connsiteX558" fmla="*/ 4297036 w 6427782"/>
                <a:gd name="connsiteY558" fmla="*/ 1029522 h 4789978"/>
                <a:gd name="connsiteX559" fmla="*/ 4308168 w 6427782"/>
                <a:gd name="connsiteY559" fmla="*/ 998685 h 4789978"/>
                <a:gd name="connsiteX560" fmla="*/ 4375468 w 6427782"/>
                <a:gd name="connsiteY560" fmla="*/ 1008796 h 4789978"/>
                <a:gd name="connsiteX561" fmla="*/ 4566236 w 6427782"/>
                <a:gd name="connsiteY561" fmla="*/ 1039632 h 4789978"/>
                <a:gd name="connsiteX562" fmla="*/ 4672499 w 6427782"/>
                <a:gd name="connsiteY562" fmla="*/ 1026994 h 4789978"/>
                <a:gd name="connsiteX563" fmla="*/ 4738281 w 6427782"/>
                <a:gd name="connsiteY563" fmla="*/ 1008796 h 4789978"/>
                <a:gd name="connsiteX564" fmla="*/ 4772690 w 6427782"/>
                <a:gd name="connsiteY564" fmla="*/ 994135 h 4789978"/>
                <a:gd name="connsiteX565" fmla="*/ 4760040 w 6427782"/>
                <a:gd name="connsiteY565" fmla="*/ 945100 h 4789978"/>
                <a:gd name="connsiteX566" fmla="*/ 4746378 w 6427782"/>
                <a:gd name="connsiteY566" fmla="*/ 928923 h 4789978"/>
                <a:gd name="connsiteX567" fmla="*/ 4695776 w 6427782"/>
                <a:gd name="connsiteY567" fmla="*/ 933473 h 4789978"/>
                <a:gd name="connsiteX568" fmla="*/ 4576356 w 6427782"/>
                <a:gd name="connsiteY568" fmla="*/ 938023 h 4789978"/>
                <a:gd name="connsiteX569" fmla="*/ 4459973 w 6427782"/>
                <a:gd name="connsiteY569" fmla="*/ 920835 h 4789978"/>
                <a:gd name="connsiteX570" fmla="*/ 4349155 w 6427782"/>
                <a:gd name="connsiteY570" fmla="*/ 867755 h 4789978"/>
                <a:gd name="connsiteX571" fmla="*/ 4358770 w 6427782"/>
                <a:gd name="connsiteY571" fmla="*/ 834391 h 4789978"/>
                <a:gd name="connsiteX572" fmla="*/ 4407853 w 6427782"/>
                <a:gd name="connsiteY572" fmla="*/ 845007 h 4789978"/>
                <a:gd name="connsiteX573" fmla="*/ 4497418 w 6427782"/>
                <a:gd name="connsiteY573" fmla="*/ 875338 h 4789978"/>
                <a:gd name="connsiteX574" fmla="*/ 4682114 w 6427782"/>
                <a:gd name="connsiteY574" fmla="*/ 882921 h 4789978"/>
                <a:gd name="connsiteX575" fmla="*/ 4722595 w 6427782"/>
                <a:gd name="connsiteY575" fmla="*/ 837424 h 4789978"/>
                <a:gd name="connsiteX576" fmla="*/ 4577368 w 6427782"/>
                <a:gd name="connsiteY576" fmla="*/ 791421 h 4789978"/>
                <a:gd name="connsiteX577" fmla="*/ 4468575 w 6427782"/>
                <a:gd name="connsiteY577" fmla="*/ 762607 h 4789978"/>
                <a:gd name="connsiteX578" fmla="*/ 4347637 w 6427782"/>
                <a:gd name="connsiteY578" fmla="*/ 677174 h 4789978"/>
                <a:gd name="connsiteX579" fmla="*/ 4150291 w 6427782"/>
                <a:gd name="connsiteY579" fmla="*/ 553321 h 4789978"/>
                <a:gd name="connsiteX580" fmla="*/ 3955475 w 6427782"/>
                <a:gd name="connsiteY580" fmla="*/ 525517 h 4789978"/>
                <a:gd name="connsiteX581" fmla="*/ 3801140 w 6427782"/>
                <a:gd name="connsiteY581" fmla="*/ 511363 h 4789978"/>
                <a:gd name="connsiteX582" fmla="*/ 3722708 w 6427782"/>
                <a:gd name="connsiteY582" fmla="*/ 488614 h 4789978"/>
                <a:gd name="connsiteX583" fmla="*/ 3700443 w 6427782"/>
                <a:gd name="connsiteY583" fmla="*/ 492153 h 4789978"/>
                <a:gd name="connsiteX584" fmla="*/ 3606830 w 6427782"/>
                <a:gd name="connsiteY584" fmla="*/ 809620 h 4789978"/>
                <a:gd name="connsiteX585" fmla="*/ 3590132 w 6427782"/>
                <a:gd name="connsiteY585" fmla="*/ 836413 h 4789978"/>
                <a:gd name="connsiteX586" fmla="*/ 3647818 w 6427782"/>
                <a:gd name="connsiteY586" fmla="*/ 847029 h 4789978"/>
                <a:gd name="connsiteX587" fmla="*/ 3850730 w 6427782"/>
                <a:gd name="connsiteY587" fmla="*/ 957232 h 4789978"/>
                <a:gd name="connsiteX588" fmla="*/ 4168508 w 6427782"/>
                <a:gd name="connsiteY588" fmla="*/ 1204432 h 4789978"/>
                <a:gd name="connsiteX589" fmla="*/ 4368890 w 6427782"/>
                <a:gd name="connsiteY589" fmla="*/ 1266612 h 4789978"/>
                <a:gd name="connsiteX590" fmla="*/ 4539417 w 6427782"/>
                <a:gd name="connsiteY590" fmla="*/ 1269139 h 4789978"/>
                <a:gd name="connsiteX591" fmla="*/ 5210394 w 6427782"/>
                <a:gd name="connsiteY591" fmla="*/ 1203421 h 4789978"/>
                <a:gd name="connsiteX592" fmla="*/ 5335380 w 6427782"/>
                <a:gd name="connsiteY592" fmla="*/ 1197355 h 4789978"/>
                <a:gd name="connsiteX593" fmla="*/ 5083890 w 6427782"/>
                <a:gd name="connsiteY593" fmla="*/ 1194827 h 4789978"/>
                <a:gd name="connsiteX594" fmla="*/ 4765100 w 6427782"/>
                <a:gd name="connsiteY594" fmla="*/ 1198366 h 4789978"/>
                <a:gd name="connsiteX595" fmla="*/ 4697800 w 6427782"/>
                <a:gd name="connsiteY595" fmla="*/ 1204432 h 4789978"/>
                <a:gd name="connsiteX596" fmla="*/ 4891604 w 6427782"/>
                <a:gd name="connsiteY596" fmla="*/ 1206960 h 4789978"/>
                <a:gd name="connsiteX597" fmla="*/ 5210394 w 6427782"/>
                <a:gd name="connsiteY597" fmla="*/ 1203421 h 4789978"/>
                <a:gd name="connsiteX598" fmla="*/ 3331558 w 6427782"/>
                <a:gd name="connsiteY598" fmla="*/ 1195839 h 4789978"/>
                <a:gd name="connsiteX599" fmla="*/ 3321437 w 6427782"/>
                <a:gd name="connsiteY599" fmla="*/ 1188256 h 4789978"/>
                <a:gd name="connsiteX600" fmla="*/ 3272860 w 6427782"/>
                <a:gd name="connsiteY600" fmla="*/ 1158430 h 4789978"/>
                <a:gd name="connsiteX601" fmla="*/ 3225801 w 6427782"/>
                <a:gd name="connsiteY601" fmla="*/ 1130626 h 4789978"/>
                <a:gd name="connsiteX602" fmla="*/ 3273366 w 6427782"/>
                <a:gd name="connsiteY602" fmla="*/ 1168035 h 4789978"/>
                <a:gd name="connsiteX603" fmla="*/ 3313847 w 6427782"/>
                <a:gd name="connsiteY603" fmla="*/ 1190783 h 4789978"/>
                <a:gd name="connsiteX604" fmla="*/ 3331558 w 6427782"/>
                <a:gd name="connsiteY604" fmla="*/ 1195839 h 4789978"/>
                <a:gd name="connsiteX605" fmla="*/ 3928656 w 6427782"/>
                <a:gd name="connsiteY605" fmla="*/ 1093723 h 4789978"/>
                <a:gd name="connsiteX606" fmla="*/ 3909934 w 6427782"/>
                <a:gd name="connsiteY606" fmla="*/ 1076030 h 4789978"/>
                <a:gd name="connsiteX607" fmla="*/ 3891717 w 6427782"/>
                <a:gd name="connsiteY607" fmla="*/ 1061875 h 4789978"/>
                <a:gd name="connsiteX608" fmla="*/ 3589626 w 6427782"/>
                <a:gd name="connsiteY608" fmla="*/ 1061875 h 4789978"/>
                <a:gd name="connsiteX609" fmla="*/ 3287534 w 6427782"/>
                <a:gd name="connsiteY609" fmla="*/ 1061875 h 4789978"/>
                <a:gd name="connsiteX610" fmla="*/ 3260210 w 6427782"/>
                <a:gd name="connsiteY610" fmla="*/ 1047721 h 4789978"/>
                <a:gd name="connsiteX611" fmla="*/ 3121561 w 6427782"/>
                <a:gd name="connsiteY611" fmla="*/ 967848 h 4789978"/>
                <a:gd name="connsiteX612" fmla="*/ 3000118 w 6427782"/>
                <a:gd name="connsiteY612" fmla="*/ 898086 h 4789978"/>
                <a:gd name="connsiteX613" fmla="*/ 2955588 w 6427782"/>
                <a:gd name="connsiteY613" fmla="*/ 903142 h 4789978"/>
                <a:gd name="connsiteX614" fmla="*/ 2896384 w 6427782"/>
                <a:gd name="connsiteY614" fmla="*/ 903647 h 4789978"/>
                <a:gd name="connsiteX615" fmla="*/ 2870072 w 6427782"/>
                <a:gd name="connsiteY615" fmla="*/ 895053 h 4789978"/>
                <a:gd name="connsiteX616" fmla="*/ 2859445 w 6427782"/>
                <a:gd name="connsiteY616" fmla="*/ 914263 h 4789978"/>
                <a:gd name="connsiteX617" fmla="*/ 2790121 w 6427782"/>
                <a:gd name="connsiteY617" fmla="*/ 1095240 h 4789978"/>
                <a:gd name="connsiteX618" fmla="*/ 3359389 w 6427782"/>
                <a:gd name="connsiteY618" fmla="*/ 1097262 h 4789978"/>
                <a:gd name="connsiteX619" fmla="*/ 3928656 w 6427782"/>
                <a:gd name="connsiteY619" fmla="*/ 1093723 h 4789978"/>
                <a:gd name="connsiteX620" fmla="*/ 3834031 w 6427782"/>
                <a:gd name="connsiteY620" fmla="*/ 1028511 h 4789978"/>
                <a:gd name="connsiteX621" fmla="*/ 3852248 w 6427782"/>
                <a:gd name="connsiteY621" fmla="*/ 1021939 h 4789978"/>
                <a:gd name="connsiteX622" fmla="*/ 3728780 w 6427782"/>
                <a:gd name="connsiteY622" fmla="*/ 916285 h 4789978"/>
                <a:gd name="connsiteX623" fmla="*/ 3597216 w 6427782"/>
                <a:gd name="connsiteY623" fmla="*/ 890504 h 4789978"/>
                <a:gd name="connsiteX624" fmla="*/ 3525362 w 6427782"/>
                <a:gd name="connsiteY624" fmla="*/ 898086 h 4789978"/>
                <a:gd name="connsiteX625" fmla="*/ 3469194 w 6427782"/>
                <a:gd name="connsiteY625" fmla="*/ 918307 h 4789978"/>
                <a:gd name="connsiteX626" fmla="*/ 3372039 w 6427782"/>
                <a:gd name="connsiteY626" fmla="*/ 915274 h 4789978"/>
                <a:gd name="connsiteX627" fmla="*/ 3277414 w 6427782"/>
                <a:gd name="connsiteY627" fmla="*/ 899603 h 4789978"/>
                <a:gd name="connsiteX628" fmla="*/ 3198982 w 6427782"/>
                <a:gd name="connsiteY628" fmla="*/ 884943 h 4789978"/>
                <a:gd name="connsiteX629" fmla="*/ 3117513 w 6427782"/>
                <a:gd name="connsiteY629" fmla="*/ 871799 h 4789978"/>
                <a:gd name="connsiteX630" fmla="*/ 3041105 w 6427782"/>
                <a:gd name="connsiteY630" fmla="*/ 879888 h 4789978"/>
                <a:gd name="connsiteX631" fmla="*/ 3108911 w 6427782"/>
                <a:gd name="connsiteY631" fmla="*/ 919318 h 4789978"/>
                <a:gd name="connsiteX632" fmla="*/ 3240475 w 6427782"/>
                <a:gd name="connsiteY632" fmla="*/ 993124 h 4789978"/>
                <a:gd name="connsiteX633" fmla="*/ 3308787 w 6427782"/>
                <a:gd name="connsiteY633" fmla="*/ 1031544 h 4789978"/>
                <a:gd name="connsiteX634" fmla="*/ 3561795 w 6427782"/>
                <a:gd name="connsiteY634" fmla="*/ 1031544 h 4789978"/>
                <a:gd name="connsiteX635" fmla="*/ 3834031 w 6427782"/>
                <a:gd name="connsiteY635" fmla="*/ 1028511 h 4789978"/>
                <a:gd name="connsiteX636" fmla="*/ 4870857 w 6427782"/>
                <a:gd name="connsiteY636" fmla="*/ 970376 h 4789978"/>
                <a:gd name="connsiteX637" fmla="*/ 4868833 w 6427782"/>
                <a:gd name="connsiteY637" fmla="*/ 901625 h 4789978"/>
                <a:gd name="connsiteX638" fmla="*/ 4780787 w 6427782"/>
                <a:gd name="connsiteY638" fmla="*/ 829335 h 4789978"/>
                <a:gd name="connsiteX639" fmla="*/ 4767630 w 6427782"/>
                <a:gd name="connsiteY639" fmla="*/ 820742 h 4789978"/>
                <a:gd name="connsiteX640" fmla="*/ 4758522 w 6427782"/>
                <a:gd name="connsiteY640" fmla="*/ 817709 h 4789978"/>
                <a:gd name="connsiteX641" fmla="*/ 4768642 w 6427782"/>
                <a:gd name="connsiteY641" fmla="*/ 831863 h 4789978"/>
                <a:gd name="connsiteX642" fmla="*/ 4778763 w 6427782"/>
                <a:gd name="connsiteY642" fmla="*/ 853095 h 4789978"/>
                <a:gd name="connsiteX643" fmla="*/ 4804063 w 6427782"/>
                <a:gd name="connsiteY643" fmla="*/ 905164 h 4789978"/>
                <a:gd name="connsiteX644" fmla="*/ 4823292 w 6427782"/>
                <a:gd name="connsiteY644" fmla="*/ 943583 h 4789978"/>
                <a:gd name="connsiteX645" fmla="*/ 4856689 w 6427782"/>
                <a:gd name="connsiteY645" fmla="*/ 989586 h 4789978"/>
                <a:gd name="connsiteX646" fmla="*/ 4870857 w 6427782"/>
                <a:gd name="connsiteY646" fmla="*/ 970376 h 4789978"/>
                <a:gd name="connsiteX647" fmla="*/ 3235921 w 6427782"/>
                <a:gd name="connsiteY647" fmla="*/ 830347 h 4789978"/>
                <a:gd name="connsiteX648" fmla="*/ 3386207 w 6427782"/>
                <a:gd name="connsiteY648" fmla="*/ 441095 h 4789978"/>
                <a:gd name="connsiteX649" fmla="*/ 3350280 w 6427782"/>
                <a:gd name="connsiteY649" fmla="*/ 307132 h 4789978"/>
                <a:gd name="connsiteX650" fmla="*/ 3338642 w 6427782"/>
                <a:gd name="connsiteY650" fmla="*/ 327353 h 4789978"/>
                <a:gd name="connsiteX651" fmla="*/ 3351798 w 6427782"/>
                <a:gd name="connsiteY651" fmla="*/ 402170 h 4789978"/>
                <a:gd name="connsiteX652" fmla="*/ 3223776 w 6427782"/>
                <a:gd name="connsiteY652" fmla="*/ 807598 h 4789978"/>
                <a:gd name="connsiteX653" fmla="*/ 3202018 w 6427782"/>
                <a:gd name="connsiteY653" fmla="*/ 838940 h 4789978"/>
                <a:gd name="connsiteX654" fmla="*/ 3235921 w 6427782"/>
                <a:gd name="connsiteY654" fmla="*/ 830347 h 4789978"/>
                <a:gd name="connsiteX655" fmla="*/ 2854385 w 6427782"/>
                <a:gd name="connsiteY655" fmla="*/ 825291 h 4789978"/>
                <a:gd name="connsiteX656" fmla="*/ 2869059 w 6427782"/>
                <a:gd name="connsiteY656" fmla="*/ 676668 h 4789978"/>
                <a:gd name="connsiteX657" fmla="*/ 2816434 w 6427782"/>
                <a:gd name="connsiteY657" fmla="*/ 556354 h 4789978"/>
                <a:gd name="connsiteX658" fmla="*/ 2817952 w 6427782"/>
                <a:gd name="connsiteY658" fmla="*/ 598312 h 4789978"/>
                <a:gd name="connsiteX659" fmla="*/ 2844265 w 6427782"/>
                <a:gd name="connsiteY659" fmla="*/ 780300 h 4789978"/>
                <a:gd name="connsiteX660" fmla="*/ 2854385 w 6427782"/>
                <a:gd name="connsiteY660" fmla="*/ 825291 h 4789978"/>
                <a:gd name="connsiteX661" fmla="*/ 1927364 w 6427782"/>
                <a:gd name="connsiteY661" fmla="*/ 673129 h 4789978"/>
                <a:gd name="connsiteX662" fmla="*/ 1876257 w 6427782"/>
                <a:gd name="connsiteY662" fmla="*/ 565453 h 4789978"/>
                <a:gd name="connsiteX663" fmla="*/ 1915220 w 6427782"/>
                <a:gd name="connsiteY663" fmla="*/ 691834 h 4789978"/>
                <a:gd name="connsiteX664" fmla="*/ 1927364 w 6427782"/>
                <a:gd name="connsiteY664" fmla="*/ 673129 h 4789978"/>
                <a:gd name="connsiteX665" fmla="*/ 1856522 w 6427782"/>
                <a:gd name="connsiteY665" fmla="*/ 451711 h 4789978"/>
                <a:gd name="connsiteX666" fmla="*/ 1833751 w 6427782"/>
                <a:gd name="connsiteY666" fmla="*/ 359706 h 4789978"/>
                <a:gd name="connsiteX667" fmla="*/ 1823631 w 6427782"/>
                <a:gd name="connsiteY667" fmla="*/ 356673 h 4789978"/>
                <a:gd name="connsiteX668" fmla="*/ 1837294 w 6427782"/>
                <a:gd name="connsiteY668" fmla="*/ 439073 h 4789978"/>
                <a:gd name="connsiteX669" fmla="*/ 1856522 w 6427782"/>
                <a:gd name="connsiteY669" fmla="*/ 451711 h 4789978"/>
                <a:gd name="connsiteX670" fmla="*/ 3519796 w 6427782"/>
                <a:gd name="connsiteY670" fmla="*/ 426435 h 4789978"/>
                <a:gd name="connsiteX671" fmla="*/ 3515747 w 6427782"/>
                <a:gd name="connsiteY671" fmla="*/ 384982 h 4789978"/>
                <a:gd name="connsiteX672" fmla="*/ 3473242 w 6427782"/>
                <a:gd name="connsiteY672" fmla="*/ 384982 h 4789978"/>
                <a:gd name="connsiteX673" fmla="*/ 3479314 w 6427782"/>
                <a:gd name="connsiteY673" fmla="*/ 428457 h 4789978"/>
                <a:gd name="connsiteX674" fmla="*/ 3519796 w 6427782"/>
                <a:gd name="connsiteY674" fmla="*/ 426435 h 4789978"/>
                <a:gd name="connsiteX675" fmla="*/ 1828691 w 6427782"/>
                <a:gd name="connsiteY675" fmla="*/ 257085 h 4789978"/>
                <a:gd name="connsiteX676" fmla="*/ 1799848 w 6427782"/>
                <a:gd name="connsiteY676" fmla="*/ 185301 h 4789978"/>
                <a:gd name="connsiteX677" fmla="*/ 1790740 w 6427782"/>
                <a:gd name="connsiteY677" fmla="*/ 183279 h 4789978"/>
                <a:gd name="connsiteX678" fmla="*/ 1802378 w 6427782"/>
                <a:gd name="connsiteY678" fmla="*/ 234337 h 4789978"/>
                <a:gd name="connsiteX679" fmla="*/ 1828691 w 6427782"/>
                <a:gd name="connsiteY679" fmla="*/ 257085 h 4789978"/>
                <a:gd name="connsiteX680" fmla="*/ 392619 w 6427782"/>
                <a:gd name="connsiteY680" fmla="*/ 197434 h 4789978"/>
                <a:gd name="connsiteX681" fmla="*/ 745818 w 6427782"/>
                <a:gd name="connsiteY681" fmla="*/ 123628 h 4789978"/>
                <a:gd name="connsiteX682" fmla="*/ 1196172 w 6427782"/>
                <a:gd name="connsiteY682" fmla="*/ 116045 h 4789978"/>
                <a:gd name="connsiteX683" fmla="*/ 1542792 w 6427782"/>
                <a:gd name="connsiteY683" fmla="*/ 156487 h 4789978"/>
                <a:gd name="connsiteX684" fmla="*/ 1570117 w 6427782"/>
                <a:gd name="connsiteY684" fmla="*/ 159014 h 4789978"/>
                <a:gd name="connsiteX685" fmla="*/ 1471444 w 6427782"/>
                <a:gd name="connsiteY685" fmla="*/ 122111 h 4789978"/>
                <a:gd name="connsiteX686" fmla="*/ 1014006 w 6427782"/>
                <a:gd name="connsiteY686" fmla="*/ 71053 h 4789978"/>
                <a:gd name="connsiteX687" fmla="*/ 365294 w 6427782"/>
                <a:gd name="connsiteY687" fmla="*/ 188334 h 4789978"/>
                <a:gd name="connsiteX688" fmla="*/ 341005 w 6427782"/>
                <a:gd name="connsiteY688" fmla="*/ 208050 h 4789978"/>
                <a:gd name="connsiteX689" fmla="*/ 392619 w 6427782"/>
                <a:gd name="connsiteY689" fmla="*/ 197434 h 478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</a:cxnLst>
              <a:rect l="l" t="t" r="r" b="b"/>
              <a:pathLst>
                <a:path w="6427782" h="4789978">
                  <a:moveTo>
                    <a:pt x="1873221" y="4782513"/>
                  </a:moveTo>
                  <a:cubicBezTo>
                    <a:pt x="1825655" y="4774930"/>
                    <a:pt x="1784162" y="4762798"/>
                    <a:pt x="1737102" y="4742577"/>
                  </a:cubicBezTo>
                  <a:cubicBezTo>
                    <a:pt x="1631851" y="4697080"/>
                    <a:pt x="1571635" y="4651583"/>
                    <a:pt x="1545323" y="4598503"/>
                  </a:cubicBezTo>
                  <a:lnTo>
                    <a:pt x="1529636" y="4566655"/>
                  </a:lnTo>
                  <a:lnTo>
                    <a:pt x="1493203" y="4576260"/>
                  </a:lnTo>
                  <a:cubicBezTo>
                    <a:pt x="1438047" y="4590920"/>
                    <a:pt x="1370747" y="4589909"/>
                    <a:pt x="1324194" y="4573733"/>
                  </a:cubicBezTo>
                  <a:cubicBezTo>
                    <a:pt x="1273592" y="4556545"/>
                    <a:pt x="1245761" y="4538852"/>
                    <a:pt x="1208822" y="4501949"/>
                  </a:cubicBezTo>
                  <a:cubicBezTo>
                    <a:pt x="1177449" y="4470606"/>
                    <a:pt x="1149112" y="4422582"/>
                    <a:pt x="1142534" y="4389723"/>
                  </a:cubicBezTo>
                  <a:cubicBezTo>
                    <a:pt x="1140004" y="4376074"/>
                    <a:pt x="1142028" y="4371019"/>
                    <a:pt x="1154678" y="4357875"/>
                  </a:cubicBezTo>
                  <a:cubicBezTo>
                    <a:pt x="1163281" y="4349787"/>
                    <a:pt x="1174919" y="4342709"/>
                    <a:pt x="1180991" y="4342709"/>
                  </a:cubicBezTo>
                  <a:cubicBezTo>
                    <a:pt x="1187570" y="4342709"/>
                    <a:pt x="1206798" y="4352820"/>
                    <a:pt x="1224509" y="4365963"/>
                  </a:cubicBezTo>
                  <a:cubicBezTo>
                    <a:pt x="1242219" y="4378601"/>
                    <a:pt x="1256894" y="4387195"/>
                    <a:pt x="1256894" y="4385679"/>
                  </a:cubicBezTo>
                  <a:cubicBezTo>
                    <a:pt x="1256894" y="4383657"/>
                    <a:pt x="1232605" y="4358886"/>
                    <a:pt x="1202750" y="4330577"/>
                  </a:cubicBezTo>
                  <a:cubicBezTo>
                    <a:pt x="1095981" y="4228462"/>
                    <a:pt x="1034247" y="4117247"/>
                    <a:pt x="1010970" y="3987328"/>
                  </a:cubicBezTo>
                  <a:cubicBezTo>
                    <a:pt x="1001862" y="3933237"/>
                    <a:pt x="1001862" y="3838704"/>
                    <a:pt x="1011476" y="3788152"/>
                  </a:cubicBezTo>
                  <a:cubicBezTo>
                    <a:pt x="1025644" y="3713335"/>
                    <a:pt x="1062078" y="3624363"/>
                    <a:pt x="1109137" y="3551063"/>
                  </a:cubicBezTo>
                  <a:cubicBezTo>
                    <a:pt x="1175931" y="3445914"/>
                    <a:pt x="1220967" y="3354920"/>
                    <a:pt x="1234629" y="3298808"/>
                  </a:cubicBezTo>
                  <a:cubicBezTo>
                    <a:pt x="1249809" y="3233090"/>
                    <a:pt x="1239183" y="3201242"/>
                    <a:pt x="1193642" y="3174955"/>
                  </a:cubicBezTo>
                  <a:cubicBezTo>
                    <a:pt x="1175425" y="3164844"/>
                    <a:pt x="1164799" y="3154734"/>
                    <a:pt x="1162775" y="3146646"/>
                  </a:cubicBezTo>
                  <a:cubicBezTo>
                    <a:pt x="1154172" y="3113787"/>
                    <a:pt x="1182003" y="3073851"/>
                    <a:pt x="1236653" y="3042003"/>
                  </a:cubicBezTo>
                  <a:cubicBezTo>
                    <a:pt x="1280170" y="3015716"/>
                    <a:pt x="1309519" y="3008133"/>
                    <a:pt x="1365687" y="3008133"/>
                  </a:cubicBezTo>
                  <a:lnTo>
                    <a:pt x="1402626" y="3008133"/>
                  </a:lnTo>
                  <a:lnTo>
                    <a:pt x="1386940" y="2957075"/>
                  </a:lnTo>
                  <a:lnTo>
                    <a:pt x="1371253" y="2906017"/>
                  </a:lnTo>
                  <a:lnTo>
                    <a:pt x="1353543" y="2909051"/>
                  </a:lnTo>
                  <a:cubicBezTo>
                    <a:pt x="1304459" y="2916633"/>
                    <a:pt x="1252340" y="2918150"/>
                    <a:pt x="1234629" y="2912084"/>
                  </a:cubicBezTo>
                  <a:cubicBezTo>
                    <a:pt x="1197184" y="2899951"/>
                    <a:pt x="1099017" y="2810474"/>
                    <a:pt x="1058536" y="2751833"/>
                  </a:cubicBezTo>
                  <a:cubicBezTo>
                    <a:pt x="1042343" y="2728074"/>
                    <a:pt x="1029187" y="2694710"/>
                    <a:pt x="1029187" y="2677016"/>
                  </a:cubicBezTo>
                  <a:cubicBezTo>
                    <a:pt x="1029187" y="2667917"/>
                    <a:pt x="1025644" y="2664378"/>
                    <a:pt x="1012994" y="2661851"/>
                  </a:cubicBezTo>
                  <a:cubicBezTo>
                    <a:pt x="837913" y="2628486"/>
                    <a:pt x="673458" y="2553669"/>
                    <a:pt x="564158" y="2458125"/>
                  </a:cubicBezTo>
                  <a:cubicBezTo>
                    <a:pt x="435630" y="2345900"/>
                    <a:pt x="325825" y="2144197"/>
                    <a:pt x="207923" y="1804992"/>
                  </a:cubicBezTo>
                  <a:cubicBezTo>
                    <a:pt x="30818" y="1295426"/>
                    <a:pt x="-20290" y="1083613"/>
                    <a:pt x="-4097" y="924374"/>
                  </a:cubicBezTo>
                  <a:cubicBezTo>
                    <a:pt x="2987" y="852084"/>
                    <a:pt x="12095" y="817203"/>
                    <a:pt x="37902" y="765640"/>
                  </a:cubicBezTo>
                  <a:cubicBezTo>
                    <a:pt x="61179" y="718121"/>
                    <a:pt x="92046" y="682229"/>
                    <a:pt x="154286" y="629149"/>
                  </a:cubicBezTo>
                  <a:cubicBezTo>
                    <a:pt x="189201" y="599323"/>
                    <a:pt x="199321" y="588202"/>
                    <a:pt x="199321" y="578091"/>
                  </a:cubicBezTo>
                  <a:cubicBezTo>
                    <a:pt x="199321" y="564442"/>
                    <a:pt x="189707" y="528550"/>
                    <a:pt x="163394" y="446150"/>
                  </a:cubicBezTo>
                  <a:cubicBezTo>
                    <a:pt x="139105" y="369311"/>
                    <a:pt x="145177" y="329880"/>
                    <a:pt x="189707" y="276801"/>
                  </a:cubicBezTo>
                  <a:lnTo>
                    <a:pt x="209947" y="253041"/>
                  </a:lnTo>
                  <a:lnTo>
                    <a:pt x="184646" y="162047"/>
                  </a:lnTo>
                  <a:cubicBezTo>
                    <a:pt x="153274" y="50327"/>
                    <a:pt x="148719" y="19490"/>
                    <a:pt x="161370" y="5336"/>
                  </a:cubicBezTo>
                  <a:cubicBezTo>
                    <a:pt x="178068" y="-13369"/>
                    <a:pt x="197803" y="-3258"/>
                    <a:pt x="205899" y="28084"/>
                  </a:cubicBezTo>
                  <a:cubicBezTo>
                    <a:pt x="218044" y="74592"/>
                    <a:pt x="251947" y="195412"/>
                    <a:pt x="252959" y="196928"/>
                  </a:cubicBezTo>
                  <a:cubicBezTo>
                    <a:pt x="253971" y="197939"/>
                    <a:pt x="264597" y="189851"/>
                    <a:pt x="276741" y="179235"/>
                  </a:cubicBezTo>
                  <a:cubicBezTo>
                    <a:pt x="361246" y="104923"/>
                    <a:pt x="528231" y="51844"/>
                    <a:pt x="753408" y="27579"/>
                  </a:cubicBezTo>
                  <a:cubicBezTo>
                    <a:pt x="855117" y="16457"/>
                    <a:pt x="1143546" y="14941"/>
                    <a:pt x="1231593" y="24545"/>
                  </a:cubicBezTo>
                  <a:cubicBezTo>
                    <a:pt x="1263472" y="28084"/>
                    <a:pt x="1329760" y="35667"/>
                    <a:pt x="1378843" y="41228"/>
                  </a:cubicBezTo>
                  <a:cubicBezTo>
                    <a:pt x="1427927" y="46283"/>
                    <a:pt x="1498769" y="56393"/>
                    <a:pt x="1536720" y="63471"/>
                  </a:cubicBezTo>
                  <a:cubicBezTo>
                    <a:pt x="1617683" y="78636"/>
                    <a:pt x="1805921" y="125144"/>
                    <a:pt x="1859052" y="143848"/>
                  </a:cubicBezTo>
                  <a:cubicBezTo>
                    <a:pt x="1879799" y="150926"/>
                    <a:pt x="1899027" y="157498"/>
                    <a:pt x="1901052" y="158003"/>
                  </a:cubicBezTo>
                  <a:cubicBezTo>
                    <a:pt x="1906112" y="160025"/>
                    <a:pt x="1925846" y="98857"/>
                    <a:pt x="1937485" y="46788"/>
                  </a:cubicBezTo>
                  <a:cubicBezTo>
                    <a:pt x="1942545" y="25556"/>
                    <a:pt x="1948617" y="4830"/>
                    <a:pt x="1951147" y="1291"/>
                  </a:cubicBezTo>
                  <a:cubicBezTo>
                    <a:pt x="1956713" y="-5280"/>
                    <a:pt x="1979484" y="-6797"/>
                    <a:pt x="1989098" y="-731"/>
                  </a:cubicBezTo>
                  <a:cubicBezTo>
                    <a:pt x="2005797" y="9885"/>
                    <a:pt x="1999219" y="62460"/>
                    <a:pt x="1970376" y="147893"/>
                  </a:cubicBezTo>
                  <a:cubicBezTo>
                    <a:pt x="1961773" y="172663"/>
                    <a:pt x="1955195" y="195412"/>
                    <a:pt x="1955195" y="198445"/>
                  </a:cubicBezTo>
                  <a:cubicBezTo>
                    <a:pt x="1955195" y="200972"/>
                    <a:pt x="1965316" y="214621"/>
                    <a:pt x="1977460" y="228271"/>
                  </a:cubicBezTo>
                  <a:cubicBezTo>
                    <a:pt x="2032616" y="289439"/>
                    <a:pt x="2038688" y="345552"/>
                    <a:pt x="2002255" y="456261"/>
                  </a:cubicBezTo>
                  <a:lnTo>
                    <a:pt x="1989604" y="495186"/>
                  </a:lnTo>
                  <a:lnTo>
                    <a:pt x="2008327" y="549782"/>
                  </a:lnTo>
                  <a:cubicBezTo>
                    <a:pt x="2018953" y="579608"/>
                    <a:pt x="2029073" y="606401"/>
                    <a:pt x="2031098" y="608423"/>
                  </a:cubicBezTo>
                  <a:cubicBezTo>
                    <a:pt x="2033122" y="610445"/>
                    <a:pt x="2049820" y="585674"/>
                    <a:pt x="2069049" y="552815"/>
                  </a:cubicBezTo>
                  <a:cubicBezTo>
                    <a:pt x="2121168" y="462832"/>
                    <a:pt x="2202131" y="342518"/>
                    <a:pt x="2248178" y="287417"/>
                  </a:cubicBezTo>
                  <a:cubicBezTo>
                    <a:pt x="2326611" y="192884"/>
                    <a:pt x="2404031" y="143848"/>
                    <a:pt x="2521933" y="113012"/>
                  </a:cubicBezTo>
                  <a:cubicBezTo>
                    <a:pt x="2580631" y="97340"/>
                    <a:pt x="2705110" y="91780"/>
                    <a:pt x="2795687" y="100879"/>
                  </a:cubicBezTo>
                  <a:cubicBezTo>
                    <a:pt x="2936360" y="114528"/>
                    <a:pt x="3137754" y="170641"/>
                    <a:pt x="3260210" y="229787"/>
                  </a:cubicBezTo>
                  <a:cubicBezTo>
                    <a:pt x="3283992" y="240909"/>
                    <a:pt x="3289052" y="241920"/>
                    <a:pt x="3295631" y="235853"/>
                  </a:cubicBezTo>
                  <a:cubicBezTo>
                    <a:pt x="3309799" y="223721"/>
                    <a:pt x="3347244" y="217655"/>
                    <a:pt x="3379629" y="222710"/>
                  </a:cubicBezTo>
                  <a:cubicBezTo>
                    <a:pt x="3523844" y="243436"/>
                    <a:pt x="3632131" y="291966"/>
                    <a:pt x="3665022" y="349596"/>
                  </a:cubicBezTo>
                  <a:cubicBezTo>
                    <a:pt x="3673118" y="364256"/>
                    <a:pt x="3681721" y="384982"/>
                    <a:pt x="3683239" y="395093"/>
                  </a:cubicBezTo>
                  <a:cubicBezTo>
                    <a:pt x="3685263" y="405709"/>
                    <a:pt x="3689311" y="416830"/>
                    <a:pt x="3692853" y="419358"/>
                  </a:cubicBezTo>
                  <a:cubicBezTo>
                    <a:pt x="3701455" y="426435"/>
                    <a:pt x="3732322" y="437556"/>
                    <a:pt x="3799622" y="456766"/>
                  </a:cubicBezTo>
                  <a:cubicBezTo>
                    <a:pt x="3854778" y="472437"/>
                    <a:pt x="3856296" y="472437"/>
                    <a:pt x="3971668" y="472943"/>
                  </a:cubicBezTo>
                  <a:lnTo>
                    <a:pt x="4088051" y="473448"/>
                  </a:lnTo>
                  <a:lnTo>
                    <a:pt x="4133593" y="489120"/>
                  </a:lnTo>
                  <a:cubicBezTo>
                    <a:pt x="4158893" y="497713"/>
                    <a:pt x="4192290" y="509846"/>
                    <a:pt x="4208483" y="515407"/>
                  </a:cubicBezTo>
                  <a:cubicBezTo>
                    <a:pt x="4237326" y="526023"/>
                    <a:pt x="4241880" y="526023"/>
                    <a:pt x="4615826" y="525517"/>
                  </a:cubicBezTo>
                  <a:cubicBezTo>
                    <a:pt x="4991289" y="524506"/>
                    <a:pt x="4993819" y="524506"/>
                    <a:pt x="5024180" y="535628"/>
                  </a:cubicBezTo>
                  <a:cubicBezTo>
                    <a:pt x="5078324" y="554837"/>
                    <a:pt x="5053023" y="535122"/>
                    <a:pt x="5446197" y="861183"/>
                  </a:cubicBezTo>
                  <a:cubicBezTo>
                    <a:pt x="5556509" y="952683"/>
                    <a:pt x="5697687" y="1069964"/>
                    <a:pt x="5759927" y="1121527"/>
                  </a:cubicBezTo>
                  <a:cubicBezTo>
                    <a:pt x="5822167" y="1173596"/>
                    <a:pt x="5894527" y="1233247"/>
                    <a:pt x="5920334" y="1253973"/>
                  </a:cubicBezTo>
                  <a:cubicBezTo>
                    <a:pt x="5973465" y="1296943"/>
                    <a:pt x="5993200" y="1326263"/>
                    <a:pt x="5993200" y="1363166"/>
                  </a:cubicBezTo>
                  <a:cubicBezTo>
                    <a:pt x="5993200" y="1387937"/>
                    <a:pt x="6002308" y="1435961"/>
                    <a:pt x="6008887" y="1443544"/>
                  </a:cubicBezTo>
                  <a:cubicBezTo>
                    <a:pt x="6013441" y="1449610"/>
                    <a:pt x="6033175" y="1538582"/>
                    <a:pt x="6045826" y="1607838"/>
                  </a:cubicBezTo>
                  <a:cubicBezTo>
                    <a:pt x="6049874" y="1631598"/>
                    <a:pt x="6067078" y="1721581"/>
                    <a:pt x="6083777" y="1808025"/>
                  </a:cubicBezTo>
                  <a:cubicBezTo>
                    <a:pt x="6113126" y="1960187"/>
                    <a:pt x="6150571" y="2158351"/>
                    <a:pt x="6170812" y="2272599"/>
                  </a:cubicBezTo>
                  <a:cubicBezTo>
                    <a:pt x="6176378" y="2303436"/>
                    <a:pt x="6186498" y="2358032"/>
                    <a:pt x="6193582" y="2393924"/>
                  </a:cubicBezTo>
                  <a:cubicBezTo>
                    <a:pt x="6200666" y="2430322"/>
                    <a:pt x="6210787" y="2483402"/>
                    <a:pt x="6215847" y="2512722"/>
                  </a:cubicBezTo>
                  <a:cubicBezTo>
                    <a:pt x="6220907" y="2542042"/>
                    <a:pt x="6229003" y="2584000"/>
                    <a:pt x="6233051" y="2606243"/>
                  </a:cubicBezTo>
                  <a:cubicBezTo>
                    <a:pt x="6237100" y="2628486"/>
                    <a:pt x="6255316" y="2727568"/>
                    <a:pt x="6273533" y="2826145"/>
                  </a:cubicBezTo>
                  <a:cubicBezTo>
                    <a:pt x="6291749" y="2924722"/>
                    <a:pt x="6318062" y="3067279"/>
                    <a:pt x="6332231" y="3142096"/>
                  </a:cubicBezTo>
                  <a:cubicBezTo>
                    <a:pt x="6428374" y="3648628"/>
                    <a:pt x="6429386" y="3654695"/>
                    <a:pt x="6412687" y="3710302"/>
                  </a:cubicBezTo>
                  <a:cubicBezTo>
                    <a:pt x="6404085" y="3738611"/>
                    <a:pt x="6370688" y="3775514"/>
                    <a:pt x="6336279" y="3794219"/>
                  </a:cubicBezTo>
                  <a:lnTo>
                    <a:pt x="6309460" y="3809384"/>
                  </a:lnTo>
                  <a:lnTo>
                    <a:pt x="4885026" y="3809384"/>
                  </a:lnTo>
                  <a:lnTo>
                    <a:pt x="3460592" y="3809384"/>
                  </a:lnTo>
                  <a:lnTo>
                    <a:pt x="3434279" y="3797252"/>
                  </a:lnTo>
                  <a:cubicBezTo>
                    <a:pt x="3403918" y="3783603"/>
                    <a:pt x="3370015" y="3749733"/>
                    <a:pt x="3356859" y="3719401"/>
                  </a:cubicBezTo>
                  <a:cubicBezTo>
                    <a:pt x="3351798" y="3707774"/>
                    <a:pt x="3331558" y="3609703"/>
                    <a:pt x="3311317" y="3501016"/>
                  </a:cubicBezTo>
                  <a:cubicBezTo>
                    <a:pt x="3291583" y="3392835"/>
                    <a:pt x="3267800" y="3262916"/>
                    <a:pt x="3258186" y="3212869"/>
                  </a:cubicBezTo>
                  <a:cubicBezTo>
                    <a:pt x="3248571" y="3162822"/>
                    <a:pt x="3232885" y="3077389"/>
                    <a:pt x="3223270" y="3023298"/>
                  </a:cubicBezTo>
                  <a:cubicBezTo>
                    <a:pt x="3195946" y="2874675"/>
                    <a:pt x="3153440" y="2644157"/>
                    <a:pt x="3121561" y="2477335"/>
                  </a:cubicBezTo>
                  <a:cubicBezTo>
                    <a:pt x="3106381" y="2395441"/>
                    <a:pt x="3084116" y="2279171"/>
                    <a:pt x="3072984" y="2219519"/>
                  </a:cubicBezTo>
                  <a:cubicBezTo>
                    <a:pt x="3061851" y="2159868"/>
                    <a:pt x="3048189" y="2088084"/>
                    <a:pt x="3043129" y="2060280"/>
                  </a:cubicBezTo>
                  <a:cubicBezTo>
                    <a:pt x="2993033" y="1799937"/>
                    <a:pt x="2956094" y="1594189"/>
                    <a:pt x="2953564" y="1564869"/>
                  </a:cubicBezTo>
                  <a:cubicBezTo>
                    <a:pt x="2951540" y="1539088"/>
                    <a:pt x="2953058" y="1524427"/>
                    <a:pt x="2958624" y="1511284"/>
                  </a:cubicBezTo>
                  <a:lnTo>
                    <a:pt x="2966214" y="1492580"/>
                  </a:lnTo>
                  <a:lnTo>
                    <a:pt x="2936360" y="1487019"/>
                  </a:lnTo>
                  <a:cubicBezTo>
                    <a:pt x="2901444" y="1479942"/>
                    <a:pt x="2847301" y="1458710"/>
                    <a:pt x="2762796" y="1418773"/>
                  </a:cubicBezTo>
                  <a:cubicBezTo>
                    <a:pt x="2729905" y="1403102"/>
                    <a:pt x="2701062" y="1390464"/>
                    <a:pt x="2699038" y="1390464"/>
                  </a:cubicBezTo>
                  <a:cubicBezTo>
                    <a:pt x="2697014" y="1390464"/>
                    <a:pt x="2688412" y="1421807"/>
                    <a:pt x="2679304" y="1459721"/>
                  </a:cubicBezTo>
                  <a:cubicBezTo>
                    <a:pt x="2595811" y="1816619"/>
                    <a:pt x="2558366" y="1943505"/>
                    <a:pt x="2499162" y="2066346"/>
                  </a:cubicBezTo>
                  <a:cubicBezTo>
                    <a:pt x="2423766" y="2223564"/>
                    <a:pt x="2341285" y="2311019"/>
                    <a:pt x="2203649" y="2378759"/>
                  </a:cubicBezTo>
                  <a:lnTo>
                    <a:pt x="2142927" y="2408584"/>
                  </a:lnTo>
                  <a:lnTo>
                    <a:pt x="2131795" y="2438916"/>
                  </a:lnTo>
                  <a:cubicBezTo>
                    <a:pt x="2118132" y="2474302"/>
                    <a:pt x="2082205" y="2530415"/>
                    <a:pt x="2049314" y="2566813"/>
                  </a:cubicBezTo>
                  <a:cubicBezTo>
                    <a:pt x="2036664" y="2580967"/>
                    <a:pt x="2028061" y="2594111"/>
                    <a:pt x="2030592" y="2595627"/>
                  </a:cubicBezTo>
                  <a:cubicBezTo>
                    <a:pt x="2033122" y="2597144"/>
                    <a:pt x="2047796" y="2624442"/>
                    <a:pt x="2063483" y="2655279"/>
                  </a:cubicBezTo>
                  <a:cubicBezTo>
                    <a:pt x="2078663" y="2686621"/>
                    <a:pt x="2097892" y="2719986"/>
                    <a:pt x="2105988" y="2729085"/>
                  </a:cubicBezTo>
                  <a:lnTo>
                    <a:pt x="2120156" y="2745767"/>
                  </a:lnTo>
                  <a:lnTo>
                    <a:pt x="2155071" y="2725041"/>
                  </a:lnTo>
                  <a:cubicBezTo>
                    <a:pt x="2229456" y="2681566"/>
                    <a:pt x="2336731" y="2649213"/>
                    <a:pt x="2405043" y="2649213"/>
                  </a:cubicBezTo>
                  <a:cubicBezTo>
                    <a:pt x="2516873" y="2649718"/>
                    <a:pt x="2605425" y="2720997"/>
                    <a:pt x="2670701" y="2862543"/>
                  </a:cubicBezTo>
                  <a:cubicBezTo>
                    <a:pt x="2692966" y="2910062"/>
                    <a:pt x="2731929" y="3033914"/>
                    <a:pt x="2742050" y="3089016"/>
                  </a:cubicBezTo>
                  <a:cubicBezTo>
                    <a:pt x="2753688" y="3151195"/>
                    <a:pt x="2753688" y="3151195"/>
                    <a:pt x="2801759" y="3161306"/>
                  </a:cubicBezTo>
                  <a:cubicBezTo>
                    <a:pt x="2878168" y="3177988"/>
                    <a:pt x="2920167" y="3206297"/>
                    <a:pt x="2925227" y="3244717"/>
                  </a:cubicBezTo>
                  <a:cubicBezTo>
                    <a:pt x="2928769" y="3272015"/>
                    <a:pt x="2913083" y="3305379"/>
                    <a:pt x="2863999" y="3371603"/>
                  </a:cubicBezTo>
                  <a:cubicBezTo>
                    <a:pt x="2816940" y="3435804"/>
                    <a:pt x="2798723" y="3467652"/>
                    <a:pt x="2788097" y="3503038"/>
                  </a:cubicBezTo>
                  <a:cubicBezTo>
                    <a:pt x="2775953" y="3543480"/>
                    <a:pt x="2777977" y="3565723"/>
                    <a:pt x="2800241" y="3661772"/>
                  </a:cubicBezTo>
                  <a:cubicBezTo>
                    <a:pt x="2833132" y="3804834"/>
                    <a:pt x="2835662" y="3843760"/>
                    <a:pt x="2816940" y="3968623"/>
                  </a:cubicBezTo>
                  <a:lnTo>
                    <a:pt x="2814410" y="3986317"/>
                  </a:lnTo>
                  <a:lnTo>
                    <a:pt x="2845783" y="3992383"/>
                  </a:lnTo>
                  <a:cubicBezTo>
                    <a:pt x="2959636" y="4014120"/>
                    <a:pt x="3063876" y="4141006"/>
                    <a:pt x="3084116" y="4283563"/>
                  </a:cubicBezTo>
                  <a:cubicBezTo>
                    <a:pt x="3091706" y="4333104"/>
                    <a:pt x="3086140" y="4382646"/>
                    <a:pt x="3068430" y="4430165"/>
                  </a:cubicBezTo>
                  <a:cubicBezTo>
                    <a:pt x="3055273" y="4464540"/>
                    <a:pt x="3017828" y="4507509"/>
                    <a:pt x="2989997" y="4520147"/>
                  </a:cubicBezTo>
                  <a:cubicBezTo>
                    <a:pt x="2962166" y="4532785"/>
                    <a:pt x="2914095" y="4532785"/>
                    <a:pt x="2880698" y="4519642"/>
                  </a:cubicBezTo>
                  <a:cubicBezTo>
                    <a:pt x="2866529" y="4513576"/>
                    <a:pt x="2853879" y="4510037"/>
                    <a:pt x="2852867" y="4511048"/>
                  </a:cubicBezTo>
                  <a:cubicBezTo>
                    <a:pt x="2851855" y="4512059"/>
                    <a:pt x="2853373" y="4520653"/>
                    <a:pt x="2855903" y="4530258"/>
                  </a:cubicBezTo>
                  <a:cubicBezTo>
                    <a:pt x="2863999" y="4556545"/>
                    <a:pt x="2862481" y="4620241"/>
                    <a:pt x="2853879" y="4647539"/>
                  </a:cubicBezTo>
                  <a:cubicBezTo>
                    <a:pt x="2843253" y="4682925"/>
                    <a:pt x="2823518" y="4710223"/>
                    <a:pt x="2796699" y="4727411"/>
                  </a:cubicBezTo>
                  <a:cubicBezTo>
                    <a:pt x="2775953" y="4740049"/>
                    <a:pt x="2768362" y="4742071"/>
                    <a:pt x="2735977" y="4742071"/>
                  </a:cubicBezTo>
                  <a:cubicBezTo>
                    <a:pt x="2702580" y="4742071"/>
                    <a:pt x="2692966" y="4739544"/>
                    <a:pt x="2634268" y="4714268"/>
                  </a:cubicBezTo>
                  <a:cubicBezTo>
                    <a:pt x="2598847" y="4699102"/>
                    <a:pt x="2557354" y="4684442"/>
                    <a:pt x="2542679" y="4681409"/>
                  </a:cubicBezTo>
                  <a:cubicBezTo>
                    <a:pt x="2462223" y="4666243"/>
                    <a:pt x="2366080" y="4682420"/>
                    <a:pt x="2198083" y="4739544"/>
                  </a:cubicBezTo>
                  <a:cubicBezTo>
                    <a:pt x="2100422" y="4772908"/>
                    <a:pt x="2050832" y="4783018"/>
                    <a:pt x="1972906" y="4785041"/>
                  </a:cubicBezTo>
                  <a:cubicBezTo>
                    <a:pt x="1933943" y="4786052"/>
                    <a:pt x="1888907" y="4785041"/>
                    <a:pt x="1873221" y="4782513"/>
                  </a:cubicBezTo>
                  <a:close/>
                  <a:moveTo>
                    <a:pt x="2407067" y="4089443"/>
                  </a:moveTo>
                  <a:cubicBezTo>
                    <a:pt x="2457669" y="4054057"/>
                    <a:pt x="2489042" y="4043441"/>
                    <a:pt x="2547234" y="4041418"/>
                  </a:cubicBezTo>
                  <a:cubicBezTo>
                    <a:pt x="2622630" y="4038891"/>
                    <a:pt x="2668677" y="4053551"/>
                    <a:pt x="2737495" y="4103092"/>
                  </a:cubicBezTo>
                  <a:cubicBezTo>
                    <a:pt x="2755206" y="4115225"/>
                    <a:pt x="2770386" y="4125335"/>
                    <a:pt x="2771904" y="4125335"/>
                  </a:cubicBezTo>
                  <a:cubicBezTo>
                    <a:pt x="2773423" y="4125335"/>
                    <a:pt x="2767350" y="4114214"/>
                    <a:pt x="2758748" y="4100564"/>
                  </a:cubicBezTo>
                  <a:lnTo>
                    <a:pt x="2743568" y="4075288"/>
                  </a:lnTo>
                  <a:lnTo>
                    <a:pt x="2759760" y="4020692"/>
                  </a:lnTo>
                  <a:cubicBezTo>
                    <a:pt x="2793157" y="3907455"/>
                    <a:pt x="2792145" y="3825561"/>
                    <a:pt x="2754700" y="3674915"/>
                  </a:cubicBezTo>
                  <a:cubicBezTo>
                    <a:pt x="2716243" y="3523259"/>
                    <a:pt x="2726869" y="3475235"/>
                    <a:pt x="2827060" y="3338238"/>
                  </a:cubicBezTo>
                  <a:cubicBezTo>
                    <a:pt x="2847301" y="3309929"/>
                    <a:pt x="2867541" y="3280103"/>
                    <a:pt x="2871084" y="3271004"/>
                  </a:cubicBezTo>
                  <a:cubicBezTo>
                    <a:pt x="2877156" y="3256849"/>
                    <a:pt x="2876650" y="3254322"/>
                    <a:pt x="2866023" y="3243200"/>
                  </a:cubicBezTo>
                  <a:cubicBezTo>
                    <a:pt x="2853879" y="3230562"/>
                    <a:pt x="2815422" y="3215902"/>
                    <a:pt x="2760266" y="3203264"/>
                  </a:cubicBezTo>
                  <a:cubicBezTo>
                    <a:pt x="2742556" y="3199220"/>
                    <a:pt x="2724845" y="3192648"/>
                    <a:pt x="2720797" y="3188604"/>
                  </a:cubicBezTo>
                  <a:cubicBezTo>
                    <a:pt x="2716749" y="3185065"/>
                    <a:pt x="2707134" y="3149173"/>
                    <a:pt x="2699038" y="3108732"/>
                  </a:cubicBezTo>
                  <a:cubicBezTo>
                    <a:pt x="2681834" y="3025320"/>
                    <a:pt x="2678798" y="3020771"/>
                    <a:pt x="2635786" y="3015716"/>
                  </a:cubicBezTo>
                  <a:cubicBezTo>
                    <a:pt x="2578101" y="3008133"/>
                    <a:pt x="2506246" y="3034925"/>
                    <a:pt x="2458681" y="3081433"/>
                  </a:cubicBezTo>
                  <a:cubicBezTo>
                    <a:pt x="2432874" y="3106204"/>
                    <a:pt x="2424272" y="3108732"/>
                    <a:pt x="2409597" y="3095588"/>
                  </a:cubicBezTo>
                  <a:cubicBezTo>
                    <a:pt x="2393405" y="3080928"/>
                    <a:pt x="2398465" y="3066773"/>
                    <a:pt x="2429838" y="3037959"/>
                  </a:cubicBezTo>
                  <a:cubicBezTo>
                    <a:pt x="2483476" y="2988417"/>
                    <a:pt x="2537113" y="2967691"/>
                    <a:pt x="2611498" y="2967691"/>
                  </a:cubicBezTo>
                  <a:cubicBezTo>
                    <a:pt x="2639834" y="2967691"/>
                    <a:pt x="2653497" y="2965669"/>
                    <a:pt x="2653497" y="2962130"/>
                  </a:cubicBezTo>
                  <a:cubicBezTo>
                    <a:pt x="2653497" y="2949998"/>
                    <a:pt x="2615546" y="2867598"/>
                    <a:pt x="2592269" y="2828673"/>
                  </a:cubicBezTo>
                  <a:cubicBezTo>
                    <a:pt x="2537619" y="2737173"/>
                    <a:pt x="2474873" y="2699765"/>
                    <a:pt x="2385309" y="2706336"/>
                  </a:cubicBezTo>
                  <a:cubicBezTo>
                    <a:pt x="2340273" y="2709370"/>
                    <a:pt x="2262347" y="2733129"/>
                    <a:pt x="2207697" y="2760933"/>
                  </a:cubicBezTo>
                  <a:cubicBezTo>
                    <a:pt x="2152035" y="2788736"/>
                    <a:pt x="2053362" y="2855971"/>
                    <a:pt x="2010857" y="2894896"/>
                  </a:cubicBezTo>
                  <a:cubicBezTo>
                    <a:pt x="1971388" y="2930788"/>
                    <a:pt x="1958231" y="2934327"/>
                    <a:pt x="1945581" y="2911578"/>
                  </a:cubicBezTo>
                  <a:cubicBezTo>
                    <a:pt x="1939003" y="2899446"/>
                    <a:pt x="1939509" y="2895907"/>
                    <a:pt x="1963797" y="2853443"/>
                  </a:cubicBezTo>
                  <a:cubicBezTo>
                    <a:pt x="1977966" y="2828673"/>
                    <a:pt x="1997195" y="2785198"/>
                    <a:pt x="2006303" y="2756889"/>
                  </a:cubicBezTo>
                  <a:lnTo>
                    <a:pt x="2022495" y="2705325"/>
                  </a:lnTo>
                  <a:lnTo>
                    <a:pt x="2008327" y="2670950"/>
                  </a:lnTo>
                  <a:cubicBezTo>
                    <a:pt x="2000231" y="2652246"/>
                    <a:pt x="1991628" y="2635058"/>
                    <a:pt x="1989098" y="2633541"/>
                  </a:cubicBezTo>
                  <a:cubicBezTo>
                    <a:pt x="1986568" y="2631519"/>
                    <a:pt x="1971388" y="2639608"/>
                    <a:pt x="1955701" y="2651740"/>
                  </a:cubicBezTo>
                  <a:cubicBezTo>
                    <a:pt x="1824643" y="2750822"/>
                    <a:pt x="1651586" y="2834233"/>
                    <a:pt x="1482577" y="2879225"/>
                  </a:cubicBezTo>
                  <a:cubicBezTo>
                    <a:pt x="1457782" y="2886302"/>
                    <a:pt x="1436529" y="2892368"/>
                    <a:pt x="1435517" y="2893885"/>
                  </a:cubicBezTo>
                  <a:cubicBezTo>
                    <a:pt x="1429445" y="2899951"/>
                    <a:pt x="1472456" y="3003078"/>
                    <a:pt x="1484095" y="3010155"/>
                  </a:cubicBezTo>
                  <a:cubicBezTo>
                    <a:pt x="1486625" y="3011671"/>
                    <a:pt x="1496745" y="3009649"/>
                    <a:pt x="1506865" y="3005605"/>
                  </a:cubicBezTo>
                  <a:cubicBezTo>
                    <a:pt x="1533178" y="2994484"/>
                    <a:pt x="1579732" y="2996000"/>
                    <a:pt x="1613129" y="3008638"/>
                  </a:cubicBezTo>
                  <a:cubicBezTo>
                    <a:pt x="1650574" y="3023298"/>
                    <a:pt x="1700669" y="3068795"/>
                    <a:pt x="1720910" y="3107720"/>
                  </a:cubicBezTo>
                  <a:cubicBezTo>
                    <a:pt x="1730018" y="3123897"/>
                    <a:pt x="1742669" y="3155239"/>
                    <a:pt x="1750259" y="3177482"/>
                  </a:cubicBezTo>
                  <a:cubicBezTo>
                    <a:pt x="1757343" y="3199725"/>
                    <a:pt x="1764427" y="3220957"/>
                    <a:pt x="1765945" y="3225001"/>
                  </a:cubicBezTo>
                  <a:cubicBezTo>
                    <a:pt x="1767463" y="3230562"/>
                    <a:pt x="1771512" y="3229046"/>
                    <a:pt x="1782138" y="3218935"/>
                  </a:cubicBezTo>
                  <a:cubicBezTo>
                    <a:pt x="1820089" y="3183043"/>
                    <a:pt x="1892955" y="3168889"/>
                    <a:pt x="1933943" y="3189615"/>
                  </a:cubicBezTo>
                  <a:cubicBezTo>
                    <a:pt x="1974424" y="3210341"/>
                    <a:pt x="1989604" y="3236628"/>
                    <a:pt x="1973412" y="3258871"/>
                  </a:cubicBezTo>
                  <a:cubicBezTo>
                    <a:pt x="1965822" y="3268476"/>
                    <a:pt x="1965316" y="3267971"/>
                    <a:pt x="1939003" y="3253311"/>
                  </a:cubicBezTo>
                  <a:cubicBezTo>
                    <a:pt x="1888907" y="3225507"/>
                    <a:pt x="1837800" y="3236628"/>
                    <a:pt x="1790740" y="3285158"/>
                  </a:cubicBezTo>
                  <a:cubicBezTo>
                    <a:pt x="1759873" y="3317512"/>
                    <a:pt x="1746717" y="3338744"/>
                    <a:pt x="1727488" y="3387779"/>
                  </a:cubicBezTo>
                  <a:cubicBezTo>
                    <a:pt x="1702693" y="3451981"/>
                    <a:pt x="1695609" y="3493433"/>
                    <a:pt x="1698645" y="3554096"/>
                  </a:cubicBezTo>
                  <a:cubicBezTo>
                    <a:pt x="1703199" y="3650145"/>
                    <a:pt x="1744187" y="3716368"/>
                    <a:pt x="1813005" y="3740128"/>
                  </a:cubicBezTo>
                  <a:cubicBezTo>
                    <a:pt x="1834257" y="3747711"/>
                    <a:pt x="1880305" y="3747711"/>
                    <a:pt x="1905100" y="3741139"/>
                  </a:cubicBezTo>
                  <a:cubicBezTo>
                    <a:pt x="1935461" y="3732545"/>
                    <a:pt x="1967846" y="3699686"/>
                    <a:pt x="1988086" y="3657222"/>
                  </a:cubicBezTo>
                  <a:cubicBezTo>
                    <a:pt x="1997701" y="3636496"/>
                    <a:pt x="2013893" y="3603131"/>
                    <a:pt x="2023507" y="3582911"/>
                  </a:cubicBezTo>
                  <a:cubicBezTo>
                    <a:pt x="2035652" y="3556623"/>
                    <a:pt x="2049820" y="3537414"/>
                    <a:pt x="2071073" y="3517193"/>
                  </a:cubicBezTo>
                  <a:cubicBezTo>
                    <a:pt x="2097386" y="3491917"/>
                    <a:pt x="2103964" y="3488378"/>
                    <a:pt x="2121674" y="3488378"/>
                  </a:cubicBezTo>
                  <a:cubicBezTo>
                    <a:pt x="2148999" y="3488378"/>
                    <a:pt x="2160132" y="3503544"/>
                    <a:pt x="2164686" y="3544996"/>
                  </a:cubicBezTo>
                  <a:cubicBezTo>
                    <a:pt x="2170252" y="3594538"/>
                    <a:pt x="2194541" y="3659244"/>
                    <a:pt x="2248684" y="3769953"/>
                  </a:cubicBezTo>
                  <a:cubicBezTo>
                    <a:pt x="2276009" y="3826066"/>
                    <a:pt x="2304346" y="3889762"/>
                    <a:pt x="2310924" y="3911499"/>
                  </a:cubicBezTo>
                  <a:cubicBezTo>
                    <a:pt x="2329141" y="3969129"/>
                    <a:pt x="2336731" y="4036363"/>
                    <a:pt x="2332177" y="4105114"/>
                  </a:cubicBezTo>
                  <a:lnTo>
                    <a:pt x="2328635" y="4163249"/>
                  </a:lnTo>
                  <a:lnTo>
                    <a:pt x="2350393" y="4138984"/>
                  </a:lnTo>
                  <a:cubicBezTo>
                    <a:pt x="2362032" y="4125335"/>
                    <a:pt x="2387839" y="4103092"/>
                    <a:pt x="2407067" y="4089443"/>
                  </a:cubicBezTo>
                  <a:close/>
                  <a:moveTo>
                    <a:pt x="6310472" y="3746194"/>
                  </a:moveTo>
                  <a:cubicBezTo>
                    <a:pt x="6347411" y="3727490"/>
                    <a:pt x="6366640" y="3702719"/>
                    <a:pt x="6370688" y="3667333"/>
                  </a:cubicBezTo>
                  <a:cubicBezTo>
                    <a:pt x="6374736" y="3635990"/>
                    <a:pt x="6363604" y="3571789"/>
                    <a:pt x="6266449" y="3053630"/>
                  </a:cubicBezTo>
                  <a:cubicBezTo>
                    <a:pt x="6187510" y="2631519"/>
                    <a:pt x="6135390" y="2352472"/>
                    <a:pt x="6107054" y="2199299"/>
                  </a:cubicBezTo>
                  <a:cubicBezTo>
                    <a:pt x="6091367" y="2114371"/>
                    <a:pt x="6061512" y="1956648"/>
                    <a:pt x="6040766" y="1847961"/>
                  </a:cubicBezTo>
                  <a:cubicBezTo>
                    <a:pt x="6020019" y="1739780"/>
                    <a:pt x="5997248" y="1621488"/>
                    <a:pt x="5990164" y="1585090"/>
                  </a:cubicBezTo>
                  <a:cubicBezTo>
                    <a:pt x="5980044" y="1532010"/>
                    <a:pt x="5975490" y="1516845"/>
                    <a:pt x="5964863" y="1506734"/>
                  </a:cubicBezTo>
                  <a:lnTo>
                    <a:pt x="5952213" y="1494096"/>
                  </a:lnTo>
                  <a:lnTo>
                    <a:pt x="5622291" y="1494096"/>
                  </a:lnTo>
                  <a:lnTo>
                    <a:pt x="5292368" y="1494096"/>
                  </a:lnTo>
                  <a:lnTo>
                    <a:pt x="5263526" y="1524427"/>
                  </a:lnTo>
                  <a:lnTo>
                    <a:pt x="5235189" y="1554759"/>
                  </a:lnTo>
                  <a:lnTo>
                    <a:pt x="5539304" y="1557286"/>
                  </a:lnTo>
                  <a:cubicBezTo>
                    <a:pt x="5840889" y="1559814"/>
                    <a:pt x="5843925" y="1559814"/>
                    <a:pt x="5864672" y="1570935"/>
                  </a:cubicBezTo>
                  <a:cubicBezTo>
                    <a:pt x="5891491" y="1585090"/>
                    <a:pt x="5915780" y="1612894"/>
                    <a:pt x="5921852" y="1636653"/>
                  </a:cubicBezTo>
                  <a:cubicBezTo>
                    <a:pt x="5924888" y="1647269"/>
                    <a:pt x="5936020" y="1704899"/>
                    <a:pt x="5947153" y="1764550"/>
                  </a:cubicBezTo>
                  <a:cubicBezTo>
                    <a:pt x="5958285" y="1824202"/>
                    <a:pt x="5976502" y="1923284"/>
                    <a:pt x="5988140" y="1984452"/>
                  </a:cubicBezTo>
                  <a:cubicBezTo>
                    <a:pt x="5999778" y="2045620"/>
                    <a:pt x="6016983" y="2137625"/>
                    <a:pt x="6026091" y="2189188"/>
                  </a:cubicBezTo>
                  <a:cubicBezTo>
                    <a:pt x="6035705" y="2240751"/>
                    <a:pt x="6051392" y="2326184"/>
                    <a:pt x="6061512" y="2378759"/>
                  </a:cubicBezTo>
                  <a:cubicBezTo>
                    <a:pt x="6071633" y="2431838"/>
                    <a:pt x="6094403" y="2554680"/>
                    <a:pt x="6112620" y="2651740"/>
                  </a:cubicBezTo>
                  <a:cubicBezTo>
                    <a:pt x="6130836" y="2749306"/>
                    <a:pt x="6154619" y="2876697"/>
                    <a:pt x="6165245" y="2934832"/>
                  </a:cubicBezTo>
                  <a:cubicBezTo>
                    <a:pt x="6176378" y="2993473"/>
                    <a:pt x="6196618" y="3105698"/>
                    <a:pt x="6210787" y="3185065"/>
                  </a:cubicBezTo>
                  <a:cubicBezTo>
                    <a:pt x="6224955" y="3264432"/>
                    <a:pt x="6246714" y="3383230"/>
                    <a:pt x="6259364" y="3449453"/>
                  </a:cubicBezTo>
                  <a:cubicBezTo>
                    <a:pt x="6271509" y="3515676"/>
                    <a:pt x="6281629" y="3580888"/>
                    <a:pt x="6281629" y="3594032"/>
                  </a:cubicBezTo>
                  <a:cubicBezTo>
                    <a:pt x="6281629" y="3625374"/>
                    <a:pt x="6260376" y="3656211"/>
                    <a:pt x="6233558" y="3665311"/>
                  </a:cubicBezTo>
                  <a:cubicBezTo>
                    <a:pt x="6219389" y="3669860"/>
                    <a:pt x="5909201" y="3670871"/>
                    <a:pt x="4861749" y="3669355"/>
                  </a:cubicBezTo>
                  <a:cubicBezTo>
                    <a:pt x="3515747" y="3666827"/>
                    <a:pt x="3508157" y="3666827"/>
                    <a:pt x="3494495" y="3656717"/>
                  </a:cubicBezTo>
                  <a:cubicBezTo>
                    <a:pt x="3470206" y="3639023"/>
                    <a:pt x="3459580" y="3616781"/>
                    <a:pt x="3450471" y="3568250"/>
                  </a:cubicBezTo>
                  <a:cubicBezTo>
                    <a:pt x="3445917" y="3542469"/>
                    <a:pt x="3425171" y="3431254"/>
                    <a:pt x="3404930" y="3321556"/>
                  </a:cubicBezTo>
                  <a:cubicBezTo>
                    <a:pt x="3384183" y="3211858"/>
                    <a:pt x="3357365" y="3065257"/>
                    <a:pt x="3344208" y="2995495"/>
                  </a:cubicBezTo>
                  <a:cubicBezTo>
                    <a:pt x="3331558" y="2926238"/>
                    <a:pt x="3307269" y="2796319"/>
                    <a:pt x="3290571" y="2707348"/>
                  </a:cubicBezTo>
                  <a:cubicBezTo>
                    <a:pt x="3273872" y="2618376"/>
                    <a:pt x="3248571" y="2485424"/>
                    <a:pt x="3234909" y="2411618"/>
                  </a:cubicBezTo>
                  <a:cubicBezTo>
                    <a:pt x="3211632" y="2285743"/>
                    <a:pt x="3199488" y="2223564"/>
                    <a:pt x="3149392" y="1959176"/>
                  </a:cubicBezTo>
                  <a:cubicBezTo>
                    <a:pt x="3087152" y="1630587"/>
                    <a:pt x="3088164" y="1638170"/>
                    <a:pt x="3099297" y="1609355"/>
                  </a:cubicBezTo>
                  <a:cubicBezTo>
                    <a:pt x="3105875" y="1591156"/>
                    <a:pt x="3123079" y="1572957"/>
                    <a:pt x="3139272" y="1566386"/>
                  </a:cubicBezTo>
                  <a:cubicBezTo>
                    <a:pt x="3156982" y="1559308"/>
                    <a:pt x="3324980" y="1557792"/>
                    <a:pt x="4162435" y="1557286"/>
                  </a:cubicBezTo>
                  <a:lnTo>
                    <a:pt x="4889580" y="1557286"/>
                  </a:lnTo>
                  <a:lnTo>
                    <a:pt x="4895146" y="1536054"/>
                  </a:lnTo>
                  <a:cubicBezTo>
                    <a:pt x="4898182" y="1523922"/>
                    <a:pt x="4901724" y="1510273"/>
                    <a:pt x="4903242" y="1505723"/>
                  </a:cubicBezTo>
                  <a:cubicBezTo>
                    <a:pt x="4905773" y="1497129"/>
                    <a:pt x="4859219" y="1496624"/>
                    <a:pt x="3973186" y="1496624"/>
                  </a:cubicBezTo>
                  <a:cubicBezTo>
                    <a:pt x="2942938" y="1496624"/>
                    <a:pt x="3027442" y="1494096"/>
                    <a:pt x="3009732" y="1527966"/>
                  </a:cubicBezTo>
                  <a:cubicBezTo>
                    <a:pt x="2999106" y="1548187"/>
                    <a:pt x="3001130" y="1569419"/>
                    <a:pt x="3025418" y="1693777"/>
                  </a:cubicBezTo>
                  <a:cubicBezTo>
                    <a:pt x="3044647" y="1791848"/>
                    <a:pt x="3062863" y="1889919"/>
                    <a:pt x="3113971" y="2166440"/>
                  </a:cubicBezTo>
                  <a:cubicBezTo>
                    <a:pt x="3131176" y="2258445"/>
                    <a:pt x="3150404" y="2363087"/>
                    <a:pt x="3157488" y="2398979"/>
                  </a:cubicBezTo>
                  <a:cubicBezTo>
                    <a:pt x="3176717" y="2498567"/>
                    <a:pt x="3196452" y="2605738"/>
                    <a:pt x="3227825" y="2775593"/>
                  </a:cubicBezTo>
                  <a:cubicBezTo>
                    <a:pt x="3252113" y="2909556"/>
                    <a:pt x="3297149" y="3152712"/>
                    <a:pt x="3373051" y="3561679"/>
                  </a:cubicBezTo>
                  <a:cubicBezTo>
                    <a:pt x="3384183" y="3622847"/>
                    <a:pt x="3396328" y="3679971"/>
                    <a:pt x="3399870" y="3688059"/>
                  </a:cubicBezTo>
                  <a:cubicBezTo>
                    <a:pt x="3413532" y="3721423"/>
                    <a:pt x="3444905" y="3747711"/>
                    <a:pt x="3480832" y="3756810"/>
                  </a:cubicBezTo>
                  <a:cubicBezTo>
                    <a:pt x="3489435" y="3758832"/>
                    <a:pt x="4122460" y="3760349"/>
                    <a:pt x="4888062" y="3760854"/>
                  </a:cubicBezTo>
                  <a:lnTo>
                    <a:pt x="6280111" y="3761360"/>
                  </a:lnTo>
                  <a:lnTo>
                    <a:pt x="6310472" y="3746194"/>
                  </a:lnTo>
                  <a:close/>
                  <a:moveTo>
                    <a:pt x="6222931" y="3607681"/>
                  </a:moveTo>
                  <a:lnTo>
                    <a:pt x="6235076" y="3596054"/>
                  </a:lnTo>
                  <a:lnTo>
                    <a:pt x="6222931" y="3525787"/>
                  </a:lnTo>
                  <a:cubicBezTo>
                    <a:pt x="6211293" y="3460069"/>
                    <a:pt x="6184474" y="3314479"/>
                    <a:pt x="6117174" y="2955053"/>
                  </a:cubicBezTo>
                  <a:cubicBezTo>
                    <a:pt x="6101993" y="2874675"/>
                    <a:pt x="6077199" y="2739195"/>
                    <a:pt x="6061512" y="2654268"/>
                  </a:cubicBezTo>
                  <a:cubicBezTo>
                    <a:pt x="6037223" y="2520810"/>
                    <a:pt x="6019007" y="2422233"/>
                    <a:pt x="5967393" y="2146219"/>
                  </a:cubicBezTo>
                  <a:cubicBezTo>
                    <a:pt x="5961827" y="2115888"/>
                    <a:pt x="5949683" y="2049664"/>
                    <a:pt x="5940068" y="1999618"/>
                  </a:cubicBezTo>
                  <a:cubicBezTo>
                    <a:pt x="5930454" y="1949571"/>
                    <a:pt x="5912238" y="1852005"/>
                    <a:pt x="5899587" y="1782243"/>
                  </a:cubicBezTo>
                  <a:cubicBezTo>
                    <a:pt x="5887443" y="1712987"/>
                    <a:pt x="5873274" y="1648786"/>
                    <a:pt x="5869226" y="1640697"/>
                  </a:cubicBezTo>
                  <a:cubicBezTo>
                    <a:pt x="5853034" y="1609355"/>
                    <a:pt x="5866696" y="1610366"/>
                    <a:pt x="5543858" y="1609355"/>
                  </a:cubicBezTo>
                  <a:cubicBezTo>
                    <a:pt x="5369283" y="1609355"/>
                    <a:pt x="5250369" y="1610872"/>
                    <a:pt x="5252393" y="1613399"/>
                  </a:cubicBezTo>
                  <a:cubicBezTo>
                    <a:pt x="5253911" y="1615927"/>
                    <a:pt x="5258971" y="1617949"/>
                    <a:pt x="5264032" y="1617949"/>
                  </a:cubicBezTo>
                  <a:cubicBezTo>
                    <a:pt x="5276682" y="1617949"/>
                    <a:pt x="5320199" y="1657380"/>
                    <a:pt x="5320199" y="1668501"/>
                  </a:cubicBezTo>
                  <a:cubicBezTo>
                    <a:pt x="5320199" y="1679117"/>
                    <a:pt x="5297935" y="1697316"/>
                    <a:pt x="5264538" y="1713998"/>
                  </a:cubicBezTo>
                  <a:cubicBezTo>
                    <a:pt x="5251887" y="1720064"/>
                    <a:pt x="5237719" y="1728658"/>
                    <a:pt x="5233165" y="1732702"/>
                  </a:cubicBezTo>
                  <a:cubicBezTo>
                    <a:pt x="5225068" y="1739780"/>
                    <a:pt x="5226586" y="1741802"/>
                    <a:pt x="5253911" y="1759495"/>
                  </a:cubicBezTo>
                  <a:cubicBezTo>
                    <a:pt x="5286802" y="1780727"/>
                    <a:pt x="5315645" y="1813080"/>
                    <a:pt x="5329814" y="1845939"/>
                  </a:cubicBezTo>
                  <a:cubicBezTo>
                    <a:pt x="5335380" y="1858072"/>
                    <a:pt x="5349548" y="1914690"/>
                    <a:pt x="5361187" y="1971814"/>
                  </a:cubicBezTo>
                  <a:cubicBezTo>
                    <a:pt x="5385475" y="2088589"/>
                    <a:pt x="5389017" y="2147230"/>
                    <a:pt x="5373837" y="2180594"/>
                  </a:cubicBezTo>
                  <a:cubicBezTo>
                    <a:pt x="5363211" y="2204859"/>
                    <a:pt x="5333356" y="2237718"/>
                    <a:pt x="5308055" y="2253389"/>
                  </a:cubicBezTo>
                  <a:cubicBezTo>
                    <a:pt x="5260995" y="2283215"/>
                    <a:pt x="5305525" y="2281699"/>
                    <a:pt x="4594573" y="2280687"/>
                  </a:cubicBezTo>
                  <a:cubicBezTo>
                    <a:pt x="3954969" y="2279676"/>
                    <a:pt x="3941307" y="2279171"/>
                    <a:pt x="3911452" y="2269566"/>
                  </a:cubicBezTo>
                  <a:cubicBezTo>
                    <a:pt x="3858320" y="2251367"/>
                    <a:pt x="3823911" y="2222047"/>
                    <a:pt x="3799116" y="2173011"/>
                  </a:cubicBezTo>
                  <a:cubicBezTo>
                    <a:pt x="3778876" y="2132570"/>
                    <a:pt x="3733334" y="1895986"/>
                    <a:pt x="3738394" y="1854027"/>
                  </a:cubicBezTo>
                  <a:cubicBezTo>
                    <a:pt x="3741430" y="1825213"/>
                    <a:pt x="3763189" y="1783760"/>
                    <a:pt x="3783430" y="1766572"/>
                  </a:cubicBezTo>
                  <a:cubicBezTo>
                    <a:pt x="3792032" y="1759495"/>
                    <a:pt x="3810249" y="1747868"/>
                    <a:pt x="3824417" y="1740285"/>
                  </a:cubicBezTo>
                  <a:lnTo>
                    <a:pt x="3850224" y="1726636"/>
                  </a:lnTo>
                  <a:lnTo>
                    <a:pt x="4352191" y="1725119"/>
                  </a:lnTo>
                  <a:lnTo>
                    <a:pt x="4854159" y="1723603"/>
                  </a:lnTo>
                  <a:lnTo>
                    <a:pt x="4859219" y="1704899"/>
                  </a:lnTo>
                  <a:cubicBezTo>
                    <a:pt x="4868327" y="1670523"/>
                    <a:pt x="4875918" y="1617443"/>
                    <a:pt x="4872375" y="1613905"/>
                  </a:cubicBezTo>
                  <a:cubicBezTo>
                    <a:pt x="4870351" y="1611883"/>
                    <a:pt x="4487298" y="1611377"/>
                    <a:pt x="4020751" y="1611883"/>
                  </a:cubicBezTo>
                  <a:cubicBezTo>
                    <a:pt x="3100309" y="1613905"/>
                    <a:pt x="3153440" y="1612388"/>
                    <a:pt x="3146356" y="1640697"/>
                  </a:cubicBezTo>
                  <a:cubicBezTo>
                    <a:pt x="3144332" y="1648280"/>
                    <a:pt x="3154452" y="1712481"/>
                    <a:pt x="3169127" y="1791343"/>
                  </a:cubicBezTo>
                  <a:cubicBezTo>
                    <a:pt x="3205560" y="1984452"/>
                    <a:pt x="3317389" y="2582989"/>
                    <a:pt x="3382159" y="2931294"/>
                  </a:cubicBezTo>
                  <a:cubicBezTo>
                    <a:pt x="3390256" y="2976790"/>
                    <a:pt x="3409990" y="3079411"/>
                    <a:pt x="3425171" y="3158778"/>
                  </a:cubicBezTo>
                  <a:cubicBezTo>
                    <a:pt x="3440351" y="3238651"/>
                    <a:pt x="3464134" y="3367558"/>
                    <a:pt x="3478302" y="3445409"/>
                  </a:cubicBezTo>
                  <a:cubicBezTo>
                    <a:pt x="3492471" y="3523259"/>
                    <a:pt x="3507651" y="3592010"/>
                    <a:pt x="3511699" y="3598582"/>
                  </a:cubicBezTo>
                  <a:cubicBezTo>
                    <a:pt x="3515747" y="3605154"/>
                    <a:pt x="3524350" y="3612231"/>
                    <a:pt x="3530422" y="3614758"/>
                  </a:cubicBezTo>
                  <a:cubicBezTo>
                    <a:pt x="3537000" y="3617286"/>
                    <a:pt x="4117400" y="3619308"/>
                    <a:pt x="4876424" y="3619308"/>
                  </a:cubicBezTo>
                  <a:lnTo>
                    <a:pt x="6211293" y="3619814"/>
                  </a:lnTo>
                  <a:lnTo>
                    <a:pt x="6222931" y="3607681"/>
                  </a:lnTo>
                  <a:close/>
                  <a:moveTo>
                    <a:pt x="1303447" y="2691676"/>
                  </a:moveTo>
                  <a:cubicBezTo>
                    <a:pt x="1430457" y="2676005"/>
                    <a:pt x="1584286" y="2637586"/>
                    <a:pt x="1715850" y="2587539"/>
                  </a:cubicBezTo>
                  <a:cubicBezTo>
                    <a:pt x="1784668" y="2561757"/>
                    <a:pt x="1935461" y="2488962"/>
                    <a:pt x="1950135" y="2474302"/>
                  </a:cubicBezTo>
                  <a:cubicBezTo>
                    <a:pt x="1961267" y="2463686"/>
                    <a:pt x="1949629" y="2465203"/>
                    <a:pt x="1915726" y="2479357"/>
                  </a:cubicBezTo>
                  <a:cubicBezTo>
                    <a:pt x="1900040" y="2485929"/>
                    <a:pt x="1856016" y="2501600"/>
                    <a:pt x="1818571" y="2514238"/>
                  </a:cubicBezTo>
                  <a:cubicBezTo>
                    <a:pt x="1781126" y="2526876"/>
                    <a:pt x="1716356" y="2548614"/>
                    <a:pt x="1674357" y="2562768"/>
                  </a:cubicBezTo>
                  <a:cubicBezTo>
                    <a:pt x="1505347" y="2620398"/>
                    <a:pt x="1373277" y="2648707"/>
                    <a:pt x="1193642" y="2666906"/>
                  </a:cubicBezTo>
                  <a:cubicBezTo>
                    <a:pt x="1152148" y="2670950"/>
                    <a:pt x="1116221" y="2676511"/>
                    <a:pt x="1114197" y="2678533"/>
                  </a:cubicBezTo>
                  <a:cubicBezTo>
                    <a:pt x="1108631" y="2684094"/>
                    <a:pt x="1124824" y="2698248"/>
                    <a:pt x="1140510" y="2701281"/>
                  </a:cubicBezTo>
                  <a:cubicBezTo>
                    <a:pt x="1158221" y="2704820"/>
                    <a:pt x="1233617" y="2700270"/>
                    <a:pt x="1303447" y="2691676"/>
                  </a:cubicBezTo>
                  <a:close/>
                  <a:moveTo>
                    <a:pt x="2258299" y="2264511"/>
                  </a:moveTo>
                  <a:cubicBezTo>
                    <a:pt x="2273479" y="2258950"/>
                    <a:pt x="2278033" y="2252884"/>
                    <a:pt x="2269937" y="2247829"/>
                  </a:cubicBezTo>
                  <a:cubicBezTo>
                    <a:pt x="2267407" y="2246312"/>
                    <a:pt x="2247672" y="2243279"/>
                    <a:pt x="2225408" y="2240246"/>
                  </a:cubicBezTo>
                  <a:cubicBezTo>
                    <a:pt x="2148493" y="2230641"/>
                    <a:pt x="2088277" y="2197782"/>
                    <a:pt x="2018447" y="2126503"/>
                  </a:cubicBezTo>
                  <a:cubicBezTo>
                    <a:pt x="1904088" y="2011245"/>
                    <a:pt x="1823125" y="1832290"/>
                    <a:pt x="1777584" y="1595706"/>
                  </a:cubicBezTo>
                  <a:cubicBezTo>
                    <a:pt x="1768475" y="1547681"/>
                    <a:pt x="1761897" y="1532010"/>
                    <a:pt x="1751271" y="1532010"/>
                  </a:cubicBezTo>
                  <a:cubicBezTo>
                    <a:pt x="1743175" y="1532010"/>
                    <a:pt x="1750765" y="1610366"/>
                    <a:pt x="1764933" y="1671029"/>
                  </a:cubicBezTo>
                  <a:cubicBezTo>
                    <a:pt x="1795800" y="1799937"/>
                    <a:pt x="1827173" y="1885875"/>
                    <a:pt x="1882329" y="1992035"/>
                  </a:cubicBezTo>
                  <a:cubicBezTo>
                    <a:pt x="1935967" y="2094656"/>
                    <a:pt x="2004785" y="2177056"/>
                    <a:pt x="2075627" y="2223058"/>
                  </a:cubicBezTo>
                  <a:cubicBezTo>
                    <a:pt x="2133819" y="2260972"/>
                    <a:pt x="2215287" y="2279171"/>
                    <a:pt x="2258299" y="2264511"/>
                  </a:cubicBezTo>
                  <a:close/>
                  <a:moveTo>
                    <a:pt x="5250875" y="2227608"/>
                  </a:moveTo>
                  <a:cubicBezTo>
                    <a:pt x="5301477" y="2212442"/>
                    <a:pt x="5336392" y="2167956"/>
                    <a:pt x="5335886" y="2118921"/>
                  </a:cubicBezTo>
                  <a:cubicBezTo>
                    <a:pt x="5335886" y="2085051"/>
                    <a:pt x="5296923" y="1893964"/>
                    <a:pt x="5284778" y="1866665"/>
                  </a:cubicBezTo>
                  <a:cubicBezTo>
                    <a:pt x="5278706" y="1853522"/>
                    <a:pt x="5265550" y="1834312"/>
                    <a:pt x="5255429" y="1823696"/>
                  </a:cubicBezTo>
                  <a:cubicBezTo>
                    <a:pt x="5235189" y="1802970"/>
                    <a:pt x="5190153" y="1774661"/>
                    <a:pt x="5176491" y="1774661"/>
                  </a:cubicBezTo>
                  <a:cubicBezTo>
                    <a:pt x="5171937" y="1774661"/>
                    <a:pt x="5110709" y="1803475"/>
                    <a:pt x="5040879" y="1838356"/>
                  </a:cubicBezTo>
                  <a:cubicBezTo>
                    <a:pt x="4926013" y="1895480"/>
                    <a:pt x="4911339" y="1902052"/>
                    <a:pt x="4893122" y="1899524"/>
                  </a:cubicBezTo>
                  <a:cubicBezTo>
                    <a:pt x="4879460" y="1897502"/>
                    <a:pt x="4867821" y="1891436"/>
                    <a:pt x="4855677" y="1878798"/>
                  </a:cubicBezTo>
                  <a:cubicBezTo>
                    <a:pt x="4835942" y="1859588"/>
                    <a:pt x="4834424" y="1848972"/>
                    <a:pt x="4841003" y="1799937"/>
                  </a:cubicBezTo>
                  <a:lnTo>
                    <a:pt x="4845051" y="1772133"/>
                  </a:lnTo>
                  <a:lnTo>
                    <a:pt x="4358264" y="1773649"/>
                  </a:lnTo>
                  <a:lnTo>
                    <a:pt x="3871476" y="1775166"/>
                  </a:lnTo>
                  <a:lnTo>
                    <a:pt x="3843646" y="1788310"/>
                  </a:lnTo>
                  <a:cubicBezTo>
                    <a:pt x="3823405" y="1797915"/>
                    <a:pt x="3812779" y="1807014"/>
                    <a:pt x="3801646" y="1824202"/>
                  </a:cubicBezTo>
                  <a:cubicBezTo>
                    <a:pt x="3782924" y="1854027"/>
                    <a:pt x="3782418" y="1877281"/>
                    <a:pt x="3799622" y="1967264"/>
                  </a:cubicBezTo>
                  <a:cubicBezTo>
                    <a:pt x="3806706" y="2004673"/>
                    <a:pt x="3817333" y="2058764"/>
                    <a:pt x="3822899" y="2088084"/>
                  </a:cubicBezTo>
                  <a:cubicBezTo>
                    <a:pt x="3838079" y="2167451"/>
                    <a:pt x="3865404" y="2204859"/>
                    <a:pt x="3924608" y="2225080"/>
                  </a:cubicBezTo>
                  <a:cubicBezTo>
                    <a:pt x="3949909" y="2233674"/>
                    <a:pt x="3984824" y="2234180"/>
                    <a:pt x="4589513" y="2234685"/>
                  </a:cubicBezTo>
                  <a:cubicBezTo>
                    <a:pt x="5120829" y="2234685"/>
                    <a:pt x="5231647" y="2233674"/>
                    <a:pt x="5250875" y="2227608"/>
                  </a:cubicBezTo>
                  <a:close/>
                  <a:moveTo>
                    <a:pt x="646133" y="2166440"/>
                  </a:moveTo>
                  <a:cubicBezTo>
                    <a:pt x="645121" y="2163912"/>
                    <a:pt x="633482" y="2160879"/>
                    <a:pt x="619314" y="2159868"/>
                  </a:cubicBezTo>
                  <a:cubicBezTo>
                    <a:pt x="599073" y="2158857"/>
                    <a:pt x="594013" y="2159868"/>
                    <a:pt x="594013" y="2166440"/>
                  </a:cubicBezTo>
                  <a:cubicBezTo>
                    <a:pt x="594013" y="2173011"/>
                    <a:pt x="599073" y="2174022"/>
                    <a:pt x="620832" y="2173011"/>
                  </a:cubicBezTo>
                  <a:cubicBezTo>
                    <a:pt x="635000" y="2172000"/>
                    <a:pt x="646639" y="2169473"/>
                    <a:pt x="646133" y="2166440"/>
                  </a:cubicBezTo>
                  <a:close/>
                  <a:moveTo>
                    <a:pt x="760492" y="2156329"/>
                  </a:moveTo>
                  <a:cubicBezTo>
                    <a:pt x="761504" y="2154813"/>
                    <a:pt x="760492" y="2151274"/>
                    <a:pt x="757962" y="2148746"/>
                  </a:cubicBezTo>
                  <a:cubicBezTo>
                    <a:pt x="754420" y="2145208"/>
                    <a:pt x="744300" y="2145208"/>
                    <a:pt x="728613" y="2148241"/>
                  </a:cubicBezTo>
                  <a:cubicBezTo>
                    <a:pt x="701794" y="2153296"/>
                    <a:pt x="695216" y="2157340"/>
                    <a:pt x="704831" y="2163407"/>
                  </a:cubicBezTo>
                  <a:cubicBezTo>
                    <a:pt x="710903" y="2167451"/>
                    <a:pt x="754926" y="2161890"/>
                    <a:pt x="760492" y="2156329"/>
                  </a:cubicBezTo>
                  <a:close/>
                  <a:moveTo>
                    <a:pt x="523171" y="2161890"/>
                  </a:moveTo>
                  <a:cubicBezTo>
                    <a:pt x="523171" y="2160879"/>
                    <a:pt x="516593" y="2144197"/>
                    <a:pt x="508496" y="2124987"/>
                  </a:cubicBezTo>
                  <a:cubicBezTo>
                    <a:pt x="462449" y="2013267"/>
                    <a:pt x="367824" y="1612894"/>
                    <a:pt x="336451" y="1395519"/>
                  </a:cubicBezTo>
                  <a:cubicBezTo>
                    <a:pt x="333921" y="1377321"/>
                    <a:pt x="325825" y="1324241"/>
                    <a:pt x="318741" y="1276722"/>
                  </a:cubicBezTo>
                  <a:cubicBezTo>
                    <a:pt x="299006" y="1144275"/>
                    <a:pt x="293440" y="1091196"/>
                    <a:pt x="262067" y="743397"/>
                  </a:cubicBezTo>
                  <a:cubicBezTo>
                    <a:pt x="258019" y="697394"/>
                    <a:pt x="254477" y="648864"/>
                    <a:pt x="253971" y="635721"/>
                  </a:cubicBezTo>
                  <a:cubicBezTo>
                    <a:pt x="253465" y="613478"/>
                    <a:pt x="252453" y="612467"/>
                    <a:pt x="245368" y="619544"/>
                  </a:cubicBezTo>
                  <a:cubicBezTo>
                    <a:pt x="238284" y="626116"/>
                    <a:pt x="237272" y="643809"/>
                    <a:pt x="237778" y="739858"/>
                  </a:cubicBezTo>
                  <a:cubicBezTo>
                    <a:pt x="238284" y="976948"/>
                    <a:pt x="271681" y="1255490"/>
                    <a:pt x="341511" y="1605311"/>
                  </a:cubicBezTo>
                  <a:cubicBezTo>
                    <a:pt x="378956" y="1792354"/>
                    <a:pt x="408305" y="1904580"/>
                    <a:pt x="455871" y="2040059"/>
                  </a:cubicBezTo>
                  <a:cubicBezTo>
                    <a:pt x="480160" y="2109316"/>
                    <a:pt x="493822" y="2140658"/>
                    <a:pt x="506978" y="2155318"/>
                  </a:cubicBezTo>
                  <a:cubicBezTo>
                    <a:pt x="513557" y="2162901"/>
                    <a:pt x="523171" y="2166945"/>
                    <a:pt x="523171" y="2161890"/>
                  </a:cubicBezTo>
                  <a:close/>
                  <a:moveTo>
                    <a:pt x="440184" y="2145208"/>
                  </a:moveTo>
                  <a:cubicBezTo>
                    <a:pt x="435124" y="2140153"/>
                    <a:pt x="430570" y="2147735"/>
                    <a:pt x="435124" y="2154307"/>
                  </a:cubicBezTo>
                  <a:cubicBezTo>
                    <a:pt x="438160" y="2159868"/>
                    <a:pt x="439172" y="2159868"/>
                    <a:pt x="441196" y="2154307"/>
                  </a:cubicBezTo>
                  <a:cubicBezTo>
                    <a:pt x="442208" y="2150768"/>
                    <a:pt x="441702" y="2146724"/>
                    <a:pt x="440184" y="2145208"/>
                  </a:cubicBezTo>
                  <a:close/>
                  <a:moveTo>
                    <a:pt x="879912" y="2140658"/>
                  </a:moveTo>
                  <a:cubicBezTo>
                    <a:pt x="892562" y="2135603"/>
                    <a:pt x="888514" y="2123470"/>
                    <a:pt x="874346" y="2123470"/>
                  </a:cubicBezTo>
                  <a:cubicBezTo>
                    <a:pt x="852081" y="2123470"/>
                    <a:pt x="821720" y="2134592"/>
                    <a:pt x="821720" y="2142680"/>
                  </a:cubicBezTo>
                  <a:cubicBezTo>
                    <a:pt x="821720" y="2148746"/>
                    <a:pt x="826780" y="2149252"/>
                    <a:pt x="847021" y="2146724"/>
                  </a:cubicBezTo>
                  <a:cubicBezTo>
                    <a:pt x="861189" y="2144702"/>
                    <a:pt x="875864" y="2142175"/>
                    <a:pt x="879912" y="2140658"/>
                  </a:cubicBezTo>
                  <a:close/>
                  <a:moveTo>
                    <a:pt x="998320" y="2118415"/>
                  </a:moveTo>
                  <a:cubicBezTo>
                    <a:pt x="1014512" y="2109821"/>
                    <a:pt x="1005910" y="2101733"/>
                    <a:pt x="984151" y="2105777"/>
                  </a:cubicBezTo>
                  <a:cubicBezTo>
                    <a:pt x="954802" y="2110832"/>
                    <a:pt x="933044" y="2118921"/>
                    <a:pt x="933044" y="2124481"/>
                  </a:cubicBezTo>
                  <a:cubicBezTo>
                    <a:pt x="933044" y="2131559"/>
                    <a:pt x="983139" y="2126503"/>
                    <a:pt x="998320" y="2118415"/>
                  </a:cubicBezTo>
                  <a:close/>
                  <a:moveTo>
                    <a:pt x="1120269" y="2095161"/>
                  </a:moveTo>
                  <a:cubicBezTo>
                    <a:pt x="1135956" y="2088589"/>
                    <a:pt x="1139498" y="2085556"/>
                    <a:pt x="1135450" y="2080501"/>
                  </a:cubicBezTo>
                  <a:cubicBezTo>
                    <a:pt x="1132414" y="2076962"/>
                    <a:pt x="1124824" y="2074940"/>
                    <a:pt x="1118751" y="2076457"/>
                  </a:cubicBezTo>
                  <a:cubicBezTo>
                    <a:pt x="1078776" y="2085556"/>
                    <a:pt x="1069668" y="2089095"/>
                    <a:pt x="1069668" y="2095667"/>
                  </a:cubicBezTo>
                  <a:cubicBezTo>
                    <a:pt x="1069668" y="2105777"/>
                    <a:pt x="1094463" y="2105272"/>
                    <a:pt x="1120269" y="2095161"/>
                  </a:cubicBezTo>
                  <a:close/>
                  <a:moveTo>
                    <a:pt x="1266508" y="2060786"/>
                  </a:moveTo>
                  <a:cubicBezTo>
                    <a:pt x="1292315" y="2048653"/>
                    <a:pt x="1275110" y="2038543"/>
                    <a:pt x="1243231" y="2047137"/>
                  </a:cubicBezTo>
                  <a:cubicBezTo>
                    <a:pt x="1217930" y="2054214"/>
                    <a:pt x="1209328" y="2060280"/>
                    <a:pt x="1213376" y="2067357"/>
                  </a:cubicBezTo>
                  <a:cubicBezTo>
                    <a:pt x="1217424" y="2073929"/>
                    <a:pt x="1246773" y="2070391"/>
                    <a:pt x="1266508" y="2060786"/>
                  </a:cubicBezTo>
                  <a:close/>
                  <a:moveTo>
                    <a:pt x="1383904" y="2032476"/>
                  </a:moveTo>
                  <a:cubicBezTo>
                    <a:pt x="1394024" y="2029443"/>
                    <a:pt x="1406674" y="2022366"/>
                    <a:pt x="1411734" y="2016300"/>
                  </a:cubicBezTo>
                  <a:lnTo>
                    <a:pt x="1421349" y="2005684"/>
                  </a:lnTo>
                  <a:lnTo>
                    <a:pt x="1401108" y="2008211"/>
                  </a:lnTo>
                  <a:cubicBezTo>
                    <a:pt x="1373783" y="2011750"/>
                    <a:pt x="1341398" y="2025905"/>
                    <a:pt x="1345446" y="2032476"/>
                  </a:cubicBezTo>
                  <a:cubicBezTo>
                    <a:pt x="1349495" y="2039048"/>
                    <a:pt x="1360627" y="2039048"/>
                    <a:pt x="1383904" y="2032476"/>
                  </a:cubicBezTo>
                  <a:close/>
                  <a:moveTo>
                    <a:pt x="1520022" y="1996079"/>
                  </a:moveTo>
                  <a:cubicBezTo>
                    <a:pt x="1547853" y="1985463"/>
                    <a:pt x="1551901" y="1981924"/>
                    <a:pt x="1545323" y="1974341"/>
                  </a:cubicBezTo>
                  <a:cubicBezTo>
                    <a:pt x="1540262" y="1968275"/>
                    <a:pt x="1535202" y="1968781"/>
                    <a:pt x="1513950" y="1977375"/>
                  </a:cubicBezTo>
                  <a:cubicBezTo>
                    <a:pt x="1477010" y="1992035"/>
                    <a:pt x="1468914" y="1997090"/>
                    <a:pt x="1472456" y="2002651"/>
                  </a:cubicBezTo>
                  <a:cubicBezTo>
                    <a:pt x="1475998" y="2008717"/>
                    <a:pt x="1493709" y="2006189"/>
                    <a:pt x="1520022" y="1996079"/>
                  </a:cubicBezTo>
                  <a:close/>
                  <a:moveTo>
                    <a:pt x="1647538" y="1946032"/>
                  </a:moveTo>
                  <a:cubicBezTo>
                    <a:pt x="1684477" y="1927328"/>
                    <a:pt x="1676381" y="1916712"/>
                    <a:pt x="1636405" y="1931372"/>
                  </a:cubicBezTo>
                  <a:cubicBezTo>
                    <a:pt x="1605538" y="1942494"/>
                    <a:pt x="1598454" y="1948054"/>
                    <a:pt x="1603514" y="1956648"/>
                  </a:cubicBezTo>
                  <a:cubicBezTo>
                    <a:pt x="1607562" y="1962714"/>
                    <a:pt x="1619707" y="1959681"/>
                    <a:pt x="1647538" y="1946032"/>
                  </a:cubicBezTo>
                  <a:close/>
                  <a:moveTo>
                    <a:pt x="1753295" y="1897502"/>
                  </a:moveTo>
                  <a:cubicBezTo>
                    <a:pt x="1766957" y="1890425"/>
                    <a:pt x="1778090" y="1882337"/>
                    <a:pt x="1778090" y="1880314"/>
                  </a:cubicBezTo>
                  <a:cubicBezTo>
                    <a:pt x="1778090" y="1867676"/>
                    <a:pt x="1736090" y="1878292"/>
                    <a:pt x="1723946" y="1894469"/>
                  </a:cubicBezTo>
                  <a:cubicBezTo>
                    <a:pt x="1708260" y="1915195"/>
                    <a:pt x="1719392" y="1916207"/>
                    <a:pt x="1753295" y="1897502"/>
                  </a:cubicBezTo>
                  <a:close/>
                  <a:moveTo>
                    <a:pt x="5106155" y="1744329"/>
                  </a:moveTo>
                  <a:cubicBezTo>
                    <a:pt x="5170419" y="1709954"/>
                    <a:pt x="5228104" y="1678106"/>
                    <a:pt x="5234683" y="1673051"/>
                  </a:cubicBezTo>
                  <a:cubicBezTo>
                    <a:pt x="5245815" y="1664962"/>
                    <a:pt x="5245815" y="1664457"/>
                    <a:pt x="5203310" y="1642719"/>
                  </a:cubicBezTo>
                  <a:cubicBezTo>
                    <a:pt x="5148660" y="1614410"/>
                    <a:pt x="5135504" y="1601772"/>
                    <a:pt x="5143600" y="1586607"/>
                  </a:cubicBezTo>
                  <a:cubicBezTo>
                    <a:pt x="5150178" y="1574474"/>
                    <a:pt x="5231141" y="1474381"/>
                    <a:pt x="5256441" y="1447083"/>
                  </a:cubicBezTo>
                  <a:lnTo>
                    <a:pt x="5271622" y="1430906"/>
                  </a:lnTo>
                  <a:lnTo>
                    <a:pt x="5241261" y="1401080"/>
                  </a:lnTo>
                  <a:lnTo>
                    <a:pt x="5210900" y="1371760"/>
                  </a:lnTo>
                  <a:lnTo>
                    <a:pt x="5185093" y="1395014"/>
                  </a:lnTo>
                  <a:cubicBezTo>
                    <a:pt x="5170925" y="1407652"/>
                    <a:pt x="5144106" y="1437478"/>
                    <a:pt x="5125383" y="1461237"/>
                  </a:cubicBezTo>
                  <a:cubicBezTo>
                    <a:pt x="5081360" y="1516339"/>
                    <a:pt x="5061625" y="1537065"/>
                    <a:pt x="5053529" y="1537065"/>
                  </a:cubicBezTo>
                  <a:cubicBezTo>
                    <a:pt x="5049987" y="1537065"/>
                    <a:pt x="5034806" y="1520383"/>
                    <a:pt x="5020132" y="1500668"/>
                  </a:cubicBezTo>
                  <a:cubicBezTo>
                    <a:pt x="5004952" y="1480447"/>
                    <a:pt x="4986735" y="1457193"/>
                    <a:pt x="4979651" y="1449105"/>
                  </a:cubicBezTo>
                  <a:cubicBezTo>
                    <a:pt x="4967000" y="1434445"/>
                    <a:pt x="4967000" y="1434445"/>
                    <a:pt x="4967000" y="1446577"/>
                  </a:cubicBezTo>
                  <a:cubicBezTo>
                    <a:pt x="4967506" y="1453149"/>
                    <a:pt x="4956880" y="1508756"/>
                    <a:pt x="4944230" y="1569924"/>
                  </a:cubicBezTo>
                  <a:cubicBezTo>
                    <a:pt x="4931579" y="1631092"/>
                    <a:pt x="4913363" y="1716526"/>
                    <a:pt x="4904760" y="1759495"/>
                  </a:cubicBezTo>
                  <a:cubicBezTo>
                    <a:pt x="4895652" y="1802970"/>
                    <a:pt x="4889580" y="1842400"/>
                    <a:pt x="4891604" y="1847456"/>
                  </a:cubicBezTo>
                  <a:cubicBezTo>
                    <a:pt x="4894640" y="1855544"/>
                    <a:pt x="4899700" y="1854027"/>
                    <a:pt x="4942206" y="1831784"/>
                  </a:cubicBezTo>
                  <a:cubicBezTo>
                    <a:pt x="4967506" y="1817630"/>
                    <a:pt x="5041385" y="1778705"/>
                    <a:pt x="5106155" y="1744329"/>
                  </a:cubicBezTo>
                  <a:close/>
                  <a:moveTo>
                    <a:pt x="5088950" y="1421807"/>
                  </a:moveTo>
                  <a:cubicBezTo>
                    <a:pt x="5096540" y="1411696"/>
                    <a:pt x="5101095" y="1402091"/>
                    <a:pt x="5098564" y="1399564"/>
                  </a:cubicBezTo>
                  <a:cubicBezTo>
                    <a:pt x="5096034" y="1397036"/>
                    <a:pt x="5076300" y="1396531"/>
                    <a:pt x="5055047" y="1398553"/>
                  </a:cubicBezTo>
                  <a:lnTo>
                    <a:pt x="5016590" y="1402091"/>
                  </a:lnTo>
                  <a:lnTo>
                    <a:pt x="5037843" y="1425345"/>
                  </a:lnTo>
                  <a:cubicBezTo>
                    <a:pt x="5062131" y="1451632"/>
                    <a:pt x="5065673" y="1451632"/>
                    <a:pt x="5088950" y="1421807"/>
                  </a:cubicBezTo>
                  <a:close/>
                  <a:moveTo>
                    <a:pt x="4915387" y="1441522"/>
                  </a:moveTo>
                  <a:cubicBezTo>
                    <a:pt x="4915387" y="1438994"/>
                    <a:pt x="4916905" y="1429895"/>
                    <a:pt x="4918423" y="1421301"/>
                  </a:cubicBezTo>
                  <a:lnTo>
                    <a:pt x="4921965" y="1405630"/>
                  </a:lnTo>
                  <a:lnTo>
                    <a:pt x="3973186" y="1405630"/>
                  </a:lnTo>
                  <a:cubicBezTo>
                    <a:pt x="3038575" y="1405630"/>
                    <a:pt x="3023900" y="1405630"/>
                    <a:pt x="2995057" y="1395519"/>
                  </a:cubicBezTo>
                  <a:cubicBezTo>
                    <a:pt x="2964190" y="1384904"/>
                    <a:pt x="2769880" y="1283294"/>
                    <a:pt x="2751158" y="1268128"/>
                  </a:cubicBezTo>
                  <a:cubicBezTo>
                    <a:pt x="2747616" y="1265095"/>
                    <a:pt x="2741544" y="1264084"/>
                    <a:pt x="2737495" y="1265600"/>
                  </a:cubicBezTo>
                  <a:cubicBezTo>
                    <a:pt x="2728893" y="1269139"/>
                    <a:pt x="2707134" y="1334857"/>
                    <a:pt x="2712701" y="1339912"/>
                  </a:cubicBezTo>
                  <a:cubicBezTo>
                    <a:pt x="2716749" y="1343451"/>
                    <a:pt x="2826554" y="1390970"/>
                    <a:pt x="2876144" y="1411191"/>
                  </a:cubicBezTo>
                  <a:cubicBezTo>
                    <a:pt x="2891324" y="1417257"/>
                    <a:pt x="2923203" y="1427367"/>
                    <a:pt x="2946986" y="1433939"/>
                  </a:cubicBezTo>
                  <a:lnTo>
                    <a:pt x="2989997" y="1445566"/>
                  </a:lnTo>
                  <a:lnTo>
                    <a:pt x="3952945" y="1446072"/>
                  </a:lnTo>
                  <a:cubicBezTo>
                    <a:pt x="4499442" y="1446072"/>
                    <a:pt x="4915387" y="1444050"/>
                    <a:pt x="4915387" y="1441522"/>
                  </a:cubicBezTo>
                  <a:close/>
                  <a:moveTo>
                    <a:pt x="5922358" y="1436467"/>
                  </a:moveTo>
                  <a:cubicBezTo>
                    <a:pt x="5922358" y="1433939"/>
                    <a:pt x="5894527" y="1409169"/>
                    <a:pt x="5860624" y="1381365"/>
                  </a:cubicBezTo>
                  <a:cubicBezTo>
                    <a:pt x="5826215" y="1353561"/>
                    <a:pt x="5769035" y="1306042"/>
                    <a:pt x="5732602" y="1275711"/>
                  </a:cubicBezTo>
                  <a:cubicBezTo>
                    <a:pt x="5668338" y="1221620"/>
                    <a:pt x="5524124" y="1101812"/>
                    <a:pt x="5262008" y="885448"/>
                  </a:cubicBezTo>
                  <a:cubicBezTo>
                    <a:pt x="5189647" y="825797"/>
                    <a:pt x="5117793" y="766145"/>
                    <a:pt x="5102613" y="753507"/>
                  </a:cubicBezTo>
                  <a:cubicBezTo>
                    <a:pt x="5061625" y="718626"/>
                    <a:pt x="5026204" y="694361"/>
                    <a:pt x="4998373" y="681723"/>
                  </a:cubicBezTo>
                  <a:cubicBezTo>
                    <a:pt x="4974085" y="670096"/>
                    <a:pt x="4970543" y="670096"/>
                    <a:pt x="4735751" y="669085"/>
                  </a:cubicBezTo>
                  <a:lnTo>
                    <a:pt x="4497924" y="668074"/>
                  </a:lnTo>
                  <a:lnTo>
                    <a:pt x="4571296" y="687284"/>
                  </a:lnTo>
                  <a:cubicBezTo>
                    <a:pt x="4669463" y="712560"/>
                    <a:pt x="4692234" y="720648"/>
                    <a:pt x="4745872" y="746936"/>
                  </a:cubicBezTo>
                  <a:cubicBezTo>
                    <a:pt x="4821774" y="784850"/>
                    <a:pt x="4903242" y="851578"/>
                    <a:pt x="4925001" y="894042"/>
                  </a:cubicBezTo>
                  <a:cubicBezTo>
                    <a:pt x="4944736" y="932462"/>
                    <a:pt x="4940688" y="948133"/>
                    <a:pt x="4888062" y="1039127"/>
                  </a:cubicBezTo>
                  <a:lnTo>
                    <a:pt x="4864785" y="1079569"/>
                  </a:lnTo>
                  <a:lnTo>
                    <a:pt x="5058083" y="1082096"/>
                  </a:lnTo>
                  <a:cubicBezTo>
                    <a:pt x="5229116" y="1084624"/>
                    <a:pt x="5254417" y="1085635"/>
                    <a:pt x="5272128" y="1093723"/>
                  </a:cubicBezTo>
                  <a:cubicBezTo>
                    <a:pt x="5296417" y="1104845"/>
                    <a:pt x="5347524" y="1141242"/>
                    <a:pt x="5479594" y="1243358"/>
                  </a:cubicBezTo>
                  <a:cubicBezTo>
                    <a:pt x="5629881" y="1358616"/>
                    <a:pt x="5633929" y="1362661"/>
                    <a:pt x="5624315" y="1383387"/>
                  </a:cubicBezTo>
                  <a:lnTo>
                    <a:pt x="5618749" y="1395519"/>
                  </a:lnTo>
                  <a:lnTo>
                    <a:pt x="5464414" y="1395519"/>
                  </a:lnTo>
                  <a:cubicBezTo>
                    <a:pt x="5379403" y="1395519"/>
                    <a:pt x="5310079" y="1397542"/>
                    <a:pt x="5310079" y="1400069"/>
                  </a:cubicBezTo>
                  <a:cubicBezTo>
                    <a:pt x="5310079" y="1402597"/>
                    <a:pt x="5313621" y="1407652"/>
                    <a:pt x="5318175" y="1411191"/>
                  </a:cubicBezTo>
                  <a:cubicBezTo>
                    <a:pt x="5322729" y="1414729"/>
                    <a:pt x="5328296" y="1423323"/>
                    <a:pt x="5330826" y="1429389"/>
                  </a:cubicBezTo>
                  <a:lnTo>
                    <a:pt x="5335380" y="1441016"/>
                  </a:lnTo>
                  <a:lnTo>
                    <a:pt x="5628869" y="1441016"/>
                  </a:lnTo>
                  <a:cubicBezTo>
                    <a:pt x="5790288" y="1441016"/>
                    <a:pt x="5922358" y="1438994"/>
                    <a:pt x="5922358" y="1436467"/>
                  </a:cubicBezTo>
                  <a:close/>
                  <a:moveTo>
                    <a:pt x="1786186" y="1390464"/>
                  </a:moveTo>
                  <a:cubicBezTo>
                    <a:pt x="1792764" y="1375299"/>
                    <a:pt x="1805415" y="1340923"/>
                    <a:pt x="1815029" y="1314636"/>
                  </a:cubicBezTo>
                  <a:cubicBezTo>
                    <a:pt x="1901052" y="1080074"/>
                    <a:pt x="2021989" y="817203"/>
                    <a:pt x="2187456" y="506307"/>
                  </a:cubicBezTo>
                  <a:cubicBezTo>
                    <a:pt x="2204661" y="474459"/>
                    <a:pt x="2218323" y="447161"/>
                    <a:pt x="2218323" y="446150"/>
                  </a:cubicBezTo>
                  <a:cubicBezTo>
                    <a:pt x="2218323" y="440084"/>
                    <a:pt x="2198589" y="461821"/>
                    <a:pt x="2175312" y="493164"/>
                  </a:cubicBezTo>
                  <a:cubicBezTo>
                    <a:pt x="2117626" y="571014"/>
                    <a:pt x="2025531" y="738342"/>
                    <a:pt x="1948617" y="902636"/>
                  </a:cubicBezTo>
                  <a:cubicBezTo>
                    <a:pt x="1853486" y="1107372"/>
                    <a:pt x="1757849" y="1361144"/>
                    <a:pt x="1757849" y="1409169"/>
                  </a:cubicBezTo>
                  <a:cubicBezTo>
                    <a:pt x="1757849" y="1431411"/>
                    <a:pt x="1774042" y="1420796"/>
                    <a:pt x="1786186" y="1390464"/>
                  </a:cubicBezTo>
                  <a:close/>
                  <a:moveTo>
                    <a:pt x="5937538" y="1339912"/>
                  </a:moveTo>
                  <a:cubicBezTo>
                    <a:pt x="5931972" y="1325758"/>
                    <a:pt x="5906671" y="1302504"/>
                    <a:pt x="5858094" y="1265600"/>
                  </a:cubicBezTo>
                  <a:cubicBezTo>
                    <a:pt x="5844431" y="1255490"/>
                    <a:pt x="5809516" y="1226675"/>
                    <a:pt x="5780168" y="1201399"/>
                  </a:cubicBezTo>
                  <a:cubicBezTo>
                    <a:pt x="5750819" y="1176123"/>
                    <a:pt x="5702747" y="1136187"/>
                    <a:pt x="5674410" y="1112428"/>
                  </a:cubicBezTo>
                  <a:cubicBezTo>
                    <a:pt x="5645567" y="1088668"/>
                    <a:pt x="5606098" y="1055809"/>
                    <a:pt x="5586364" y="1039127"/>
                  </a:cubicBezTo>
                  <a:cubicBezTo>
                    <a:pt x="5566629" y="1021939"/>
                    <a:pt x="5539304" y="999191"/>
                    <a:pt x="5525136" y="988575"/>
                  </a:cubicBezTo>
                  <a:cubicBezTo>
                    <a:pt x="5511473" y="977453"/>
                    <a:pt x="5467956" y="942067"/>
                    <a:pt x="5428993" y="910219"/>
                  </a:cubicBezTo>
                  <a:cubicBezTo>
                    <a:pt x="5390029" y="877866"/>
                    <a:pt x="5350054" y="845007"/>
                    <a:pt x="5339934" y="836918"/>
                  </a:cubicBezTo>
                  <a:cubicBezTo>
                    <a:pt x="5320705" y="821247"/>
                    <a:pt x="5236707" y="751485"/>
                    <a:pt x="5130443" y="663019"/>
                  </a:cubicBezTo>
                  <a:cubicBezTo>
                    <a:pt x="5096540" y="634710"/>
                    <a:pt x="5053023" y="603873"/>
                    <a:pt x="5032276" y="593257"/>
                  </a:cubicBezTo>
                  <a:lnTo>
                    <a:pt x="4994831" y="574047"/>
                  </a:lnTo>
                  <a:lnTo>
                    <a:pt x="4648717" y="572531"/>
                  </a:lnTo>
                  <a:cubicBezTo>
                    <a:pt x="4458961" y="572025"/>
                    <a:pt x="4303108" y="573036"/>
                    <a:pt x="4303108" y="575058"/>
                  </a:cubicBezTo>
                  <a:cubicBezTo>
                    <a:pt x="4303108" y="577080"/>
                    <a:pt x="4321324" y="588707"/>
                    <a:pt x="4343589" y="600840"/>
                  </a:cubicBezTo>
                  <a:lnTo>
                    <a:pt x="4384070" y="622072"/>
                  </a:lnTo>
                  <a:lnTo>
                    <a:pt x="4685150" y="622072"/>
                  </a:lnTo>
                  <a:cubicBezTo>
                    <a:pt x="5018108" y="622072"/>
                    <a:pt x="5009506" y="621061"/>
                    <a:pt x="5055047" y="655436"/>
                  </a:cubicBezTo>
                  <a:cubicBezTo>
                    <a:pt x="5073264" y="669085"/>
                    <a:pt x="5211912" y="781311"/>
                    <a:pt x="5299453" y="853601"/>
                  </a:cubicBezTo>
                  <a:cubicBezTo>
                    <a:pt x="5320705" y="871294"/>
                    <a:pt x="5354102" y="898592"/>
                    <a:pt x="5373837" y="914769"/>
                  </a:cubicBezTo>
                  <a:cubicBezTo>
                    <a:pt x="5393572" y="930945"/>
                    <a:pt x="5468968" y="993124"/>
                    <a:pt x="5540822" y="1052776"/>
                  </a:cubicBezTo>
                  <a:cubicBezTo>
                    <a:pt x="5972959" y="1411696"/>
                    <a:pt x="5940068" y="1385915"/>
                    <a:pt x="5941586" y="1369232"/>
                  </a:cubicBezTo>
                  <a:cubicBezTo>
                    <a:pt x="5942599" y="1360639"/>
                    <a:pt x="5940574" y="1347495"/>
                    <a:pt x="5937538" y="1339912"/>
                  </a:cubicBezTo>
                  <a:close/>
                  <a:moveTo>
                    <a:pt x="4348649" y="1314636"/>
                  </a:moveTo>
                  <a:cubicBezTo>
                    <a:pt x="4348649" y="1311603"/>
                    <a:pt x="4305132" y="1309581"/>
                    <a:pt x="4227712" y="1309581"/>
                  </a:cubicBezTo>
                  <a:lnTo>
                    <a:pt x="4106268" y="1309581"/>
                  </a:lnTo>
                  <a:lnTo>
                    <a:pt x="4084003" y="1288349"/>
                  </a:lnTo>
                  <a:cubicBezTo>
                    <a:pt x="4071353" y="1276216"/>
                    <a:pt x="4049594" y="1255490"/>
                    <a:pt x="4034919" y="1241335"/>
                  </a:cubicBezTo>
                  <a:lnTo>
                    <a:pt x="4008607" y="1216059"/>
                  </a:lnTo>
                  <a:lnTo>
                    <a:pt x="4031883" y="1214543"/>
                  </a:lnTo>
                  <a:cubicBezTo>
                    <a:pt x="4044534" y="1213532"/>
                    <a:pt x="4055160" y="1210499"/>
                    <a:pt x="4055160" y="1207466"/>
                  </a:cubicBezTo>
                  <a:cubicBezTo>
                    <a:pt x="4055160" y="1203927"/>
                    <a:pt x="3951933" y="1202916"/>
                    <a:pt x="3710057" y="1205443"/>
                  </a:cubicBezTo>
                  <a:cubicBezTo>
                    <a:pt x="3519796" y="1206960"/>
                    <a:pt x="3224788" y="1208477"/>
                    <a:pt x="3054767" y="1208477"/>
                  </a:cubicBezTo>
                  <a:cubicBezTo>
                    <a:pt x="2848313" y="1208477"/>
                    <a:pt x="2744580" y="1209993"/>
                    <a:pt x="2744580" y="1213532"/>
                  </a:cubicBezTo>
                  <a:cubicBezTo>
                    <a:pt x="2744580" y="1217070"/>
                    <a:pt x="2846289" y="1218587"/>
                    <a:pt x="3048695" y="1218587"/>
                  </a:cubicBezTo>
                  <a:lnTo>
                    <a:pt x="3352810" y="1218587"/>
                  </a:lnTo>
                  <a:lnTo>
                    <a:pt x="3381147" y="1240830"/>
                  </a:lnTo>
                  <a:cubicBezTo>
                    <a:pt x="3396834" y="1252962"/>
                    <a:pt x="3416568" y="1270150"/>
                    <a:pt x="3424665" y="1278744"/>
                  </a:cubicBezTo>
                  <a:cubicBezTo>
                    <a:pt x="3432761" y="1286832"/>
                    <a:pt x="3440857" y="1292899"/>
                    <a:pt x="3442881" y="1291888"/>
                  </a:cubicBezTo>
                  <a:cubicBezTo>
                    <a:pt x="3444905" y="1290371"/>
                    <a:pt x="3450471" y="1293910"/>
                    <a:pt x="3455532" y="1299470"/>
                  </a:cubicBezTo>
                  <a:cubicBezTo>
                    <a:pt x="3464640" y="1309581"/>
                    <a:pt x="3463628" y="1309581"/>
                    <a:pt x="3313341" y="1309581"/>
                  </a:cubicBezTo>
                  <a:lnTo>
                    <a:pt x="3161537" y="1309581"/>
                  </a:lnTo>
                  <a:lnTo>
                    <a:pt x="3144332" y="1294415"/>
                  </a:lnTo>
                  <a:cubicBezTo>
                    <a:pt x="3134718" y="1286327"/>
                    <a:pt x="3124597" y="1279755"/>
                    <a:pt x="3122067" y="1279250"/>
                  </a:cubicBezTo>
                  <a:cubicBezTo>
                    <a:pt x="3119537" y="1279250"/>
                    <a:pt x="3103851" y="1266612"/>
                    <a:pt x="3087658" y="1250940"/>
                  </a:cubicBezTo>
                  <a:cubicBezTo>
                    <a:pt x="3071466" y="1235269"/>
                    <a:pt x="3056791" y="1223642"/>
                    <a:pt x="3055273" y="1225159"/>
                  </a:cubicBezTo>
                  <a:cubicBezTo>
                    <a:pt x="3051731" y="1228697"/>
                    <a:pt x="3109923" y="1284305"/>
                    <a:pt x="3117513" y="1284305"/>
                  </a:cubicBezTo>
                  <a:cubicBezTo>
                    <a:pt x="3121055" y="1284305"/>
                    <a:pt x="3129658" y="1289866"/>
                    <a:pt x="3137248" y="1296943"/>
                  </a:cubicBezTo>
                  <a:lnTo>
                    <a:pt x="3150910" y="1309581"/>
                  </a:lnTo>
                  <a:lnTo>
                    <a:pt x="3045153" y="1310592"/>
                  </a:lnTo>
                  <a:cubicBezTo>
                    <a:pt x="2986961" y="1311603"/>
                    <a:pt x="2927251" y="1312108"/>
                    <a:pt x="2913083" y="1312108"/>
                  </a:cubicBezTo>
                  <a:cubicBezTo>
                    <a:pt x="2898408" y="1312108"/>
                    <a:pt x="2886264" y="1313625"/>
                    <a:pt x="2886264" y="1315647"/>
                  </a:cubicBezTo>
                  <a:cubicBezTo>
                    <a:pt x="2886264" y="1318175"/>
                    <a:pt x="3215174" y="1319691"/>
                    <a:pt x="3617457" y="1319691"/>
                  </a:cubicBezTo>
                  <a:cubicBezTo>
                    <a:pt x="4101714" y="1319691"/>
                    <a:pt x="4348649" y="1318175"/>
                    <a:pt x="4348649" y="1314636"/>
                  </a:cubicBezTo>
                  <a:close/>
                  <a:moveTo>
                    <a:pt x="5258465" y="1309581"/>
                  </a:moveTo>
                  <a:cubicBezTo>
                    <a:pt x="5379909" y="1309581"/>
                    <a:pt x="5441137" y="1308064"/>
                    <a:pt x="5439113" y="1304526"/>
                  </a:cubicBezTo>
                  <a:cubicBezTo>
                    <a:pt x="5437089" y="1301493"/>
                    <a:pt x="5393066" y="1299470"/>
                    <a:pt x="5323235" y="1299470"/>
                  </a:cubicBezTo>
                  <a:lnTo>
                    <a:pt x="5210394" y="1299470"/>
                  </a:lnTo>
                  <a:lnTo>
                    <a:pt x="5190659" y="1281777"/>
                  </a:lnTo>
                  <a:cubicBezTo>
                    <a:pt x="5167383" y="1260040"/>
                    <a:pt x="5108179" y="1221115"/>
                    <a:pt x="5104637" y="1224653"/>
                  </a:cubicBezTo>
                  <a:cubicBezTo>
                    <a:pt x="5102107" y="1227686"/>
                    <a:pt x="5175985" y="1285316"/>
                    <a:pt x="5191165" y="1291888"/>
                  </a:cubicBezTo>
                  <a:cubicBezTo>
                    <a:pt x="5205334" y="1297954"/>
                    <a:pt x="5129431" y="1303009"/>
                    <a:pt x="5013048" y="1304020"/>
                  </a:cubicBezTo>
                  <a:lnTo>
                    <a:pt x="4920447" y="1304526"/>
                  </a:lnTo>
                  <a:lnTo>
                    <a:pt x="4870857" y="1266612"/>
                  </a:lnTo>
                  <a:cubicBezTo>
                    <a:pt x="4843533" y="1245885"/>
                    <a:pt x="4819244" y="1228697"/>
                    <a:pt x="4816714" y="1228697"/>
                  </a:cubicBezTo>
                  <a:cubicBezTo>
                    <a:pt x="4814184" y="1228697"/>
                    <a:pt x="4808111" y="1225159"/>
                    <a:pt x="4803051" y="1220104"/>
                  </a:cubicBezTo>
                  <a:cubicBezTo>
                    <a:pt x="4797991" y="1215554"/>
                    <a:pt x="4793943" y="1214543"/>
                    <a:pt x="4793943" y="1217070"/>
                  </a:cubicBezTo>
                  <a:cubicBezTo>
                    <a:pt x="4793943" y="1220104"/>
                    <a:pt x="4799509" y="1226170"/>
                    <a:pt x="4806593" y="1230720"/>
                  </a:cubicBezTo>
                  <a:cubicBezTo>
                    <a:pt x="4813678" y="1235269"/>
                    <a:pt x="4819244" y="1237797"/>
                    <a:pt x="4819244" y="1235775"/>
                  </a:cubicBezTo>
                  <a:cubicBezTo>
                    <a:pt x="4819244" y="1234258"/>
                    <a:pt x="4833412" y="1244369"/>
                    <a:pt x="4851123" y="1258018"/>
                  </a:cubicBezTo>
                  <a:cubicBezTo>
                    <a:pt x="4868327" y="1271667"/>
                    <a:pt x="4887556" y="1285316"/>
                    <a:pt x="4894134" y="1288854"/>
                  </a:cubicBezTo>
                  <a:cubicBezTo>
                    <a:pt x="4900206" y="1292393"/>
                    <a:pt x="4904254" y="1296943"/>
                    <a:pt x="4902736" y="1299976"/>
                  </a:cubicBezTo>
                  <a:cubicBezTo>
                    <a:pt x="4900712" y="1302504"/>
                    <a:pt x="4845051" y="1304526"/>
                    <a:pt x="4765606" y="1304526"/>
                  </a:cubicBezTo>
                  <a:cubicBezTo>
                    <a:pt x="4667945" y="1304526"/>
                    <a:pt x="4632018" y="1306042"/>
                    <a:pt x="4632018" y="1310592"/>
                  </a:cubicBezTo>
                  <a:cubicBezTo>
                    <a:pt x="4632018" y="1314636"/>
                    <a:pt x="4687174" y="1315647"/>
                    <a:pt x="4853653" y="1313119"/>
                  </a:cubicBezTo>
                  <a:cubicBezTo>
                    <a:pt x="4975097" y="1311097"/>
                    <a:pt x="5157262" y="1309581"/>
                    <a:pt x="5258465" y="1309581"/>
                  </a:cubicBezTo>
                  <a:close/>
                  <a:moveTo>
                    <a:pt x="4539417" y="1269139"/>
                  </a:moveTo>
                  <a:cubicBezTo>
                    <a:pt x="4561176" y="1266106"/>
                    <a:pt x="4585971" y="1261051"/>
                    <a:pt x="4595079" y="1258523"/>
                  </a:cubicBezTo>
                  <a:cubicBezTo>
                    <a:pt x="4610765" y="1253468"/>
                    <a:pt x="4642138" y="1220609"/>
                    <a:pt x="4642138" y="1208982"/>
                  </a:cubicBezTo>
                  <a:cubicBezTo>
                    <a:pt x="4642138" y="1201399"/>
                    <a:pt x="4625440" y="1201905"/>
                    <a:pt x="4617850" y="1209488"/>
                  </a:cubicBezTo>
                  <a:cubicBezTo>
                    <a:pt x="4613801" y="1213532"/>
                    <a:pt x="4582429" y="1216059"/>
                    <a:pt x="4523731" y="1217576"/>
                  </a:cubicBezTo>
                  <a:cubicBezTo>
                    <a:pt x="4453901" y="1219598"/>
                    <a:pt x="4427588" y="1218081"/>
                    <a:pt x="4396215" y="1211510"/>
                  </a:cubicBezTo>
                  <a:cubicBezTo>
                    <a:pt x="4341565" y="1199883"/>
                    <a:pt x="4278313" y="1178651"/>
                    <a:pt x="4261615" y="1167024"/>
                  </a:cubicBezTo>
                  <a:cubicBezTo>
                    <a:pt x="4244916" y="1155397"/>
                    <a:pt x="4243398" y="1137704"/>
                    <a:pt x="4257566" y="1128604"/>
                  </a:cubicBezTo>
                  <a:cubicBezTo>
                    <a:pt x="4266675" y="1123043"/>
                    <a:pt x="4276289" y="1124560"/>
                    <a:pt x="4322843" y="1139726"/>
                  </a:cubicBezTo>
                  <a:cubicBezTo>
                    <a:pt x="4390649" y="1161969"/>
                    <a:pt x="4428600" y="1168035"/>
                    <a:pt x="4492864" y="1168035"/>
                  </a:cubicBezTo>
                  <a:cubicBezTo>
                    <a:pt x="4579392" y="1168035"/>
                    <a:pt x="4644668" y="1154891"/>
                    <a:pt x="4732715" y="1121021"/>
                  </a:cubicBezTo>
                  <a:cubicBezTo>
                    <a:pt x="4804569" y="1093723"/>
                    <a:pt x="4837966" y="1062381"/>
                    <a:pt x="4818232" y="1042666"/>
                  </a:cubicBezTo>
                  <a:cubicBezTo>
                    <a:pt x="4809124" y="1033566"/>
                    <a:pt x="4796979" y="1035083"/>
                    <a:pt x="4748402" y="1051765"/>
                  </a:cubicBezTo>
                  <a:cubicBezTo>
                    <a:pt x="4602163" y="1101812"/>
                    <a:pt x="4493876" y="1104845"/>
                    <a:pt x="4367372" y="1062381"/>
                  </a:cubicBezTo>
                  <a:cubicBezTo>
                    <a:pt x="4320818" y="1046710"/>
                    <a:pt x="4302602" y="1038116"/>
                    <a:pt x="4297036" y="1029522"/>
                  </a:cubicBezTo>
                  <a:cubicBezTo>
                    <a:pt x="4288939" y="1017895"/>
                    <a:pt x="4293494" y="1006268"/>
                    <a:pt x="4308168" y="998685"/>
                  </a:cubicBezTo>
                  <a:cubicBezTo>
                    <a:pt x="4322843" y="991102"/>
                    <a:pt x="4325879" y="991608"/>
                    <a:pt x="4375468" y="1008796"/>
                  </a:cubicBezTo>
                  <a:cubicBezTo>
                    <a:pt x="4455925" y="1036094"/>
                    <a:pt x="4488816" y="1041654"/>
                    <a:pt x="4566236" y="1039632"/>
                  </a:cubicBezTo>
                  <a:cubicBezTo>
                    <a:pt x="4616332" y="1038621"/>
                    <a:pt x="4644668" y="1035083"/>
                    <a:pt x="4672499" y="1026994"/>
                  </a:cubicBezTo>
                  <a:cubicBezTo>
                    <a:pt x="4693246" y="1021434"/>
                    <a:pt x="4723101" y="1012840"/>
                    <a:pt x="4738281" y="1008796"/>
                  </a:cubicBezTo>
                  <a:cubicBezTo>
                    <a:pt x="4753462" y="1004751"/>
                    <a:pt x="4769148" y="998180"/>
                    <a:pt x="4772690" y="994135"/>
                  </a:cubicBezTo>
                  <a:cubicBezTo>
                    <a:pt x="4782305" y="984531"/>
                    <a:pt x="4777245" y="965826"/>
                    <a:pt x="4760040" y="945100"/>
                  </a:cubicBezTo>
                  <a:lnTo>
                    <a:pt x="4746378" y="928923"/>
                  </a:lnTo>
                  <a:lnTo>
                    <a:pt x="4695776" y="933473"/>
                  </a:lnTo>
                  <a:cubicBezTo>
                    <a:pt x="4667439" y="936001"/>
                    <a:pt x="4613801" y="938023"/>
                    <a:pt x="4576356" y="938023"/>
                  </a:cubicBezTo>
                  <a:cubicBezTo>
                    <a:pt x="4511586" y="938023"/>
                    <a:pt x="4505514" y="937012"/>
                    <a:pt x="4459973" y="920835"/>
                  </a:cubicBezTo>
                  <a:cubicBezTo>
                    <a:pt x="4405323" y="901625"/>
                    <a:pt x="4358770" y="879382"/>
                    <a:pt x="4349155" y="867755"/>
                  </a:cubicBezTo>
                  <a:cubicBezTo>
                    <a:pt x="4341059" y="858150"/>
                    <a:pt x="4346119" y="840962"/>
                    <a:pt x="4358770" y="834391"/>
                  </a:cubicBezTo>
                  <a:cubicBezTo>
                    <a:pt x="4365854" y="830347"/>
                    <a:pt x="4377998" y="833380"/>
                    <a:pt x="4407853" y="845007"/>
                  </a:cubicBezTo>
                  <a:cubicBezTo>
                    <a:pt x="4429612" y="854106"/>
                    <a:pt x="4469587" y="867755"/>
                    <a:pt x="4497418" y="875338"/>
                  </a:cubicBezTo>
                  <a:cubicBezTo>
                    <a:pt x="4555104" y="892020"/>
                    <a:pt x="4611271" y="894548"/>
                    <a:pt x="4682114" y="882921"/>
                  </a:cubicBezTo>
                  <a:cubicBezTo>
                    <a:pt x="4734739" y="874327"/>
                    <a:pt x="4743848" y="864216"/>
                    <a:pt x="4722595" y="837424"/>
                  </a:cubicBezTo>
                  <a:cubicBezTo>
                    <a:pt x="4701848" y="811137"/>
                    <a:pt x="4664403" y="799004"/>
                    <a:pt x="4577368" y="791421"/>
                  </a:cubicBezTo>
                  <a:cubicBezTo>
                    <a:pt x="4536381" y="787883"/>
                    <a:pt x="4497924" y="777772"/>
                    <a:pt x="4468575" y="762607"/>
                  </a:cubicBezTo>
                  <a:cubicBezTo>
                    <a:pt x="4457949" y="757551"/>
                    <a:pt x="4403299" y="719132"/>
                    <a:pt x="4347637" y="677174"/>
                  </a:cubicBezTo>
                  <a:cubicBezTo>
                    <a:pt x="4240868" y="597807"/>
                    <a:pt x="4203423" y="574047"/>
                    <a:pt x="4150291" y="553321"/>
                  </a:cubicBezTo>
                  <a:cubicBezTo>
                    <a:pt x="4089569" y="529561"/>
                    <a:pt x="4059714" y="525517"/>
                    <a:pt x="3955475" y="525517"/>
                  </a:cubicBezTo>
                  <a:cubicBezTo>
                    <a:pt x="3863886" y="526023"/>
                    <a:pt x="3855284" y="525012"/>
                    <a:pt x="3801140" y="511363"/>
                  </a:cubicBezTo>
                  <a:cubicBezTo>
                    <a:pt x="3769767" y="502769"/>
                    <a:pt x="3734346" y="492658"/>
                    <a:pt x="3722708" y="488614"/>
                  </a:cubicBezTo>
                  <a:cubicBezTo>
                    <a:pt x="3701455" y="481031"/>
                    <a:pt x="3700949" y="481031"/>
                    <a:pt x="3700443" y="492153"/>
                  </a:cubicBezTo>
                  <a:cubicBezTo>
                    <a:pt x="3694877" y="616005"/>
                    <a:pt x="3658444" y="739858"/>
                    <a:pt x="3606830" y="809620"/>
                  </a:cubicBezTo>
                  <a:cubicBezTo>
                    <a:pt x="3596710" y="823775"/>
                    <a:pt x="3589120" y="835402"/>
                    <a:pt x="3590132" y="836413"/>
                  </a:cubicBezTo>
                  <a:cubicBezTo>
                    <a:pt x="3591144" y="837424"/>
                    <a:pt x="3616951" y="841974"/>
                    <a:pt x="3647818" y="847029"/>
                  </a:cubicBezTo>
                  <a:cubicBezTo>
                    <a:pt x="3741936" y="861689"/>
                    <a:pt x="3752057" y="867250"/>
                    <a:pt x="3850730" y="957232"/>
                  </a:cubicBezTo>
                  <a:cubicBezTo>
                    <a:pt x="3965595" y="1062886"/>
                    <a:pt x="4074895" y="1147308"/>
                    <a:pt x="4168508" y="1204432"/>
                  </a:cubicBezTo>
                  <a:cubicBezTo>
                    <a:pt x="4232772" y="1243358"/>
                    <a:pt x="4272241" y="1255490"/>
                    <a:pt x="4368890" y="1266612"/>
                  </a:cubicBezTo>
                  <a:cubicBezTo>
                    <a:pt x="4443274" y="1274700"/>
                    <a:pt x="4489828" y="1275711"/>
                    <a:pt x="4539417" y="1269139"/>
                  </a:cubicBezTo>
                  <a:close/>
                  <a:moveTo>
                    <a:pt x="5210394" y="1203421"/>
                  </a:moveTo>
                  <a:cubicBezTo>
                    <a:pt x="5301477" y="1203421"/>
                    <a:pt x="5335380" y="1201905"/>
                    <a:pt x="5335380" y="1197355"/>
                  </a:cubicBezTo>
                  <a:cubicBezTo>
                    <a:pt x="5335380" y="1193311"/>
                    <a:pt x="5272128" y="1192805"/>
                    <a:pt x="5083890" y="1194827"/>
                  </a:cubicBezTo>
                  <a:cubicBezTo>
                    <a:pt x="4945242" y="1196850"/>
                    <a:pt x="4801533" y="1198366"/>
                    <a:pt x="4765100" y="1198366"/>
                  </a:cubicBezTo>
                  <a:cubicBezTo>
                    <a:pt x="4717535" y="1198366"/>
                    <a:pt x="4697800" y="1199883"/>
                    <a:pt x="4697800" y="1204432"/>
                  </a:cubicBezTo>
                  <a:cubicBezTo>
                    <a:pt x="4697800" y="1208477"/>
                    <a:pt x="4745872" y="1209488"/>
                    <a:pt x="4891604" y="1206960"/>
                  </a:cubicBezTo>
                  <a:cubicBezTo>
                    <a:pt x="4997867" y="1204938"/>
                    <a:pt x="5141070" y="1203421"/>
                    <a:pt x="5210394" y="1203421"/>
                  </a:cubicBezTo>
                  <a:close/>
                  <a:moveTo>
                    <a:pt x="3331558" y="1195839"/>
                  </a:moveTo>
                  <a:cubicBezTo>
                    <a:pt x="3328016" y="1191794"/>
                    <a:pt x="3323462" y="1188256"/>
                    <a:pt x="3321437" y="1188256"/>
                  </a:cubicBezTo>
                  <a:cubicBezTo>
                    <a:pt x="3318907" y="1188256"/>
                    <a:pt x="3297149" y="1174607"/>
                    <a:pt x="3272860" y="1158430"/>
                  </a:cubicBezTo>
                  <a:cubicBezTo>
                    <a:pt x="3248065" y="1141748"/>
                    <a:pt x="3226813" y="1129615"/>
                    <a:pt x="3225801" y="1130626"/>
                  </a:cubicBezTo>
                  <a:cubicBezTo>
                    <a:pt x="3222258" y="1134165"/>
                    <a:pt x="3249583" y="1155397"/>
                    <a:pt x="3273366" y="1168035"/>
                  </a:cubicBezTo>
                  <a:cubicBezTo>
                    <a:pt x="3284498" y="1173596"/>
                    <a:pt x="3302715" y="1183706"/>
                    <a:pt x="3313847" y="1190783"/>
                  </a:cubicBezTo>
                  <a:cubicBezTo>
                    <a:pt x="3338136" y="1204938"/>
                    <a:pt x="3339654" y="1205443"/>
                    <a:pt x="3331558" y="1195839"/>
                  </a:cubicBezTo>
                  <a:close/>
                  <a:moveTo>
                    <a:pt x="3928656" y="1093723"/>
                  </a:moveTo>
                  <a:cubicBezTo>
                    <a:pt x="3928150" y="1091196"/>
                    <a:pt x="3920054" y="1083613"/>
                    <a:pt x="3909934" y="1076030"/>
                  </a:cubicBezTo>
                  <a:lnTo>
                    <a:pt x="3891717" y="1061875"/>
                  </a:lnTo>
                  <a:lnTo>
                    <a:pt x="3589626" y="1061875"/>
                  </a:lnTo>
                  <a:lnTo>
                    <a:pt x="3287534" y="1061875"/>
                  </a:lnTo>
                  <a:lnTo>
                    <a:pt x="3260210" y="1047721"/>
                  </a:lnTo>
                  <a:cubicBezTo>
                    <a:pt x="3245029" y="1040138"/>
                    <a:pt x="3182789" y="1003740"/>
                    <a:pt x="3121561" y="967848"/>
                  </a:cubicBezTo>
                  <a:cubicBezTo>
                    <a:pt x="3060333" y="931451"/>
                    <a:pt x="3005684" y="900108"/>
                    <a:pt x="3000118" y="898086"/>
                  </a:cubicBezTo>
                  <a:cubicBezTo>
                    <a:pt x="2994551" y="896064"/>
                    <a:pt x="2975323" y="898086"/>
                    <a:pt x="2955588" y="903142"/>
                  </a:cubicBezTo>
                  <a:cubicBezTo>
                    <a:pt x="2922697" y="911735"/>
                    <a:pt x="2919661" y="911735"/>
                    <a:pt x="2896384" y="903647"/>
                  </a:cubicBezTo>
                  <a:cubicBezTo>
                    <a:pt x="2883228" y="899097"/>
                    <a:pt x="2871084" y="895053"/>
                    <a:pt x="2870072" y="895053"/>
                  </a:cubicBezTo>
                  <a:cubicBezTo>
                    <a:pt x="2868553" y="895053"/>
                    <a:pt x="2863999" y="903647"/>
                    <a:pt x="2859445" y="914263"/>
                  </a:cubicBezTo>
                  <a:cubicBezTo>
                    <a:pt x="2849831" y="936001"/>
                    <a:pt x="2790121" y="1091701"/>
                    <a:pt x="2790121" y="1095240"/>
                  </a:cubicBezTo>
                  <a:cubicBezTo>
                    <a:pt x="2790121" y="1096251"/>
                    <a:pt x="3046165" y="1097262"/>
                    <a:pt x="3359389" y="1097262"/>
                  </a:cubicBezTo>
                  <a:cubicBezTo>
                    <a:pt x="3672612" y="1097262"/>
                    <a:pt x="3928656" y="1095745"/>
                    <a:pt x="3928656" y="1093723"/>
                  </a:cubicBezTo>
                  <a:close/>
                  <a:moveTo>
                    <a:pt x="3834031" y="1028511"/>
                  </a:moveTo>
                  <a:cubicBezTo>
                    <a:pt x="3844152" y="1026489"/>
                    <a:pt x="3852754" y="1023961"/>
                    <a:pt x="3852248" y="1021939"/>
                  </a:cubicBezTo>
                  <a:cubicBezTo>
                    <a:pt x="3851742" y="1016884"/>
                    <a:pt x="3742948" y="923868"/>
                    <a:pt x="3728780" y="916285"/>
                  </a:cubicBezTo>
                  <a:cubicBezTo>
                    <a:pt x="3710563" y="907186"/>
                    <a:pt x="3657938" y="896570"/>
                    <a:pt x="3597216" y="890504"/>
                  </a:cubicBezTo>
                  <a:cubicBezTo>
                    <a:pt x="3548132" y="885448"/>
                    <a:pt x="3546108" y="885448"/>
                    <a:pt x="3525362" y="898086"/>
                  </a:cubicBezTo>
                  <a:cubicBezTo>
                    <a:pt x="3513723" y="904658"/>
                    <a:pt x="3488423" y="913758"/>
                    <a:pt x="3469194" y="918307"/>
                  </a:cubicBezTo>
                  <a:cubicBezTo>
                    <a:pt x="3436809" y="925385"/>
                    <a:pt x="3431243" y="925385"/>
                    <a:pt x="3372039" y="915274"/>
                  </a:cubicBezTo>
                  <a:cubicBezTo>
                    <a:pt x="3337124" y="909208"/>
                    <a:pt x="3294619" y="902131"/>
                    <a:pt x="3277414" y="899603"/>
                  </a:cubicBezTo>
                  <a:cubicBezTo>
                    <a:pt x="3259704" y="897075"/>
                    <a:pt x="3224282" y="890504"/>
                    <a:pt x="3198982" y="884943"/>
                  </a:cubicBezTo>
                  <a:cubicBezTo>
                    <a:pt x="3173175" y="879888"/>
                    <a:pt x="3136236" y="873821"/>
                    <a:pt x="3117513" y="871799"/>
                  </a:cubicBezTo>
                  <a:cubicBezTo>
                    <a:pt x="3080068" y="868261"/>
                    <a:pt x="3034021" y="873316"/>
                    <a:pt x="3041105" y="879888"/>
                  </a:cubicBezTo>
                  <a:cubicBezTo>
                    <a:pt x="3043635" y="881910"/>
                    <a:pt x="3073996" y="900108"/>
                    <a:pt x="3108911" y="919318"/>
                  </a:cubicBezTo>
                  <a:cubicBezTo>
                    <a:pt x="3143826" y="938528"/>
                    <a:pt x="3203030" y="971893"/>
                    <a:pt x="3240475" y="993124"/>
                  </a:cubicBezTo>
                  <a:lnTo>
                    <a:pt x="3308787" y="1031544"/>
                  </a:lnTo>
                  <a:lnTo>
                    <a:pt x="3561795" y="1031544"/>
                  </a:lnTo>
                  <a:cubicBezTo>
                    <a:pt x="3700949" y="1031544"/>
                    <a:pt x="3823405" y="1030027"/>
                    <a:pt x="3834031" y="1028511"/>
                  </a:cubicBezTo>
                  <a:close/>
                  <a:moveTo>
                    <a:pt x="4870857" y="970376"/>
                  </a:moveTo>
                  <a:cubicBezTo>
                    <a:pt x="4883508" y="946616"/>
                    <a:pt x="4882496" y="920835"/>
                    <a:pt x="4868833" y="901625"/>
                  </a:cubicBezTo>
                  <a:cubicBezTo>
                    <a:pt x="4857701" y="885954"/>
                    <a:pt x="4788377" y="829335"/>
                    <a:pt x="4780787" y="829335"/>
                  </a:cubicBezTo>
                  <a:cubicBezTo>
                    <a:pt x="4778763" y="829335"/>
                    <a:pt x="4772690" y="825797"/>
                    <a:pt x="4767630" y="820742"/>
                  </a:cubicBezTo>
                  <a:cubicBezTo>
                    <a:pt x="4762570" y="816192"/>
                    <a:pt x="4758522" y="814675"/>
                    <a:pt x="4758522" y="817709"/>
                  </a:cubicBezTo>
                  <a:cubicBezTo>
                    <a:pt x="4758522" y="820236"/>
                    <a:pt x="4763076" y="826808"/>
                    <a:pt x="4768642" y="831863"/>
                  </a:cubicBezTo>
                  <a:cubicBezTo>
                    <a:pt x="4774208" y="836918"/>
                    <a:pt x="4778763" y="846523"/>
                    <a:pt x="4778763" y="853095"/>
                  </a:cubicBezTo>
                  <a:cubicBezTo>
                    <a:pt x="4778763" y="867250"/>
                    <a:pt x="4785341" y="880393"/>
                    <a:pt x="4804063" y="905164"/>
                  </a:cubicBezTo>
                  <a:cubicBezTo>
                    <a:pt x="4811654" y="914769"/>
                    <a:pt x="4820256" y="932462"/>
                    <a:pt x="4823292" y="943583"/>
                  </a:cubicBezTo>
                  <a:cubicBezTo>
                    <a:pt x="4830376" y="967343"/>
                    <a:pt x="4848087" y="992619"/>
                    <a:pt x="4856689" y="989586"/>
                  </a:cubicBezTo>
                  <a:cubicBezTo>
                    <a:pt x="4859725" y="988575"/>
                    <a:pt x="4866303" y="979981"/>
                    <a:pt x="4870857" y="970376"/>
                  </a:cubicBezTo>
                  <a:close/>
                  <a:moveTo>
                    <a:pt x="3235921" y="830347"/>
                  </a:moveTo>
                  <a:cubicBezTo>
                    <a:pt x="3325992" y="772717"/>
                    <a:pt x="3393292" y="599323"/>
                    <a:pt x="3386207" y="441095"/>
                  </a:cubicBezTo>
                  <a:cubicBezTo>
                    <a:pt x="3383171" y="374872"/>
                    <a:pt x="3371027" y="328869"/>
                    <a:pt x="3350280" y="307132"/>
                  </a:cubicBezTo>
                  <a:cubicBezTo>
                    <a:pt x="3331558" y="287417"/>
                    <a:pt x="3327510" y="294494"/>
                    <a:pt x="3338642" y="327353"/>
                  </a:cubicBezTo>
                  <a:cubicBezTo>
                    <a:pt x="3342690" y="341002"/>
                    <a:pt x="3348762" y="374366"/>
                    <a:pt x="3351798" y="402170"/>
                  </a:cubicBezTo>
                  <a:cubicBezTo>
                    <a:pt x="3367991" y="544727"/>
                    <a:pt x="3314353" y="714077"/>
                    <a:pt x="3223776" y="807598"/>
                  </a:cubicBezTo>
                  <a:cubicBezTo>
                    <a:pt x="3210114" y="821753"/>
                    <a:pt x="3200500" y="835907"/>
                    <a:pt x="3202018" y="838940"/>
                  </a:cubicBezTo>
                  <a:cubicBezTo>
                    <a:pt x="3207078" y="847029"/>
                    <a:pt x="3210620" y="846018"/>
                    <a:pt x="3235921" y="830347"/>
                  </a:cubicBezTo>
                  <a:close/>
                  <a:moveTo>
                    <a:pt x="2854385" y="825291"/>
                  </a:moveTo>
                  <a:cubicBezTo>
                    <a:pt x="2875638" y="812148"/>
                    <a:pt x="2882216" y="740869"/>
                    <a:pt x="2869059" y="676668"/>
                  </a:cubicBezTo>
                  <a:cubicBezTo>
                    <a:pt x="2860963" y="639765"/>
                    <a:pt x="2833132" y="576069"/>
                    <a:pt x="2816434" y="556354"/>
                  </a:cubicBezTo>
                  <a:cubicBezTo>
                    <a:pt x="2801759" y="539166"/>
                    <a:pt x="2802265" y="549277"/>
                    <a:pt x="2817952" y="598312"/>
                  </a:cubicBezTo>
                  <a:cubicBezTo>
                    <a:pt x="2838699" y="662513"/>
                    <a:pt x="2847301" y="724187"/>
                    <a:pt x="2844265" y="780300"/>
                  </a:cubicBezTo>
                  <a:cubicBezTo>
                    <a:pt x="2841229" y="828324"/>
                    <a:pt x="2842241" y="832874"/>
                    <a:pt x="2854385" y="825291"/>
                  </a:cubicBezTo>
                  <a:close/>
                  <a:moveTo>
                    <a:pt x="1927364" y="673129"/>
                  </a:moveTo>
                  <a:cubicBezTo>
                    <a:pt x="1908642" y="594774"/>
                    <a:pt x="1866642" y="505802"/>
                    <a:pt x="1876257" y="565453"/>
                  </a:cubicBezTo>
                  <a:cubicBezTo>
                    <a:pt x="1880305" y="590729"/>
                    <a:pt x="1901558" y="659480"/>
                    <a:pt x="1915220" y="691834"/>
                  </a:cubicBezTo>
                  <a:cubicBezTo>
                    <a:pt x="1928882" y="723176"/>
                    <a:pt x="1935967" y="711549"/>
                    <a:pt x="1927364" y="673129"/>
                  </a:cubicBezTo>
                  <a:close/>
                  <a:moveTo>
                    <a:pt x="1856522" y="451711"/>
                  </a:moveTo>
                  <a:cubicBezTo>
                    <a:pt x="1851968" y="420369"/>
                    <a:pt x="1839318" y="368300"/>
                    <a:pt x="1833751" y="359706"/>
                  </a:cubicBezTo>
                  <a:cubicBezTo>
                    <a:pt x="1831727" y="355662"/>
                    <a:pt x="1827173" y="354651"/>
                    <a:pt x="1823631" y="356673"/>
                  </a:cubicBezTo>
                  <a:cubicBezTo>
                    <a:pt x="1815535" y="361728"/>
                    <a:pt x="1820595" y="392565"/>
                    <a:pt x="1837294" y="439073"/>
                  </a:cubicBezTo>
                  <a:cubicBezTo>
                    <a:pt x="1852474" y="481031"/>
                    <a:pt x="1862088" y="487097"/>
                    <a:pt x="1856522" y="451711"/>
                  </a:cubicBezTo>
                  <a:close/>
                  <a:moveTo>
                    <a:pt x="3519796" y="426435"/>
                  </a:moveTo>
                  <a:cubicBezTo>
                    <a:pt x="3532952" y="414808"/>
                    <a:pt x="3530928" y="397115"/>
                    <a:pt x="3515747" y="384982"/>
                  </a:cubicBezTo>
                  <a:cubicBezTo>
                    <a:pt x="3498543" y="371333"/>
                    <a:pt x="3480326" y="371333"/>
                    <a:pt x="3473242" y="384982"/>
                  </a:cubicBezTo>
                  <a:cubicBezTo>
                    <a:pt x="3467170" y="396104"/>
                    <a:pt x="3470206" y="417841"/>
                    <a:pt x="3479314" y="428457"/>
                  </a:cubicBezTo>
                  <a:cubicBezTo>
                    <a:pt x="3486905" y="437556"/>
                    <a:pt x="3508663" y="436545"/>
                    <a:pt x="3519796" y="426435"/>
                  </a:cubicBezTo>
                  <a:close/>
                  <a:moveTo>
                    <a:pt x="1828691" y="257085"/>
                  </a:moveTo>
                  <a:cubicBezTo>
                    <a:pt x="1828691" y="228776"/>
                    <a:pt x="1813511" y="190356"/>
                    <a:pt x="1799848" y="185301"/>
                  </a:cubicBezTo>
                  <a:cubicBezTo>
                    <a:pt x="1795294" y="183279"/>
                    <a:pt x="1791246" y="182774"/>
                    <a:pt x="1790740" y="183279"/>
                  </a:cubicBezTo>
                  <a:cubicBezTo>
                    <a:pt x="1789728" y="184290"/>
                    <a:pt x="1794788" y="207039"/>
                    <a:pt x="1802378" y="234337"/>
                  </a:cubicBezTo>
                  <a:cubicBezTo>
                    <a:pt x="1817053" y="290450"/>
                    <a:pt x="1828691" y="300560"/>
                    <a:pt x="1828691" y="257085"/>
                  </a:cubicBezTo>
                  <a:close/>
                  <a:moveTo>
                    <a:pt x="392619" y="197434"/>
                  </a:moveTo>
                  <a:cubicBezTo>
                    <a:pt x="493822" y="164575"/>
                    <a:pt x="597555" y="142837"/>
                    <a:pt x="745818" y="123628"/>
                  </a:cubicBezTo>
                  <a:cubicBezTo>
                    <a:pt x="823744" y="113517"/>
                    <a:pt x="1106607" y="108462"/>
                    <a:pt x="1196172" y="116045"/>
                  </a:cubicBezTo>
                  <a:cubicBezTo>
                    <a:pt x="1361133" y="129188"/>
                    <a:pt x="1465372" y="141321"/>
                    <a:pt x="1542792" y="156487"/>
                  </a:cubicBezTo>
                  <a:cubicBezTo>
                    <a:pt x="1556455" y="159014"/>
                    <a:pt x="1569105" y="160531"/>
                    <a:pt x="1570117" y="159014"/>
                  </a:cubicBezTo>
                  <a:cubicBezTo>
                    <a:pt x="1573659" y="155475"/>
                    <a:pt x="1526600" y="137782"/>
                    <a:pt x="1471444" y="122111"/>
                  </a:cubicBezTo>
                  <a:cubicBezTo>
                    <a:pt x="1365181" y="91274"/>
                    <a:pt x="1184533" y="71559"/>
                    <a:pt x="1014006" y="71053"/>
                  </a:cubicBezTo>
                  <a:cubicBezTo>
                    <a:pt x="735192" y="71053"/>
                    <a:pt x="475099" y="117561"/>
                    <a:pt x="365294" y="188334"/>
                  </a:cubicBezTo>
                  <a:cubicBezTo>
                    <a:pt x="351632" y="196423"/>
                    <a:pt x="341005" y="205522"/>
                    <a:pt x="341005" y="208050"/>
                  </a:cubicBezTo>
                  <a:cubicBezTo>
                    <a:pt x="341005" y="214116"/>
                    <a:pt x="339487" y="214621"/>
                    <a:pt x="392619" y="197434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 20">
              <a:extLst>
                <a:ext uri="{FF2B5EF4-FFF2-40B4-BE49-F238E27FC236}">
                  <a16:creationId xmlns:a16="http://schemas.microsoft.com/office/drawing/2014/main" id="{DDD6E629-DC0A-FBF1-3B5C-831D83C889D2}"/>
                </a:ext>
              </a:extLst>
            </p:cNvPr>
            <p:cNvSpPr/>
            <p:nvPr/>
          </p:nvSpPr>
          <p:spPr>
            <a:xfrm flipV="1">
              <a:off x="4065640" y="1374435"/>
              <a:ext cx="269835" cy="154823"/>
            </a:xfrm>
            <a:custGeom>
              <a:avLst/>
              <a:gdLst>
                <a:gd name="connsiteX0" fmla="*/ 91269 w 269835"/>
                <a:gd name="connsiteY0" fmla="*/ 140735 h 154823"/>
                <a:gd name="connsiteX1" fmla="*/ -826 w 269835"/>
                <a:gd name="connsiteY1" fmla="*/ 6266 h 154823"/>
                <a:gd name="connsiteX2" fmla="*/ 48258 w 269835"/>
                <a:gd name="connsiteY2" fmla="*/ 5255 h 154823"/>
                <a:gd name="connsiteX3" fmla="*/ 132762 w 269835"/>
                <a:gd name="connsiteY3" fmla="*/ 38619 h 154823"/>
                <a:gd name="connsiteX4" fmla="*/ 195508 w 269835"/>
                <a:gd name="connsiteY4" fmla="*/ 17893 h 154823"/>
                <a:gd name="connsiteX5" fmla="*/ 249652 w 269835"/>
                <a:gd name="connsiteY5" fmla="*/ 3738 h 154823"/>
                <a:gd name="connsiteX6" fmla="*/ 173750 w 269835"/>
                <a:gd name="connsiteY6" fmla="*/ 140229 h 154823"/>
                <a:gd name="connsiteX7" fmla="*/ 91269 w 269835"/>
                <a:gd name="connsiteY7" fmla="*/ 140735 h 154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835" h="154823">
                  <a:moveTo>
                    <a:pt x="91269" y="140735"/>
                  </a:moveTo>
                  <a:cubicBezTo>
                    <a:pt x="28017" y="121019"/>
                    <a:pt x="-22078" y="47213"/>
                    <a:pt x="-826" y="6266"/>
                  </a:cubicBezTo>
                  <a:cubicBezTo>
                    <a:pt x="8789" y="-11933"/>
                    <a:pt x="25993" y="-12438"/>
                    <a:pt x="48258" y="5255"/>
                  </a:cubicBezTo>
                  <a:cubicBezTo>
                    <a:pt x="80137" y="30531"/>
                    <a:pt x="99871" y="38619"/>
                    <a:pt x="132762" y="38619"/>
                  </a:cubicBezTo>
                  <a:cubicBezTo>
                    <a:pt x="160593" y="39125"/>
                    <a:pt x="166159" y="37103"/>
                    <a:pt x="195508" y="17893"/>
                  </a:cubicBezTo>
                  <a:cubicBezTo>
                    <a:pt x="230929" y="-6372"/>
                    <a:pt x="233965" y="-6878"/>
                    <a:pt x="249652" y="3738"/>
                  </a:cubicBezTo>
                  <a:cubicBezTo>
                    <a:pt x="289627" y="32048"/>
                    <a:pt x="240544" y="120514"/>
                    <a:pt x="173750" y="140229"/>
                  </a:cubicBezTo>
                  <a:cubicBezTo>
                    <a:pt x="142883" y="149329"/>
                    <a:pt x="119100" y="149329"/>
                    <a:pt x="91269" y="140735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 21">
              <a:extLst>
                <a:ext uri="{FF2B5EF4-FFF2-40B4-BE49-F238E27FC236}">
                  <a16:creationId xmlns:a16="http://schemas.microsoft.com/office/drawing/2014/main" id="{006BD2D9-F991-3FD9-495F-3C5D07B8802C}"/>
                </a:ext>
              </a:extLst>
            </p:cNvPr>
            <p:cNvSpPr/>
            <p:nvPr/>
          </p:nvSpPr>
          <p:spPr>
            <a:xfrm flipV="1">
              <a:off x="4100635" y="1618598"/>
              <a:ext cx="181157" cy="95780"/>
            </a:xfrm>
            <a:custGeom>
              <a:avLst/>
              <a:gdLst>
                <a:gd name="connsiteX0" fmla="*/ 64893 w 181157"/>
                <a:gd name="connsiteY0" fmla="*/ 83671 h 95780"/>
                <a:gd name="connsiteX1" fmla="*/ 3159 w 181157"/>
                <a:gd name="connsiteY1" fmla="*/ 29075 h 95780"/>
                <a:gd name="connsiteX2" fmla="*/ 1641 w 181157"/>
                <a:gd name="connsiteY2" fmla="*/ -2773 h 95780"/>
                <a:gd name="connsiteX3" fmla="*/ 26942 w 181157"/>
                <a:gd name="connsiteY3" fmla="*/ 4810 h 95780"/>
                <a:gd name="connsiteX4" fmla="*/ 145856 w 181157"/>
                <a:gd name="connsiteY4" fmla="*/ 32108 h 95780"/>
                <a:gd name="connsiteX5" fmla="*/ 168626 w 181157"/>
                <a:gd name="connsiteY5" fmla="*/ 27053 h 95780"/>
                <a:gd name="connsiteX6" fmla="*/ 170650 w 181157"/>
                <a:gd name="connsiteY6" fmla="*/ 60923 h 95780"/>
                <a:gd name="connsiteX7" fmla="*/ 64893 w 181157"/>
                <a:gd name="connsiteY7" fmla="*/ 83671 h 9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157" h="95780">
                  <a:moveTo>
                    <a:pt x="64893" y="83671"/>
                  </a:moveTo>
                  <a:cubicBezTo>
                    <a:pt x="39086" y="75077"/>
                    <a:pt x="16822" y="55362"/>
                    <a:pt x="3159" y="29075"/>
                  </a:cubicBezTo>
                  <a:cubicBezTo>
                    <a:pt x="-8479" y="6326"/>
                    <a:pt x="-8479" y="7337"/>
                    <a:pt x="1641" y="-2773"/>
                  </a:cubicBezTo>
                  <a:cubicBezTo>
                    <a:pt x="9231" y="-9850"/>
                    <a:pt x="11255" y="-9345"/>
                    <a:pt x="26942" y="4810"/>
                  </a:cubicBezTo>
                  <a:cubicBezTo>
                    <a:pt x="65905" y="38680"/>
                    <a:pt x="112459" y="49801"/>
                    <a:pt x="145856" y="32108"/>
                  </a:cubicBezTo>
                  <a:cubicBezTo>
                    <a:pt x="154458" y="28064"/>
                    <a:pt x="164578" y="25536"/>
                    <a:pt x="168626" y="27053"/>
                  </a:cubicBezTo>
                  <a:cubicBezTo>
                    <a:pt x="176723" y="30086"/>
                    <a:pt x="177735" y="46768"/>
                    <a:pt x="170650" y="60923"/>
                  </a:cubicBezTo>
                  <a:cubicBezTo>
                    <a:pt x="158000" y="84177"/>
                    <a:pt x="103350" y="95804"/>
                    <a:pt x="64893" y="83671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 22">
              <a:extLst>
                <a:ext uri="{FF2B5EF4-FFF2-40B4-BE49-F238E27FC236}">
                  <a16:creationId xmlns:a16="http://schemas.microsoft.com/office/drawing/2014/main" id="{BAA7F279-36EC-A039-92D0-420898DEC34D}"/>
                </a:ext>
              </a:extLst>
            </p:cNvPr>
            <p:cNvSpPr/>
            <p:nvPr/>
          </p:nvSpPr>
          <p:spPr>
            <a:xfrm flipV="1">
              <a:off x="3412608" y="1647409"/>
              <a:ext cx="181137" cy="266586"/>
            </a:xfrm>
            <a:custGeom>
              <a:avLst/>
              <a:gdLst>
                <a:gd name="connsiteX0" fmla="*/ 20927 w 181137"/>
                <a:gd name="connsiteY0" fmla="*/ 250172 h 266586"/>
                <a:gd name="connsiteX1" fmla="*/ -1338 w 181137"/>
                <a:gd name="connsiteY1" fmla="*/ 227424 h 266586"/>
                <a:gd name="connsiteX2" fmla="*/ 3216 w 181137"/>
                <a:gd name="connsiteY2" fmla="*/ 204170 h 266586"/>
                <a:gd name="connsiteX3" fmla="*/ 13337 w 181137"/>
                <a:gd name="connsiteY3" fmla="*/ 194060 h 266586"/>
                <a:gd name="connsiteX4" fmla="*/ 28517 w 181137"/>
                <a:gd name="connsiteY4" fmla="*/ 206698 h 266586"/>
                <a:gd name="connsiteX5" fmla="*/ 61408 w 181137"/>
                <a:gd name="connsiteY5" fmla="*/ 214280 h 266586"/>
                <a:gd name="connsiteX6" fmla="*/ 85697 w 181137"/>
                <a:gd name="connsiteY6" fmla="*/ 164234 h 266586"/>
                <a:gd name="connsiteX7" fmla="*/ 66468 w 181137"/>
                <a:gd name="connsiteY7" fmla="*/ 23699 h 266586"/>
                <a:gd name="connsiteX8" fmla="*/ 108468 w 181137"/>
                <a:gd name="connsiteY8" fmla="*/ -5621 h 266586"/>
                <a:gd name="connsiteX9" fmla="*/ 119094 w 181137"/>
                <a:gd name="connsiteY9" fmla="*/ 26732 h 266586"/>
                <a:gd name="connsiteX10" fmla="*/ 115552 w 181137"/>
                <a:gd name="connsiteY10" fmla="*/ 111660 h 266586"/>
                <a:gd name="connsiteX11" fmla="*/ 131744 w 181137"/>
                <a:gd name="connsiteY11" fmla="*/ 87900 h 266586"/>
                <a:gd name="connsiteX12" fmla="*/ 166659 w 181137"/>
                <a:gd name="connsiteY12" fmla="*/ 70712 h 266586"/>
                <a:gd name="connsiteX13" fmla="*/ 158563 w 181137"/>
                <a:gd name="connsiteY13" fmla="*/ 160695 h 266586"/>
                <a:gd name="connsiteX14" fmla="*/ 95817 w 181137"/>
                <a:gd name="connsiteY14" fmla="*/ 251184 h 266586"/>
                <a:gd name="connsiteX15" fmla="*/ 20927 w 181137"/>
                <a:gd name="connsiteY15" fmla="*/ 250172 h 26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1137" h="266586">
                  <a:moveTo>
                    <a:pt x="20927" y="250172"/>
                  </a:moveTo>
                  <a:cubicBezTo>
                    <a:pt x="11819" y="244612"/>
                    <a:pt x="1698" y="234501"/>
                    <a:pt x="-1338" y="227424"/>
                  </a:cubicBezTo>
                  <a:cubicBezTo>
                    <a:pt x="-6398" y="216303"/>
                    <a:pt x="-5892" y="212764"/>
                    <a:pt x="3216" y="204170"/>
                  </a:cubicBezTo>
                  <a:lnTo>
                    <a:pt x="13337" y="194060"/>
                  </a:lnTo>
                  <a:lnTo>
                    <a:pt x="28517" y="206698"/>
                  </a:lnTo>
                  <a:cubicBezTo>
                    <a:pt x="41673" y="217819"/>
                    <a:pt x="45722" y="218830"/>
                    <a:pt x="61408" y="214280"/>
                  </a:cubicBezTo>
                  <a:cubicBezTo>
                    <a:pt x="90757" y="206698"/>
                    <a:pt x="105937" y="174850"/>
                    <a:pt x="85697" y="164234"/>
                  </a:cubicBezTo>
                  <a:cubicBezTo>
                    <a:pt x="54830" y="147552"/>
                    <a:pt x="43698" y="68690"/>
                    <a:pt x="66468" y="23699"/>
                  </a:cubicBezTo>
                  <a:cubicBezTo>
                    <a:pt x="80131" y="-4105"/>
                    <a:pt x="89745" y="-10171"/>
                    <a:pt x="108468" y="-5621"/>
                  </a:cubicBezTo>
                  <a:cubicBezTo>
                    <a:pt x="122130" y="-2083"/>
                    <a:pt x="122130" y="-1577"/>
                    <a:pt x="119094" y="26732"/>
                  </a:cubicBezTo>
                  <a:cubicBezTo>
                    <a:pt x="109986" y="105593"/>
                    <a:pt x="109480" y="115198"/>
                    <a:pt x="115552" y="111660"/>
                  </a:cubicBezTo>
                  <a:cubicBezTo>
                    <a:pt x="118588" y="109638"/>
                    <a:pt x="125672" y="99022"/>
                    <a:pt x="131744" y="87900"/>
                  </a:cubicBezTo>
                  <a:cubicBezTo>
                    <a:pt x="143889" y="63635"/>
                    <a:pt x="153503" y="59085"/>
                    <a:pt x="166659" y="70712"/>
                  </a:cubicBezTo>
                  <a:cubicBezTo>
                    <a:pt x="182346" y="84867"/>
                    <a:pt x="179310" y="113682"/>
                    <a:pt x="158563" y="160695"/>
                  </a:cubicBezTo>
                  <a:cubicBezTo>
                    <a:pt x="134780" y="215291"/>
                    <a:pt x="117070" y="240568"/>
                    <a:pt x="95817" y="251184"/>
                  </a:cubicBezTo>
                  <a:cubicBezTo>
                    <a:pt x="72034" y="262811"/>
                    <a:pt x="41167" y="262305"/>
                    <a:pt x="20927" y="250172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 23">
              <a:extLst>
                <a:ext uri="{FF2B5EF4-FFF2-40B4-BE49-F238E27FC236}">
                  <a16:creationId xmlns:a16="http://schemas.microsoft.com/office/drawing/2014/main" id="{7AA836F6-5B06-A030-A7FF-A0FF94E0BDCE}"/>
                </a:ext>
              </a:extLst>
            </p:cNvPr>
            <p:cNvSpPr/>
            <p:nvPr/>
          </p:nvSpPr>
          <p:spPr>
            <a:xfrm flipV="1">
              <a:off x="4158141" y="1723237"/>
              <a:ext cx="98673" cy="171498"/>
            </a:xfrm>
            <a:custGeom>
              <a:avLst/>
              <a:gdLst>
                <a:gd name="connsiteX0" fmla="*/ 30635 w 98673"/>
                <a:gd name="connsiteY0" fmla="*/ 156158 h 171498"/>
                <a:gd name="connsiteX1" fmla="*/ -5798 w 98673"/>
                <a:gd name="connsiteY1" fmla="*/ 60614 h 171498"/>
                <a:gd name="connsiteX2" fmla="*/ 6346 w 98673"/>
                <a:gd name="connsiteY2" fmla="*/ 6523 h 171498"/>
                <a:gd name="connsiteX3" fmla="*/ 92875 w 98673"/>
                <a:gd name="connsiteY3" fmla="*/ 110661 h 171498"/>
                <a:gd name="connsiteX4" fmla="*/ 82754 w 98673"/>
                <a:gd name="connsiteY4" fmla="*/ 155147 h 171498"/>
                <a:gd name="connsiteX5" fmla="*/ 30635 w 98673"/>
                <a:gd name="connsiteY5" fmla="*/ 156158 h 171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673" h="171498">
                  <a:moveTo>
                    <a:pt x="30635" y="156158"/>
                  </a:moveTo>
                  <a:cubicBezTo>
                    <a:pt x="6852" y="141498"/>
                    <a:pt x="-5798" y="108133"/>
                    <a:pt x="-5798" y="60614"/>
                  </a:cubicBezTo>
                  <a:cubicBezTo>
                    <a:pt x="-5798" y="24217"/>
                    <a:pt x="-4280" y="18150"/>
                    <a:pt x="6346" y="6523"/>
                  </a:cubicBezTo>
                  <a:cubicBezTo>
                    <a:pt x="44803" y="-34424"/>
                    <a:pt x="92875" y="23205"/>
                    <a:pt x="92875" y="110661"/>
                  </a:cubicBezTo>
                  <a:cubicBezTo>
                    <a:pt x="92875" y="138464"/>
                    <a:pt x="90851" y="147058"/>
                    <a:pt x="82754" y="155147"/>
                  </a:cubicBezTo>
                  <a:cubicBezTo>
                    <a:pt x="70610" y="167279"/>
                    <a:pt x="49357" y="167785"/>
                    <a:pt x="30635" y="156158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" name="手繪多邊形 24">
              <a:extLst>
                <a:ext uri="{FF2B5EF4-FFF2-40B4-BE49-F238E27FC236}">
                  <a16:creationId xmlns:a16="http://schemas.microsoft.com/office/drawing/2014/main" id="{8101BD54-4BD1-BD87-E8A3-CC2ED7A41F33}"/>
                </a:ext>
              </a:extLst>
            </p:cNvPr>
            <p:cNvSpPr/>
            <p:nvPr/>
          </p:nvSpPr>
          <p:spPr>
            <a:xfrm flipV="1">
              <a:off x="6447861" y="1844268"/>
              <a:ext cx="1138688" cy="1050849"/>
            </a:xfrm>
            <a:custGeom>
              <a:avLst/>
              <a:gdLst>
                <a:gd name="connsiteX0" fmla="*/ 215899 w 1138688"/>
                <a:gd name="connsiteY0" fmla="*/ 1039468 h 1050849"/>
                <a:gd name="connsiteX1" fmla="*/ 145563 w 1138688"/>
                <a:gd name="connsiteY1" fmla="*/ 978805 h 1050849"/>
                <a:gd name="connsiteX2" fmla="*/ 118238 w 1138688"/>
                <a:gd name="connsiteY2" fmla="*/ 859502 h 1050849"/>
                <a:gd name="connsiteX3" fmla="*/ 19565 w 1138688"/>
                <a:gd name="connsiteY3" fmla="*/ 292307 h 1050849"/>
                <a:gd name="connsiteX4" fmla="*/ -10796 w 1138688"/>
                <a:gd name="connsiteY4" fmla="*/ 102231 h 1050849"/>
                <a:gd name="connsiteX5" fmla="*/ 46384 w 1138688"/>
                <a:gd name="connsiteY5" fmla="*/ 7699 h 1050849"/>
                <a:gd name="connsiteX6" fmla="*/ 67637 w 1138688"/>
                <a:gd name="connsiteY6" fmla="*/ -3423 h 1050849"/>
                <a:gd name="connsiteX7" fmla="*/ 480040 w 1138688"/>
                <a:gd name="connsiteY7" fmla="*/ -4939 h 1050849"/>
                <a:gd name="connsiteX8" fmla="*/ 980489 w 1138688"/>
                <a:gd name="connsiteY8" fmla="*/ 32469 h 1050849"/>
                <a:gd name="connsiteX9" fmla="*/ 1031597 w 1138688"/>
                <a:gd name="connsiteY9" fmla="*/ 153794 h 1050849"/>
                <a:gd name="connsiteX10" fmla="*/ 1059933 w 1138688"/>
                <a:gd name="connsiteY10" fmla="*/ 312528 h 1050849"/>
                <a:gd name="connsiteX11" fmla="*/ 1089788 w 1138688"/>
                <a:gd name="connsiteY11" fmla="*/ 479350 h 1050849"/>
                <a:gd name="connsiteX12" fmla="*/ 1122679 w 1138688"/>
                <a:gd name="connsiteY12" fmla="*/ 745254 h 1050849"/>
                <a:gd name="connsiteX13" fmla="*/ 1045765 w 1138688"/>
                <a:gd name="connsiteY13" fmla="*/ 840798 h 1050849"/>
                <a:gd name="connsiteX14" fmla="*/ 1010344 w 1138688"/>
                <a:gd name="connsiteY14" fmla="*/ 881745 h 1050849"/>
                <a:gd name="connsiteX15" fmla="*/ 869166 w 1138688"/>
                <a:gd name="connsiteY15" fmla="*/ 1038457 h 1050849"/>
                <a:gd name="connsiteX16" fmla="*/ 544810 w 1138688"/>
                <a:gd name="connsiteY16" fmla="*/ 1045029 h 1050849"/>
                <a:gd name="connsiteX17" fmla="*/ 215899 w 1138688"/>
                <a:gd name="connsiteY17" fmla="*/ 1039468 h 1050849"/>
                <a:gd name="connsiteX18" fmla="*/ 819576 w 1138688"/>
                <a:gd name="connsiteY18" fmla="*/ 989927 h 1050849"/>
                <a:gd name="connsiteX19" fmla="*/ 814010 w 1138688"/>
                <a:gd name="connsiteY19" fmla="*/ 878712 h 1050849"/>
                <a:gd name="connsiteX20" fmla="*/ 795793 w 1138688"/>
                <a:gd name="connsiteY20" fmla="*/ 761431 h 1050849"/>
                <a:gd name="connsiteX21" fmla="*/ 805408 w 1138688"/>
                <a:gd name="connsiteY21" fmla="*/ 714923 h 1050849"/>
                <a:gd name="connsiteX22" fmla="*/ 818564 w 1138688"/>
                <a:gd name="connsiteY22" fmla="*/ 701779 h 1050849"/>
                <a:gd name="connsiteX23" fmla="*/ 948104 w 1138688"/>
                <a:gd name="connsiteY23" fmla="*/ 701779 h 1050849"/>
                <a:gd name="connsiteX24" fmla="*/ 1077138 w 1138688"/>
                <a:gd name="connsiteY24" fmla="*/ 697230 h 1050849"/>
                <a:gd name="connsiteX25" fmla="*/ 1036151 w 1138688"/>
                <a:gd name="connsiteY25" fmla="*/ 466207 h 1050849"/>
                <a:gd name="connsiteX26" fmla="*/ 985549 w 1138688"/>
                <a:gd name="connsiteY26" fmla="*/ 181092 h 1050849"/>
                <a:gd name="connsiteX27" fmla="*/ 970369 w 1138688"/>
                <a:gd name="connsiteY27" fmla="*/ 107286 h 1050849"/>
                <a:gd name="connsiteX28" fmla="*/ 918755 w 1138688"/>
                <a:gd name="connsiteY28" fmla="*/ 55218 h 1050849"/>
                <a:gd name="connsiteX29" fmla="*/ 490160 w 1138688"/>
                <a:gd name="connsiteY29" fmla="*/ 49657 h 1050849"/>
                <a:gd name="connsiteX30" fmla="*/ 76239 w 1138688"/>
                <a:gd name="connsiteY30" fmla="*/ 49657 h 1050849"/>
                <a:gd name="connsiteX31" fmla="*/ 60553 w 1138688"/>
                <a:gd name="connsiteY31" fmla="*/ 62800 h 1050849"/>
                <a:gd name="connsiteX32" fmla="*/ 90407 w 1138688"/>
                <a:gd name="connsiteY32" fmla="*/ 411105 h 1050849"/>
                <a:gd name="connsiteX33" fmla="*/ 128359 w 1138688"/>
                <a:gd name="connsiteY33" fmla="*/ 628479 h 1050849"/>
                <a:gd name="connsiteX34" fmla="*/ 151635 w 1138688"/>
                <a:gd name="connsiteY34" fmla="*/ 762442 h 1050849"/>
                <a:gd name="connsiteX35" fmla="*/ 166816 w 1138688"/>
                <a:gd name="connsiteY35" fmla="*/ 850908 h 1050849"/>
                <a:gd name="connsiteX36" fmla="*/ 205273 w 1138688"/>
                <a:gd name="connsiteY36" fmla="*/ 973244 h 1050849"/>
                <a:gd name="connsiteX37" fmla="*/ 238670 w 1138688"/>
                <a:gd name="connsiteY37" fmla="*/ 989927 h 1050849"/>
                <a:gd name="connsiteX38" fmla="*/ 819576 w 1138688"/>
                <a:gd name="connsiteY38" fmla="*/ 989927 h 1050849"/>
                <a:gd name="connsiteX39" fmla="*/ 1020464 w 1138688"/>
                <a:gd name="connsiteY39" fmla="*/ 789235 h 1050849"/>
                <a:gd name="connsiteX40" fmla="*/ 1052343 w 1138688"/>
                <a:gd name="connsiteY40" fmla="*/ 752332 h 1050849"/>
                <a:gd name="connsiteX41" fmla="*/ 946080 w 1138688"/>
                <a:gd name="connsiteY41" fmla="*/ 752332 h 1050849"/>
                <a:gd name="connsiteX42" fmla="*/ 839311 w 1138688"/>
                <a:gd name="connsiteY42" fmla="*/ 752332 h 1050849"/>
                <a:gd name="connsiteX43" fmla="*/ 843865 w 1138688"/>
                <a:gd name="connsiteY43" fmla="*/ 763959 h 1050849"/>
                <a:gd name="connsiteX44" fmla="*/ 862081 w 1138688"/>
                <a:gd name="connsiteY44" fmla="*/ 866579 h 1050849"/>
                <a:gd name="connsiteX45" fmla="*/ 876756 w 1138688"/>
                <a:gd name="connsiteY45" fmla="*/ 958079 h 1050849"/>
                <a:gd name="connsiteX46" fmla="*/ 932418 w 1138688"/>
                <a:gd name="connsiteY46" fmla="*/ 891856 h 1050849"/>
                <a:gd name="connsiteX47" fmla="*/ 1020464 w 1138688"/>
                <a:gd name="connsiteY47" fmla="*/ 789235 h 105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38688" h="1050849">
                  <a:moveTo>
                    <a:pt x="215899" y="1039468"/>
                  </a:moveTo>
                  <a:cubicBezTo>
                    <a:pt x="192117" y="1033402"/>
                    <a:pt x="158720" y="1004587"/>
                    <a:pt x="145563" y="978805"/>
                  </a:cubicBezTo>
                  <a:cubicBezTo>
                    <a:pt x="139491" y="967178"/>
                    <a:pt x="128359" y="919154"/>
                    <a:pt x="118238" y="859502"/>
                  </a:cubicBezTo>
                  <a:cubicBezTo>
                    <a:pt x="100022" y="753848"/>
                    <a:pt x="69661" y="578938"/>
                    <a:pt x="19565" y="292307"/>
                  </a:cubicBezTo>
                  <a:cubicBezTo>
                    <a:pt x="2867" y="196258"/>
                    <a:pt x="-10796" y="110825"/>
                    <a:pt x="-10796" y="102231"/>
                  </a:cubicBezTo>
                  <a:cubicBezTo>
                    <a:pt x="-10796" y="64823"/>
                    <a:pt x="12481" y="25897"/>
                    <a:pt x="46384" y="7699"/>
                  </a:cubicBezTo>
                  <a:lnTo>
                    <a:pt x="67637" y="-3423"/>
                  </a:lnTo>
                  <a:lnTo>
                    <a:pt x="480040" y="-4939"/>
                  </a:lnTo>
                  <a:cubicBezTo>
                    <a:pt x="951140" y="-6962"/>
                    <a:pt x="935454" y="-7973"/>
                    <a:pt x="980489" y="32469"/>
                  </a:cubicBezTo>
                  <a:cubicBezTo>
                    <a:pt x="1010344" y="59262"/>
                    <a:pt x="1017428" y="76450"/>
                    <a:pt x="1031597" y="153794"/>
                  </a:cubicBezTo>
                  <a:cubicBezTo>
                    <a:pt x="1037163" y="186653"/>
                    <a:pt x="1050319" y="258437"/>
                    <a:pt x="1059933" y="312528"/>
                  </a:cubicBezTo>
                  <a:cubicBezTo>
                    <a:pt x="1069548" y="366619"/>
                    <a:pt x="1083210" y="441941"/>
                    <a:pt x="1089788" y="479350"/>
                  </a:cubicBezTo>
                  <a:cubicBezTo>
                    <a:pt x="1131282" y="704813"/>
                    <a:pt x="1132800" y="717956"/>
                    <a:pt x="1122679" y="745254"/>
                  </a:cubicBezTo>
                  <a:cubicBezTo>
                    <a:pt x="1117619" y="757892"/>
                    <a:pt x="1088270" y="794795"/>
                    <a:pt x="1045765" y="840798"/>
                  </a:cubicBezTo>
                  <a:cubicBezTo>
                    <a:pt x="1035645" y="851919"/>
                    <a:pt x="1019958" y="870118"/>
                    <a:pt x="1010344" y="881745"/>
                  </a:cubicBezTo>
                  <a:cubicBezTo>
                    <a:pt x="952658" y="953024"/>
                    <a:pt x="880804" y="1031885"/>
                    <a:pt x="869166" y="1038457"/>
                  </a:cubicBezTo>
                  <a:cubicBezTo>
                    <a:pt x="857021" y="1044523"/>
                    <a:pt x="804902" y="1045534"/>
                    <a:pt x="544810" y="1045029"/>
                  </a:cubicBezTo>
                  <a:cubicBezTo>
                    <a:pt x="361126" y="1044523"/>
                    <a:pt x="227032" y="1042501"/>
                    <a:pt x="215899" y="1039468"/>
                  </a:cubicBezTo>
                  <a:close/>
                  <a:moveTo>
                    <a:pt x="819576" y="989927"/>
                  </a:moveTo>
                  <a:cubicBezTo>
                    <a:pt x="832226" y="982849"/>
                    <a:pt x="831720" y="977289"/>
                    <a:pt x="814010" y="878712"/>
                  </a:cubicBezTo>
                  <a:cubicBezTo>
                    <a:pt x="805914" y="832710"/>
                    <a:pt x="797311" y="780135"/>
                    <a:pt x="795793" y="761431"/>
                  </a:cubicBezTo>
                  <a:cubicBezTo>
                    <a:pt x="792757" y="730089"/>
                    <a:pt x="793263" y="727056"/>
                    <a:pt x="805408" y="714923"/>
                  </a:cubicBezTo>
                  <a:lnTo>
                    <a:pt x="818564" y="701779"/>
                  </a:lnTo>
                  <a:lnTo>
                    <a:pt x="948104" y="701779"/>
                  </a:lnTo>
                  <a:cubicBezTo>
                    <a:pt x="1019452" y="701779"/>
                    <a:pt x="1077138" y="699757"/>
                    <a:pt x="1077138" y="697230"/>
                  </a:cubicBezTo>
                  <a:cubicBezTo>
                    <a:pt x="1077138" y="694702"/>
                    <a:pt x="1058921" y="590565"/>
                    <a:pt x="1036151" y="466207"/>
                  </a:cubicBezTo>
                  <a:cubicBezTo>
                    <a:pt x="1013886" y="341343"/>
                    <a:pt x="991115" y="212940"/>
                    <a:pt x="985549" y="181092"/>
                  </a:cubicBezTo>
                  <a:cubicBezTo>
                    <a:pt x="979983" y="149245"/>
                    <a:pt x="973405" y="115880"/>
                    <a:pt x="970369" y="107286"/>
                  </a:cubicBezTo>
                  <a:cubicBezTo>
                    <a:pt x="964803" y="89088"/>
                    <a:pt x="938490" y="62295"/>
                    <a:pt x="918755" y="55218"/>
                  </a:cubicBezTo>
                  <a:cubicBezTo>
                    <a:pt x="909141" y="51173"/>
                    <a:pt x="769987" y="49657"/>
                    <a:pt x="490160" y="49657"/>
                  </a:cubicBezTo>
                  <a:lnTo>
                    <a:pt x="76239" y="49657"/>
                  </a:lnTo>
                  <a:lnTo>
                    <a:pt x="60553" y="62800"/>
                  </a:lnTo>
                  <a:cubicBezTo>
                    <a:pt x="32722" y="86054"/>
                    <a:pt x="32216" y="81505"/>
                    <a:pt x="90407" y="411105"/>
                  </a:cubicBezTo>
                  <a:cubicBezTo>
                    <a:pt x="104070" y="488955"/>
                    <a:pt x="121274" y="587026"/>
                    <a:pt x="128359" y="628479"/>
                  </a:cubicBezTo>
                  <a:cubicBezTo>
                    <a:pt x="135443" y="670437"/>
                    <a:pt x="146069" y="730594"/>
                    <a:pt x="151635" y="762442"/>
                  </a:cubicBezTo>
                  <a:cubicBezTo>
                    <a:pt x="157202" y="794290"/>
                    <a:pt x="164286" y="834226"/>
                    <a:pt x="166816" y="850908"/>
                  </a:cubicBezTo>
                  <a:cubicBezTo>
                    <a:pt x="180478" y="937858"/>
                    <a:pt x="187562" y="959595"/>
                    <a:pt x="205273" y="973244"/>
                  </a:cubicBezTo>
                  <a:cubicBezTo>
                    <a:pt x="214381" y="980322"/>
                    <a:pt x="229562" y="987905"/>
                    <a:pt x="238670" y="989927"/>
                  </a:cubicBezTo>
                  <a:cubicBezTo>
                    <a:pt x="264477" y="995993"/>
                    <a:pt x="807938" y="995993"/>
                    <a:pt x="819576" y="989927"/>
                  </a:cubicBezTo>
                  <a:close/>
                  <a:moveTo>
                    <a:pt x="1020464" y="789235"/>
                  </a:moveTo>
                  <a:lnTo>
                    <a:pt x="1052343" y="752332"/>
                  </a:lnTo>
                  <a:lnTo>
                    <a:pt x="946080" y="752332"/>
                  </a:lnTo>
                  <a:lnTo>
                    <a:pt x="839311" y="752332"/>
                  </a:lnTo>
                  <a:lnTo>
                    <a:pt x="843865" y="763959"/>
                  </a:lnTo>
                  <a:cubicBezTo>
                    <a:pt x="845889" y="770025"/>
                    <a:pt x="854491" y="816027"/>
                    <a:pt x="862081" y="866579"/>
                  </a:cubicBezTo>
                  <a:lnTo>
                    <a:pt x="876756" y="958079"/>
                  </a:lnTo>
                  <a:lnTo>
                    <a:pt x="932418" y="891856"/>
                  </a:lnTo>
                  <a:cubicBezTo>
                    <a:pt x="963284" y="855964"/>
                    <a:pt x="1002754" y="809456"/>
                    <a:pt x="1020464" y="789235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" name="手繪多邊形 25">
              <a:extLst>
                <a:ext uri="{FF2B5EF4-FFF2-40B4-BE49-F238E27FC236}">
                  <a16:creationId xmlns:a16="http://schemas.microsoft.com/office/drawing/2014/main" id="{9EE9A999-0C12-7735-A0F0-679D9B2B69C0}"/>
                </a:ext>
              </a:extLst>
            </p:cNvPr>
            <p:cNvSpPr/>
            <p:nvPr/>
          </p:nvSpPr>
          <p:spPr>
            <a:xfrm flipV="1">
              <a:off x="6731944" y="2061251"/>
              <a:ext cx="383196" cy="285655"/>
            </a:xfrm>
            <a:custGeom>
              <a:avLst/>
              <a:gdLst>
                <a:gd name="connsiteX0" fmla="*/ -2741 w 383196"/>
                <a:gd name="connsiteY0" fmla="*/ 270488 h 285655"/>
                <a:gd name="connsiteX1" fmla="*/ 1814 w 383196"/>
                <a:gd name="connsiteY1" fmla="*/ 241673 h 285655"/>
                <a:gd name="connsiteX2" fmla="*/ 32175 w 383196"/>
                <a:gd name="connsiteY2" fmla="*/ 48059 h 285655"/>
                <a:gd name="connsiteX3" fmla="*/ 62029 w 383196"/>
                <a:gd name="connsiteY3" fmla="*/ -5527 h 285655"/>
                <a:gd name="connsiteX4" fmla="*/ 143498 w 383196"/>
                <a:gd name="connsiteY4" fmla="*/ 110238 h 285655"/>
                <a:gd name="connsiteX5" fmla="*/ 168293 w 383196"/>
                <a:gd name="connsiteY5" fmla="*/ 175956 h 285655"/>
                <a:gd name="connsiteX6" fmla="*/ 171835 w 383196"/>
                <a:gd name="connsiteY6" fmla="*/ 148152 h 285655"/>
                <a:gd name="connsiteX7" fmla="*/ 180943 w 383196"/>
                <a:gd name="connsiteY7" fmla="*/ 69796 h 285655"/>
                <a:gd name="connsiteX8" fmla="*/ 223448 w 383196"/>
                <a:gd name="connsiteY8" fmla="*/ -3505 h 285655"/>
                <a:gd name="connsiteX9" fmla="*/ 253303 w 383196"/>
                <a:gd name="connsiteY9" fmla="*/ 5595 h 285655"/>
                <a:gd name="connsiteX10" fmla="*/ 300363 w 383196"/>
                <a:gd name="connsiteY10" fmla="*/ 122370 h 285655"/>
                <a:gd name="connsiteX11" fmla="*/ 354000 w 383196"/>
                <a:gd name="connsiteY11" fmla="*/ 238640 h 285655"/>
                <a:gd name="connsiteX12" fmla="*/ 367663 w 383196"/>
                <a:gd name="connsiteY12" fmla="*/ 275038 h 285655"/>
                <a:gd name="connsiteX13" fmla="*/ 270002 w 383196"/>
                <a:gd name="connsiteY13" fmla="*/ 274532 h 285655"/>
                <a:gd name="connsiteX14" fmla="*/ 270508 w 383196"/>
                <a:gd name="connsiteY14" fmla="*/ 240157 h 285655"/>
                <a:gd name="connsiteX15" fmla="*/ 278604 w 383196"/>
                <a:gd name="connsiteY15" fmla="*/ 223475 h 285655"/>
                <a:gd name="connsiteX16" fmla="*/ 261906 w 383196"/>
                <a:gd name="connsiteY16" fmla="*/ 178483 h 285655"/>
                <a:gd name="connsiteX17" fmla="*/ 240147 w 383196"/>
                <a:gd name="connsiteY17" fmla="*/ 107710 h 285655"/>
                <a:gd name="connsiteX18" fmla="*/ 229015 w 383196"/>
                <a:gd name="connsiteY18" fmla="*/ 74851 h 285655"/>
                <a:gd name="connsiteX19" fmla="*/ 223448 w 383196"/>
                <a:gd name="connsiteY19" fmla="*/ 145624 h 285655"/>
                <a:gd name="connsiteX20" fmla="*/ 187015 w 383196"/>
                <a:gd name="connsiteY20" fmla="*/ 279587 h 285655"/>
                <a:gd name="connsiteX21" fmla="*/ 109595 w 383196"/>
                <a:gd name="connsiteY21" fmla="*/ 161295 h 285655"/>
                <a:gd name="connsiteX22" fmla="*/ 83282 w 383196"/>
                <a:gd name="connsiteY22" fmla="*/ 89006 h 285655"/>
                <a:gd name="connsiteX23" fmla="*/ 77716 w 383196"/>
                <a:gd name="connsiteY23" fmla="*/ 136525 h 285655"/>
                <a:gd name="connsiteX24" fmla="*/ 71644 w 383196"/>
                <a:gd name="connsiteY24" fmla="*/ 212353 h 285655"/>
                <a:gd name="connsiteX25" fmla="*/ 79234 w 383196"/>
                <a:gd name="connsiteY25" fmla="*/ 241673 h 285655"/>
                <a:gd name="connsiteX26" fmla="*/ 94414 w 383196"/>
                <a:gd name="connsiteY26" fmla="*/ 272510 h 285655"/>
                <a:gd name="connsiteX27" fmla="*/ 46849 w 383196"/>
                <a:gd name="connsiteY27" fmla="*/ 279587 h 285655"/>
                <a:gd name="connsiteX28" fmla="*/ -2741 w 383196"/>
                <a:gd name="connsiteY28" fmla="*/ 270488 h 28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83196" h="285655">
                  <a:moveTo>
                    <a:pt x="-2741" y="270488"/>
                  </a:moveTo>
                  <a:cubicBezTo>
                    <a:pt x="-14379" y="257850"/>
                    <a:pt x="-13367" y="253806"/>
                    <a:pt x="1814" y="241673"/>
                  </a:cubicBezTo>
                  <a:cubicBezTo>
                    <a:pt x="15476" y="231057"/>
                    <a:pt x="16488" y="223980"/>
                    <a:pt x="32175" y="48059"/>
                  </a:cubicBezTo>
                  <a:cubicBezTo>
                    <a:pt x="36223" y="5595"/>
                    <a:pt x="41283" y="-3505"/>
                    <a:pt x="62029" y="-5527"/>
                  </a:cubicBezTo>
                  <a:cubicBezTo>
                    <a:pt x="96439" y="-8560"/>
                    <a:pt x="100487" y="-2493"/>
                    <a:pt x="143498" y="110238"/>
                  </a:cubicBezTo>
                  <a:lnTo>
                    <a:pt x="168293" y="175956"/>
                  </a:lnTo>
                  <a:lnTo>
                    <a:pt x="171835" y="148152"/>
                  </a:lnTo>
                  <a:cubicBezTo>
                    <a:pt x="173859" y="132986"/>
                    <a:pt x="177907" y="97600"/>
                    <a:pt x="180943" y="69796"/>
                  </a:cubicBezTo>
                  <a:cubicBezTo>
                    <a:pt x="188027" y="6606"/>
                    <a:pt x="194100" y="-3505"/>
                    <a:pt x="223448" y="-3505"/>
                  </a:cubicBezTo>
                  <a:cubicBezTo>
                    <a:pt x="237617" y="-3505"/>
                    <a:pt x="247737" y="-471"/>
                    <a:pt x="253303" y="5595"/>
                  </a:cubicBezTo>
                  <a:cubicBezTo>
                    <a:pt x="257858" y="10145"/>
                    <a:pt x="279110" y="63224"/>
                    <a:pt x="300363" y="122370"/>
                  </a:cubicBezTo>
                  <a:cubicBezTo>
                    <a:pt x="334772" y="216397"/>
                    <a:pt x="341856" y="231563"/>
                    <a:pt x="354000" y="238640"/>
                  </a:cubicBezTo>
                  <a:cubicBezTo>
                    <a:pt x="370699" y="247740"/>
                    <a:pt x="378289" y="268466"/>
                    <a:pt x="367663" y="275038"/>
                  </a:cubicBezTo>
                  <a:cubicBezTo>
                    <a:pt x="358049" y="281104"/>
                    <a:pt x="285688" y="280599"/>
                    <a:pt x="270002" y="274532"/>
                  </a:cubicBezTo>
                  <a:cubicBezTo>
                    <a:pt x="252797" y="267960"/>
                    <a:pt x="253303" y="252795"/>
                    <a:pt x="270508" y="240157"/>
                  </a:cubicBezTo>
                  <a:cubicBezTo>
                    <a:pt x="281134" y="232574"/>
                    <a:pt x="283158" y="228530"/>
                    <a:pt x="278604" y="223475"/>
                  </a:cubicBezTo>
                  <a:cubicBezTo>
                    <a:pt x="275568" y="219430"/>
                    <a:pt x="267978" y="199210"/>
                    <a:pt x="261906" y="178483"/>
                  </a:cubicBezTo>
                  <a:cubicBezTo>
                    <a:pt x="255833" y="157757"/>
                    <a:pt x="246219" y="125909"/>
                    <a:pt x="240147" y="107710"/>
                  </a:cubicBezTo>
                  <a:lnTo>
                    <a:pt x="229015" y="74851"/>
                  </a:lnTo>
                  <a:lnTo>
                    <a:pt x="223448" y="145624"/>
                  </a:lnTo>
                  <a:cubicBezTo>
                    <a:pt x="214340" y="263411"/>
                    <a:pt x="209786" y="279587"/>
                    <a:pt x="187015" y="279587"/>
                  </a:cubicBezTo>
                  <a:cubicBezTo>
                    <a:pt x="150076" y="279082"/>
                    <a:pt x="151594" y="281610"/>
                    <a:pt x="109595" y="161295"/>
                  </a:cubicBezTo>
                  <a:cubicBezTo>
                    <a:pt x="96439" y="122876"/>
                    <a:pt x="84294" y="90522"/>
                    <a:pt x="83282" y="89006"/>
                  </a:cubicBezTo>
                  <a:cubicBezTo>
                    <a:pt x="81764" y="87995"/>
                    <a:pt x="79234" y="109227"/>
                    <a:pt x="77716" y="136525"/>
                  </a:cubicBezTo>
                  <a:cubicBezTo>
                    <a:pt x="75692" y="163823"/>
                    <a:pt x="73162" y="197693"/>
                    <a:pt x="71644" y="212353"/>
                  </a:cubicBezTo>
                  <a:cubicBezTo>
                    <a:pt x="69114" y="235102"/>
                    <a:pt x="70126" y="238640"/>
                    <a:pt x="79234" y="241673"/>
                  </a:cubicBezTo>
                  <a:cubicBezTo>
                    <a:pt x="93908" y="246223"/>
                    <a:pt x="102511" y="262905"/>
                    <a:pt x="94414" y="272510"/>
                  </a:cubicBezTo>
                  <a:cubicBezTo>
                    <a:pt x="90366" y="277565"/>
                    <a:pt x="77210" y="279587"/>
                    <a:pt x="46849" y="279587"/>
                  </a:cubicBezTo>
                  <a:cubicBezTo>
                    <a:pt x="12946" y="279587"/>
                    <a:pt x="3838" y="278071"/>
                    <a:pt x="-2741" y="270488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" name="手繪多邊形 26">
              <a:extLst>
                <a:ext uri="{FF2B5EF4-FFF2-40B4-BE49-F238E27FC236}">
                  <a16:creationId xmlns:a16="http://schemas.microsoft.com/office/drawing/2014/main" id="{C8F6F53C-BAAB-94A1-C8A0-4F2FA5FE75A8}"/>
                </a:ext>
              </a:extLst>
            </p:cNvPr>
            <p:cNvSpPr/>
            <p:nvPr/>
          </p:nvSpPr>
          <p:spPr>
            <a:xfrm flipV="1">
              <a:off x="7132082" y="2283680"/>
              <a:ext cx="277117" cy="50552"/>
            </a:xfrm>
            <a:custGeom>
              <a:avLst/>
              <a:gdLst>
                <a:gd name="connsiteX0" fmla="*/ -5262 w 277117"/>
                <a:gd name="connsiteY0" fmla="*/ 32074 h 50552"/>
                <a:gd name="connsiteX1" fmla="*/ -8298 w 277117"/>
                <a:gd name="connsiteY1" fmla="*/ 6798 h 50552"/>
                <a:gd name="connsiteX2" fmla="*/ -2226 w 277117"/>
                <a:gd name="connsiteY2" fmla="*/ -5840 h 50552"/>
                <a:gd name="connsiteX3" fmla="*/ 125796 w 277117"/>
                <a:gd name="connsiteY3" fmla="*/ -5840 h 50552"/>
                <a:gd name="connsiteX4" fmla="*/ 259890 w 277117"/>
                <a:gd name="connsiteY4" fmla="*/ 226 h 50552"/>
                <a:gd name="connsiteX5" fmla="*/ 256854 w 277117"/>
                <a:gd name="connsiteY5" fmla="*/ 36118 h 50552"/>
                <a:gd name="connsiteX6" fmla="*/ 125290 w 277117"/>
                <a:gd name="connsiteY6" fmla="*/ 44712 h 50552"/>
                <a:gd name="connsiteX7" fmla="*/ 2834 w 277117"/>
                <a:gd name="connsiteY7" fmla="*/ 44712 h 50552"/>
                <a:gd name="connsiteX8" fmla="*/ -5262 w 277117"/>
                <a:gd name="connsiteY8" fmla="*/ 32074 h 5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7117" h="50552">
                  <a:moveTo>
                    <a:pt x="-5262" y="32074"/>
                  </a:moveTo>
                  <a:cubicBezTo>
                    <a:pt x="-12346" y="21458"/>
                    <a:pt x="-12852" y="16403"/>
                    <a:pt x="-8298" y="6798"/>
                  </a:cubicBezTo>
                  <a:lnTo>
                    <a:pt x="-2226" y="-5840"/>
                  </a:lnTo>
                  <a:lnTo>
                    <a:pt x="125796" y="-5840"/>
                  </a:lnTo>
                  <a:cubicBezTo>
                    <a:pt x="218397" y="-5840"/>
                    <a:pt x="255336" y="-4323"/>
                    <a:pt x="259890" y="226"/>
                  </a:cubicBezTo>
                  <a:cubicBezTo>
                    <a:pt x="268998" y="9326"/>
                    <a:pt x="267480" y="27019"/>
                    <a:pt x="256854" y="36118"/>
                  </a:cubicBezTo>
                  <a:cubicBezTo>
                    <a:pt x="248758" y="43701"/>
                    <a:pt x="232059" y="44712"/>
                    <a:pt x="125290" y="44712"/>
                  </a:cubicBezTo>
                  <a:lnTo>
                    <a:pt x="2834" y="44712"/>
                  </a:lnTo>
                  <a:lnTo>
                    <a:pt x="-5262" y="32074"/>
                  </a:ln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8" name="手繪多邊形 27">
              <a:extLst>
                <a:ext uri="{FF2B5EF4-FFF2-40B4-BE49-F238E27FC236}">
                  <a16:creationId xmlns:a16="http://schemas.microsoft.com/office/drawing/2014/main" id="{B7FCDFB2-3F87-429D-95A0-7DF74A91FD6C}"/>
                </a:ext>
              </a:extLst>
            </p:cNvPr>
            <p:cNvSpPr/>
            <p:nvPr/>
          </p:nvSpPr>
          <p:spPr>
            <a:xfrm flipV="1">
              <a:off x="6665702" y="2455557"/>
              <a:ext cx="707972" cy="50931"/>
            </a:xfrm>
            <a:custGeom>
              <a:avLst/>
              <a:gdLst>
                <a:gd name="connsiteX0" fmla="*/ -2451 w 707972"/>
                <a:gd name="connsiteY0" fmla="*/ 36366 h 50931"/>
                <a:gd name="connsiteX1" fmla="*/ -4981 w 707972"/>
                <a:gd name="connsiteY1" fmla="*/ 980 h 50931"/>
                <a:gd name="connsiteX2" fmla="*/ 691296 w 707972"/>
                <a:gd name="connsiteY2" fmla="*/ 980 h 50931"/>
                <a:gd name="connsiteX3" fmla="*/ 686236 w 707972"/>
                <a:gd name="connsiteY3" fmla="*/ 37377 h 50931"/>
                <a:gd name="connsiteX4" fmla="*/ 340121 w 707972"/>
                <a:gd name="connsiteY4" fmla="*/ 45466 h 50931"/>
                <a:gd name="connsiteX5" fmla="*/ -2451 w 707972"/>
                <a:gd name="connsiteY5" fmla="*/ 36366 h 5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2" h="50931">
                  <a:moveTo>
                    <a:pt x="-2451" y="36366"/>
                  </a:moveTo>
                  <a:cubicBezTo>
                    <a:pt x="-12572" y="25245"/>
                    <a:pt x="-13584" y="9574"/>
                    <a:pt x="-4981" y="980"/>
                  </a:cubicBezTo>
                  <a:cubicBezTo>
                    <a:pt x="3621" y="-7614"/>
                    <a:pt x="682694" y="-7614"/>
                    <a:pt x="691296" y="980"/>
                  </a:cubicBezTo>
                  <a:cubicBezTo>
                    <a:pt x="700910" y="10585"/>
                    <a:pt x="698380" y="28783"/>
                    <a:pt x="686236" y="37377"/>
                  </a:cubicBezTo>
                  <a:cubicBezTo>
                    <a:pt x="676116" y="44455"/>
                    <a:pt x="635128" y="45466"/>
                    <a:pt x="340121" y="45466"/>
                  </a:cubicBezTo>
                  <a:cubicBezTo>
                    <a:pt x="22343" y="45466"/>
                    <a:pt x="5139" y="44960"/>
                    <a:pt x="-2451" y="36366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9" name="手繪多邊形 28">
              <a:extLst>
                <a:ext uri="{FF2B5EF4-FFF2-40B4-BE49-F238E27FC236}">
                  <a16:creationId xmlns:a16="http://schemas.microsoft.com/office/drawing/2014/main" id="{70DBA98A-D12E-E380-8882-786A5C09D7BD}"/>
                </a:ext>
              </a:extLst>
            </p:cNvPr>
            <p:cNvSpPr/>
            <p:nvPr/>
          </p:nvSpPr>
          <p:spPr>
            <a:xfrm flipV="1">
              <a:off x="6633131" y="2607214"/>
              <a:ext cx="720055" cy="50552"/>
            </a:xfrm>
            <a:custGeom>
              <a:avLst/>
              <a:gdLst>
                <a:gd name="connsiteX0" fmla="*/ 312 w 720055"/>
                <a:gd name="connsiteY0" fmla="*/ 39350 h 50552"/>
                <a:gd name="connsiteX1" fmla="*/ -3736 w 720055"/>
                <a:gd name="connsiteY1" fmla="*/ 4974 h 50552"/>
                <a:gd name="connsiteX2" fmla="*/ 346932 w 720055"/>
                <a:gd name="connsiteY2" fmla="*/ -5136 h 50552"/>
                <a:gd name="connsiteX3" fmla="*/ 698613 w 720055"/>
                <a:gd name="connsiteY3" fmla="*/ 2952 h 50552"/>
                <a:gd name="connsiteX4" fmla="*/ 701649 w 720055"/>
                <a:gd name="connsiteY4" fmla="*/ 37328 h 50552"/>
                <a:gd name="connsiteX5" fmla="*/ 350981 w 720055"/>
                <a:gd name="connsiteY5" fmla="*/ 45416 h 50552"/>
                <a:gd name="connsiteX6" fmla="*/ 312 w 720055"/>
                <a:gd name="connsiteY6" fmla="*/ 39350 h 5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0055" h="50552">
                  <a:moveTo>
                    <a:pt x="312" y="39350"/>
                  </a:moveTo>
                  <a:cubicBezTo>
                    <a:pt x="-12845" y="28228"/>
                    <a:pt x="-14363" y="15590"/>
                    <a:pt x="-3736" y="4974"/>
                  </a:cubicBezTo>
                  <a:cubicBezTo>
                    <a:pt x="6384" y="-5136"/>
                    <a:pt x="14480" y="-5136"/>
                    <a:pt x="346932" y="-5136"/>
                  </a:cubicBezTo>
                  <a:cubicBezTo>
                    <a:pt x="647000" y="-5136"/>
                    <a:pt x="688493" y="-4125"/>
                    <a:pt x="698613" y="2952"/>
                  </a:cubicBezTo>
                  <a:cubicBezTo>
                    <a:pt x="711770" y="12052"/>
                    <a:pt x="712782" y="26206"/>
                    <a:pt x="701649" y="37328"/>
                  </a:cubicBezTo>
                  <a:cubicBezTo>
                    <a:pt x="694565" y="44405"/>
                    <a:pt x="656108" y="45416"/>
                    <a:pt x="350981" y="45416"/>
                  </a:cubicBezTo>
                  <a:cubicBezTo>
                    <a:pt x="84310" y="45416"/>
                    <a:pt x="6384" y="43900"/>
                    <a:pt x="312" y="39350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 29">
              <a:extLst>
                <a:ext uri="{FF2B5EF4-FFF2-40B4-BE49-F238E27FC236}">
                  <a16:creationId xmlns:a16="http://schemas.microsoft.com/office/drawing/2014/main" id="{59D7B07D-5FE6-C574-6291-E5BC0094E3C7}"/>
                </a:ext>
              </a:extLst>
            </p:cNvPr>
            <p:cNvSpPr/>
            <p:nvPr/>
          </p:nvSpPr>
          <p:spPr>
            <a:xfrm flipV="1">
              <a:off x="5083910" y="1859042"/>
              <a:ext cx="1264813" cy="1035876"/>
            </a:xfrm>
            <a:custGeom>
              <a:avLst/>
              <a:gdLst>
                <a:gd name="connsiteX0" fmla="*/ 217946 w 1264813"/>
                <a:gd name="connsiteY0" fmla="*/ 1020074 h 1035876"/>
                <a:gd name="connsiteX1" fmla="*/ 115731 w 1264813"/>
                <a:gd name="connsiteY1" fmla="*/ 815338 h 1035876"/>
                <a:gd name="connsiteX2" fmla="*/ 72720 w 1264813"/>
                <a:gd name="connsiteY2" fmla="*/ 580271 h 1035876"/>
                <a:gd name="connsiteX3" fmla="*/ -5713 w 1264813"/>
                <a:gd name="connsiteY3" fmla="*/ 140467 h 1035876"/>
                <a:gd name="connsiteX4" fmla="*/ 27178 w 1264813"/>
                <a:gd name="connsiteY4" fmla="*/ 31274 h 1035876"/>
                <a:gd name="connsiteX5" fmla="*/ 88406 w 1264813"/>
                <a:gd name="connsiteY5" fmla="*/ -574 h 1035876"/>
                <a:gd name="connsiteX6" fmla="*/ 566085 w 1264813"/>
                <a:gd name="connsiteY6" fmla="*/ -5123 h 1035876"/>
                <a:gd name="connsiteX7" fmla="*/ 1074125 w 1264813"/>
                <a:gd name="connsiteY7" fmla="*/ 31274 h 1035876"/>
                <a:gd name="connsiteX8" fmla="*/ 1137882 w 1264813"/>
                <a:gd name="connsiteY8" fmla="*/ 186469 h 1035876"/>
                <a:gd name="connsiteX9" fmla="*/ 1198604 w 1264813"/>
                <a:gd name="connsiteY9" fmla="*/ 537301 h 1035876"/>
                <a:gd name="connsiteX10" fmla="*/ 1229471 w 1264813"/>
                <a:gd name="connsiteY10" fmla="*/ 714234 h 1035876"/>
                <a:gd name="connsiteX11" fmla="*/ 1248194 w 1264813"/>
                <a:gd name="connsiteY11" fmla="*/ 962445 h 1035876"/>
                <a:gd name="connsiteX12" fmla="*/ 1187978 w 1264813"/>
                <a:gd name="connsiteY12" fmla="*/ 1020074 h 1035876"/>
                <a:gd name="connsiteX13" fmla="*/ 704227 w 1264813"/>
                <a:gd name="connsiteY13" fmla="*/ 1030185 h 1035876"/>
                <a:gd name="connsiteX14" fmla="*/ 217946 w 1264813"/>
                <a:gd name="connsiteY14" fmla="*/ 1020074 h 1035876"/>
                <a:gd name="connsiteX15" fmla="*/ 1173810 w 1264813"/>
                <a:gd name="connsiteY15" fmla="*/ 967500 h 1035876"/>
                <a:gd name="connsiteX16" fmla="*/ 1201134 w 1264813"/>
                <a:gd name="connsiteY16" fmla="*/ 934135 h 1035876"/>
                <a:gd name="connsiteX17" fmla="*/ 1152557 w 1264813"/>
                <a:gd name="connsiteY17" fmla="*/ 562577 h 1035876"/>
                <a:gd name="connsiteX18" fmla="*/ 1071594 w 1264813"/>
                <a:gd name="connsiteY18" fmla="*/ 117213 h 1035876"/>
                <a:gd name="connsiteX19" fmla="*/ 1012391 w 1264813"/>
                <a:gd name="connsiteY19" fmla="*/ 59078 h 1035876"/>
                <a:gd name="connsiteX20" fmla="*/ 988608 w 1264813"/>
                <a:gd name="connsiteY20" fmla="*/ 46945 h 1035876"/>
                <a:gd name="connsiteX21" fmla="*/ 538254 w 1264813"/>
                <a:gd name="connsiteY21" fmla="*/ 46945 h 1035876"/>
                <a:gd name="connsiteX22" fmla="*/ 73732 w 1264813"/>
                <a:gd name="connsiteY22" fmla="*/ 56045 h 1035876"/>
                <a:gd name="connsiteX23" fmla="*/ 43371 w 1264813"/>
                <a:gd name="connsiteY23" fmla="*/ 117213 h 1035876"/>
                <a:gd name="connsiteX24" fmla="*/ 187079 w 1264813"/>
                <a:gd name="connsiteY24" fmla="*/ 916948 h 1035876"/>
                <a:gd name="connsiteX25" fmla="*/ 208332 w 1264813"/>
                <a:gd name="connsiteY25" fmla="*/ 948290 h 1035876"/>
                <a:gd name="connsiteX26" fmla="*/ 707769 w 1264813"/>
                <a:gd name="connsiteY26" fmla="*/ 979632 h 1035876"/>
                <a:gd name="connsiteX27" fmla="*/ 1155593 w 1264813"/>
                <a:gd name="connsiteY27" fmla="*/ 979632 h 1035876"/>
                <a:gd name="connsiteX28" fmla="*/ 1173810 w 1264813"/>
                <a:gd name="connsiteY28" fmla="*/ 967500 h 103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64813" h="1035876">
                  <a:moveTo>
                    <a:pt x="217946" y="1020074"/>
                  </a:moveTo>
                  <a:cubicBezTo>
                    <a:pt x="153682" y="991259"/>
                    <a:pt x="143056" y="969522"/>
                    <a:pt x="115731" y="815338"/>
                  </a:cubicBezTo>
                  <a:cubicBezTo>
                    <a:pt x="104093" y="751642"/>
                    <a:pt x="84864" y="645483"/>
                    <a:pt x="72720" y="580271"/>
                  </a:cubicBezTo>
                  <a:cubicBezTo>
                    <a:pt x="36792" y="386656"/>
                    <a:pt x="-147" y="180909"/>
                    <a:pt x="-5713" y="140467"/>
                  </a:cubicBezTo>
                  <a:cubicBezTo>
                    <a:pt x="-13303" y="87893"/>
                    <a:pt x="-6219" y="64639"/>
                    <a:pt x="27178" y="31274"/>
                  </a:cubicBezTo>
                  <a:cubicBezTo>
                    <a:pt x="50961" y="7515"/>
                    <a:pt x="56021" y="4987"/>
                    <a:pt x="88406" y="-574"/>
                  </a:cubicBezTo>
                  <a:cubicBezTo>
                    <a:pt x="114213" y="-5123"/>
                    <a:pt x="239199" y="-6640"/>
                    <a:pt x="566085" y="-5123"/>
                  </a:cubicBezTo>
                  <a:cubicBezTo>
                    <a:pt x="1058944" y="-3607"/>
                    <a:pt x="1029595" y="-5629"/>
                    <a:pt x="1074125" y="31274"/>
                  </a:cubicBezTo>
                  <a:cubicBezTo>
                    <a:pt x="1109546" y="60089"/>
                    <a:pt x="1120678" y="87893"/>
                    <a:pt x="1137882" y="186469"/>
                  </a:cubicBezTo>
                  <a:cubicBezTo>
                    <a:pt x="1181400" y="435691"/>
                    <a:pt x="1194050" y="509498"/>
                    <a:pt x="1198604" y="537301"/>
                  </a:cubicBezTo>
                  <a:cubicBezTo>
                    <a:pt x="1201134" y="553983"/>
                    <a:pt x="1214797" y="633856"/>
                    <a:pt x="1229471" y="714234"/>
                  </a:cubicBezTo>
                  <a:cubicBezTo>
                    <a:pt x="1258314" y="876506"/>
                    <a:pt x="1262868" y="936158"/>
                    <a:pt x="1248194" y="962445"/>
                  </a:cubicBezTo>
                  <a:cubicBezTo>
                    <a:pt x="1236050" y="984688"/>
                    <a:pt x="1211255" y="1008447"/>
                    <a:pt x="1187978" y="1020074"/>
                  </a:cubicBezTo>
                  <a:cubicBezTo>
                    <a:pt x="1169255" y="1029679"/>
                    <a:pt x="1155593" y="1030185"/>
                    <a:pt x="704227" y="1030185"/>
                  </a:cubicBezTo>
                  <a:cubicBezTo>
                    <a:pt x="255897" y="1030185"/>
                    <a:pt x="238693" y="1029679"/>
                    <a:pt x="217946" y="1020074"/>
                  </a:cubicBezTo>
                  <a:close/>
                  <a:moveTo>
                    <a:pt x="1173810" y="967500"/>
                  </a:moveTo>
                  <a:cubicBezTo>
                    <a:pt x="1183424" y="960928"/>
                    <a:pt x="1196074" y="945762"/>
                    <a:pt x="1201134" y="934135"/>
                  </a:cubicBezTo>
                  <a:cubicBezTo>
                    <a:pt x="1212773" y="907848"/>
                    <a:pt x="1214291" y="916948"/>
                    <a:pt x="1152557" y="562577"/>
                  </a:cubicBezTo>
                  <a:cubicBezTo>
                    <a:pt x="1095883" y="235505"/>
                    <a:pt x="1078173" y="136928"/>
                    <a:pt x="1071594" y="117213"/>
                  </a:cubicBezTo>
                  <a:cubicBezTo>
                    <a:pt x="1065016" y="96487"/>
                    <a:pt x="1041739" y="73233"/>
                    <a:pt x="1012391" y="59078"/>
                  </a:cubicBezTo>
                  <a:lnTo>
                    <a:pt x="988608" y="46945"/>
                  </a:lnTo>
                  <a:lnTo>
                    <a:pt x="538254" y="46945"/>
                  </a:lnTo>
                  <a:cubicBezTo>
                    <a:pt x="116237" y="46945"/>
                    <a:pt x="86382" y="47451"/>
                    <a:pt x="73732" y="56045"/>
                  </a:cubicBezTo>
                  <a:cubicBezTo>
                    <a:pt x="51973" y="70199"/>
                    <a:pt x="42865" y="88398"/>
                    <a:pt x="43371" y="117213"/>
                  </a:cubicBezTo>
                  <a:cubicBezTo>
                    <a:pt x="43877" y="142995"/>
                    <a:pt x="177465" y="887628"/>
                    <a:pt x="187079" y="916948"/>
                  </a:cubicBezTo>
                  <a:cubicBezTo>
                    <a:pt x="189609" y="925542"/>
                    <a:pt x="199223" y="939696"/>
                    <a:pt x="208332" y="948290"/>
                  </a:cubicBezTo>
                  <a:cubicBezTo>
                    <a:pt x="242235" y="980643"/>
                    <a:pt x="215416" y="979127"/>
                    <a:pt x="707769" y="979632"/>
                  </a:cubicBezTo>
                  <a:lnTo>
                    <a:pt x="1155593" y="979632"/>
                  </a:lnTo>
                  <a:lnTo>
                    <a:pt x="1173810" y="967500"/>
                  </a:ln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 30">
              <a:extLst>
                <a:ext uri="{FF2B5EF4-FFF2-40B4-BE49-F238E27FC236}">
                  <a16:creationId xmlns:a16="http://schemas.microsoft.com/office/drawing/2014/main" id="{F3916E7D-EA53-E54C-A4AE-4690EBFA7346}"/>
                </a:ext>
              </a:extLst>
            </p:cNvPr>
            <p:cNvSpPr/>
            <p:nvPr/>
          </p:nvSpPr>
          <p:spPr>
            <a:xfrm flipV="1">
              <a:off x="5552977" y="2036361"/>
              <a:ext cx="358456" cy="439417"/>
            </a:xfrm>
            <a:custGeom>
              <a:avLst/>
              <a:gdLst>
                <a:gd name="connsiteX0" fmla="*/ 180482 w 358456"/>
                <a:gd name="connsiteY0" fmla="*/ 425255 h 439417"/>
                <a:gd name="connsiteX1" fmla="*/ 3377 w 358456"/>
                <a:gd name="connsiteY1" fmla="*/ 281181 h 439417"/>
                <a:gd name="connsiteX2" fmla="*/ -7755 w 358456"/>
                <a:gd name="connsiteY2" fmla="*/ 243267 h 439417"/>
                <a:gd name="connsiteX3" fmla="*/ 25642 w 358456"/>
                <a:gd name="connsiteY3" fmla="*/ 201309 h 439417"/>
                <a:gd name="connsiteX4" fmla="*/ 75737 w 358456"/>
                <a:gd name="connsiteY4" fmla="*/ 226585 h 439417"/>
                <a:gd name="connsiteX5" fmla="*/ 110146 w 358456"/>
                <a:gd name="connsiteY5" fmla="*/ 243773 h 439417"/>
                <a:gd name="connsiteX6" fmla="*/ 73713 w 358456"/>
                <a:gd name="connsiteY6" fmla="*/ 11738 h 439417"/>
                <a:gd name="connsiteX7" fmla="*/ 138483 w 358456"/>
                <a:gd name="connsiteY7" fmla="*/ -5955 h 439417"/>
                <a:gd name="connsiteX8" fmla="*/ 220964 w 358456"/>
                <a:gd name="connsiteY8" fmla="*/ 128008 h 439417"/>
                <a:gd name="connsiteX9" fmla="*/ 241710 w 358456"/>
                <a:gd name="connsiteY9" fmla="*/ 246300 h 439417"/>
                <a:gd name="connsiteX10" fmla="*/ 263975 w 358456"/>
                <a:gd name="connsiteY10" fmla="*/ 230124 h 439417"/>
                <a:gd name="connsiteX11" fmla="*/ 340889 w 358456"/>
                <a:gd name="connsiteY11" fmla="*/ 223552 h 439417"/>
                <a:gd name="connsiteX12" fmla="*/ 292312 w 358456"/>
                <a:gd name="connsiteY12" fmla="*/ 342855 h 439417"/>
                <a:gd name="connsiteX13" fmla="*/ 180482 w 358456"/>
                <a:gd name="connsiteY13" fmla="*/ 425255 h 439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8456" h="439417">
                  <a:moveTo>
                    <a:pt x="180482" y="425255"/>
                  </a:moveTo>
                  <a:cubicBezTo>
                    <a:pt x="158724" y="413628"/>
                    <a:pt x="19063" y="299886"/>
                    <a:pt x="3377" y="281181"/>
                  </a:cubicBezTo>
                  <a:cubicBezTo>
                    <a:pt x="-8261" y="267532"/>
                    <a:pt x="-9779" y="261466"/>
                    <a:pt x="-7755" y="243267"/>
                  </a:cubicBezTo>
                  <a:cubicBezTo>
                    <a:pt x="-4719" y="216980"/>
                    <a:pt x="7425" y="201309"/>
                    <a:pt x="25642" y="201309"/>
                  </a:cubicBezTo>
                  <a:cubicBezTo>
                    <a:pt x="32726" y="201309"/>
                    <a:pt x="55497" y="212936"/>
                    <a:pt x="75737" y="226585"/>
                  </a:cubicBezTo>
                  <a:cubicBezTo>
                    <a:pt x="96484" y="240234"/>
                    <a:pt x="111664" y="248322"/>
                    <a:pt x="110146" y="243773"/>
                  </a:cubicBezTo>
                  <a:cubicBezTo>
                    <a:pt x="103062" y="225068"/>
                    <a:pt x="71183" y="22354"/>
                    <a:pt x="73713" y="11738"/>
                  </a:cubicBezTo>
                  <a:cubicBezTo>
                    <a:pt x="77255" y="-2416"/>
                    <a:pt x="89400" y="-5955"/>
                    <a:pt x="138483" y="-5955"/>
                  </a:cubicBezTo>
                  <a:cubicBezTo>
                    <a:pt x="199205" y="-5955"/>
                    <a:pt x="198699" y="-6966"/>
                    <a:pt x="220964" y="128008"/>
                  </a:cubicBezTo>
                  <a:cubicBezTo>
                    <a:pt x="231084" y="189176"/>
                    <a:pt x="240192" y="242256"/>
                    <a:pt x="241710" y="246300"/>
                  </a:cubicBezTo>
                  <a:cubicBezTo>
                    <a:pt x="243228" y="250850"/>
                    <a:pt x="250819" y="245289"/>
                    <a:pt x="263975" y="230124"/>
                  </a:cubicBezTo>
                  <a:cubicBezTo>
                    <a:pt x="292312" y="198276"/>
                    <a:pt x="318625" y="195748"/>
                    <a:pt x="340889" y="223552"/>
                  </a:cubicBezTo>
                  <a:cubicBezTo>
                    <a:pt x="359612" y="246300"/>
                    <a:pt x="352022" y="265510"/>
                    <a:pt x="292312" y="342855"/>
                  </a:cubicBezTo>
                  <a:cubicBezTo>
                    <a:pt x="217928" y="438904"/>
                    <a:pt x="212867" y="442948"/>
                    <a:pt x="180482" y="425255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2" name="手繪多邊形 31">
              <a:extLst>
                <a:ext uri="{FF2B5EF4-FFF2-40B4-BE49-F238E27FC236}">
                  <a16:creationId xmlns:a16="http://schemas.microsoft.com/office/drawing/2014/main" id="{D5BD123A-A518-2892-551E-8A012B86E716}"/>
                </a:ext>
              </a:extLst>
            </p:cNvPr>
            <p:cNvSpPr/>
            <p:nvPr/>
          </p:nvSpPr>
          <p:spPr>
            <a:xfrm flipV="1">
              <a:off x="5851359" y="2303971"/>
              <a:ext cx="230517" cy="441069"/>
            </a:xfrm>
            <a:custGeom>
              <a:avLst/>
              <a:gdLst>
                <a:gd name="connsiteX0" fmla="*/ 73464 w 230517"/>
                <a:gd name="connsiteY0" fmla="*/ 430713 h 441069"/>
                <a:gd name="connsiteX1" fmla="*/ 33488 w 230517"/>
                <a:gd name="connsiteY1" fmla="*/ 276529 h 441069"/>
                <a:gd name="connsiteX2" fmla="*/ -2945 w 230517"/>
                <a:gd name="connsiteY2" fmla="*/ 2031 h 441069"/>
                <a:gd name="connsiteX3" fmla="*/ 117993 w 230517"/>
                <a:gd name="connsiteY3" fmla="*/ -5047 h 441069"/>
                <a:gd name="connsiteX4" fmla="*/ 149366 w 230517"/>
                <a:gd name="connsiteY4" fmla="*/ 7591 h 441069"/>
                <a:gd name="connsiteX5" fmla="*/ 211606 w 230517"/>
                <a:gd name="connsiteY5" fmla="*/ 344269 h 441069"/>
                <a:gd name="connsiteX6" fmla="*/ 215148 w 230517"/>
                <a:gd name="connsiteY6" fmla="*/ 429196 h 441069"/>
                <a:gd name="connsiteX7" fmla="*/ 73464 w 230517"/>
                <a:gd name="connsiteY7" fmla="*/ 430713 h 44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517" h="441069">
                  <a:moveTo>
                    <a:pt x="73464" y="430713"/>
                  </a:moveTo>
                  <a:cubicBezTo>
                    <a:pt x="60307" y="425658"/>
                    <a:pt x="62331" y="432735"/>
                    <a:pt x="33488" y="276529"/>
                  </a:cubicBezTo>
                  <a:cubicBezTo>
                    <a:pt x="-12559" y="26801"/>
                    <a:pt x="-14583" y="11636"/>
                    <a:pt x="-2945" y="2031"/>
                  </a:cubicBezTo>
                  <a:cubicBezTo>
                    <a:pt x="2621" y="-2519"/>
                    <a:pt x="67391" y="-6563"/>
                    <a:pt x="117993" y="-5047"/>
                  </a:cubicBezTo>
                  <a:cubicBezTo>
                    <a:pt x="136716" y="-4036"/>
                    <a:pt x="143800" y="-1508"/>
                    <a:pt x="149366" y="7591"/>
                  </a:cubicBezTo>
                  <a:cubicBezTo>
                    <a:pt x="155944" y="17702"/>
                    <a:pt x="171125" y="100102"/>
                    <a:pt x="211606" y="344269"/>
                  </a:cubicBezTo>
                  <a:cubicBezTo>
                    <a:pt x="224256" y="419591"/>
                    <a:pt x="224256" y="422625"/>
                    <a:pt x="215148" y="429196"/>
                  </a:cubicBezTo>
                  <a:cubicBezTo>
                    <a:pt x="205028" y="436779"/>
                    <a:pt x="91680" y="438296"/>
                    <a:pt x="73464" y="430713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3" name="手繪多邊形 32">
              <a:extLst>
                <a:ext uri="{FF2B5EF4-FFF2-40B4-BE49-F238E27FC236}">
                  <a16:creationId xmlns:a16="http://schemas.microsoft.com/office/drawing/2014/main" id="{6D17D463-38F7-3738-DB26-104CD03EF398}"/>
                </a:ext>
              </a:extLst>
            </p:cNvPr>
            <p:cNvSpPr/>
            <p:nvPr/>
          </p:nvSpPr>
          <p:spPr>
            <a:xfrm flipV="1">
              <a:off x="5296065" y="2455557"/>
              <a:ext cx="210144" cy="288147"/>
            </a:xfrm>
            <a:custGeom>
              <a:avLst/>
              <a:gdLst>
                <a:gd name="connsiteX0" fmla="*/ 38737 w 210144"/>
                <a:gd name="connsiteY0" fmla="*/ 271818 h 288147"/>
                <a:gd name="connsiteX1" fmla="*/ 23556 w 210144"/>
                <a:gd name="connsiteY1" fmla="*/ 214694 h 288147"/>
                <a:gd name="connsiteX2" fmla="*/ 2304 w 210144"/>
                <a:gd name="connsiteY2" fmla="*/ 89831 h 288147"/>
                <a:gd name="connsiteX3" fmla="*/ -4780 w 210144"/>
                <a:gd name="connsiteY3" fmla="*/ 2375 h 288147"/>
                <a:gd name="connsiteX4" fmla="*/ 76688 w 210144"/>
                <a:gd name="connsiteY4" fmla="*/ -5208 h 288147"/>
                <a:gd name="connsiteX5" fmla="*/ 157145 w 210144"/>
                <a:gd name="connsiteY5" fmla="*/ 6419 h 288147"/>
                <a:gd name="connsiteX6" fmla="*/ 200662 w 210144"/>
                <a:gd name="connsiteY6" fmla="*/ 244015 h 288147"/>
                <a:gd name="connsiteX7" fmla="*/ 118687 w 210144"/>
                <a:gd name="connsiteY7" fmla="*/ 282940 h 288147"/>
                <a:gd name="connsiteX8" fmla="*/ 38737 w 210144"/>
                <a:gd name="connsiteY8" fmla="*/ 271818 h 28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0144" h="288147">
                  <a:moveTo>
                    <a:pt x="38737" y="271818"/>
                  </a:moveTo>
                  <a:cubicBezTo>
                    <a:pt x="34689" y="265246"/>
                    <a:pt x="27605" y="239970"/>
                    <a:pt x="23556" y="214694"/>
                  </a:cubicBezTo>
                  <a:cubicBezTo>
                    <a:pt x="19508" y="189924"/>
                    <a:pt x="9894" y="133305"/>
                    <a:pt x="2304" y="89831"/>
                  </a:cubicBezTo>
                  <a:cubicBezTo>
                    <a:pt x="-8829" y="24618"/>
                    <a:pt x="-10347" y="8947"/>
                    <a:pt x="-4780" y="2375"/>
                  </a:cubicBezTo>
                  <a:cubicBezTo>
                    <a:pt x="280" y="-3691"/>
                    <a:pt x="14954" y="-5208"/>
                    <a:pt x="76688" y="-5208"/>
                  </a:cubicBezTo>
                  <a:cubicBezTo>
                    <a:pt x="150060" y="-5208"/>
                    <a:pt x="152590" y="-4702"/>
                    <a:pt x="157145" y="6419"/>
                  </a:cubicBezTo>
                  <a:cubicBezTo>
                    <a:pt x="161699" y="16530"/>
                    <a:pt x="192566" y="186891"/>
                    <a:pt x="200662" y="244015"/>
                  </a:cubicBezTo>
                  <a:cubicBezTo>
                    <a:pt x="205722" y="281929"/>
                    <a:pt x="203192" y="282940"/>
                    <a:pt x="118687" y="282940"/>
                  </a:cubicBezTo>
                  <a:cubicBezTo>
                    <a:pt x="48857" y="282940"/>
                    <a:pt x="45821" y="282434"/>
                    <a:pt x="38737" y="271818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 33">
              <a:extLst>
                <a:ext uri="{FF2B5EF4-FFF2-40B4-BE49-F238E27FC236}">
                  <a16:creationId xmlns:a16="http://schemas.microsoft.com/office/drawing/2014/main" id="{AA4C1048-C249-C7AC-5945-D549E50E1C3B}"/>
                </a:ext>
              </a:extLst>
            </p:cNvPr>
            <p:cNvSpPr/>
            <p:nvPr/>
          </p:nvSpPr>
          <p:spPr>
            <a:xfrm flipV="1">
              <a:off x="5575878" y="2541496"/>
              <a:ext cx="189676" cy="202245"/>
            </a:xfrm>
            <a:custGeom>
              <a:avLst/>
              <a:gdLst>
                <a:gd name="connsiteX0" fmla="*/ 21572 w 189676"/>
                <a:gd name="connsiteY0" fmla="*/ 186010 h 202245"/>
                <a:gd name="connsiteX1" fmla="*/ -7270 w 189676"/>
                <a:gd name="connsiteY1" fmla="*/ 6550 h 202245"/>
                <a:gd name="connsiteX2" fmla="*/ 66102 w 189676"/>
                <a:gd name="connsiteY2" fmla="*/ -5077 h 202245"/>
                <a:gd name="connsiteX3" fmla="*/ 170341 w 189676"/>
                <a:gd name="connsiteY3" fmla="*/ 98555 h 202245"/>
                <a:gd name="connsiteX4" fmla="*/ 179449 w 189676"/>
                <a:gd name="connsiteY4" fmla="*/ 190559 h 202245"/>
                <a:gd name="connsiteX5" fmla="*/ 101523 w 189676"/>
                <a:gd name="connsiteY5" fmla="*/ 197131 h 202245"/>
                <a:gd name="connsiteX6" fmla="*/ 21572 w 189676"/>
                <a:gd name="connsiteY6" fmla="*/ 186010 h 20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676" h="202245">
                  <a:moveTo>
                    <a:pt x="21572" y="186010"/>
                  </a:moveTo>
                  <a:cubicBezTo>
                    <a:pt x="9934" y="168316"/>
                    <a:pt x="-13849" y="20704"/>
                    <a:pt x="-7270" y="6550"/>
                  </a:cubicBezTo>
                  <a:cubicBezTo>
                    <a:pt x="-2210" y="-4572"/>
                    <a:pt x="320" y="-5077"/>
                    <a:pt x="66102" y="-5077"/>
                  </a:cubicBezTo>
                  <a:cubicBezTo>
                    <a:pt x="157185" y="-5077"/>
                    <a:pt x="152124" y="-10133"/>
                    <a:pt x="170341" y="98555"/>
                  </a:cubicBezTo>
                  <a:cubicBezTo>
                    <a:pt x="180967" y="160228"/>
                    <a:pt x="183497" y="186010"/>
                    <a:pt x="179449" y="190559"/>
                  </a:cubicBezTo>
                  <a:cubicBezTo>
                    <a:pt x="175401" y="195615"/>
                    <a:pt x="154655" y="197131"/>
                    <a:pt x="101523" y="197131"/>
                  </a:cubicBezTo>
                  <a:cubicBezTo>
                    <a:pt x="31693" y="197131"/>
                    <a:pt x="28657" y="196626"/>
                    <a:pt x="21572" y="186010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 34">
              <a:extLst>
                <a:ext uri="{FF2B5EF4-FFF2-40B4-BE49-F238E27FC236}">
                  <a16:creationId xmlns:a16="http://schemas.microsoft.com/office/drawing/2014/main" id="{EDC4AFBF-8445-0896-3958-BA7AA39D6324}"/>
                </a:ext>
              </a:extLst>
            </p:cNvPr>
            <p:cNvSpPr/>
            <p:nvPr/>
          </p:nvSpPr>
          <p:spPr>
            <a:xfrm flipV="1">
              <a:off x="6013412" y="3123405"/>
              <a:ext cx="332068" cy="328029"/>
            </a:xfrm>
            <a:custGeom>
              <a:avLst/>
              <a:gdLst>
                <a:gd name="connsiteX0" fmla="*/ 159991 w 332068"/>
                <a:gd name="connsiteY0" fmla="*/ 315273 h 328029"/>
                <a:gd name="connsiteX1" fmla="*/ 136715 w 332068"/>
                <a:gd name="connsiteY1" fmla="*/ 228323 h 328029"/>
                <a:gd name="connsiteX2" fmla="*/ 109390 w 332068"/>
                <a:gd name="connsiteY2" fmla="*/ 103965 h 328029"/>
                <a:gd name="connsiteX3" fmla="*/ 78523 w 332068"/>
                <a:gd name="connsiteY3" fmla="*/ 131769 h 328029"/>
                <a:gd name="connsiteX4" fmla="*/ -7500 w 332068"/>
                <a:gd name="connsiteY4" fmla="*/ 167661 h 328029"/>
                <a:gd name="connsiteX5" fmla="*/ 51198 w 332068"/>
                <a:gd name="connsiteY5" fmla="*/ 69590 h 328029"/>
                <a:gd name="connsiteX6" fmla="*/ 132667 w 332068"/>
                <a:gd name="connsiteY6" fmla="*/ -3711 h 328029"/>
                <a:gd name="connsiteX7" fmla="*/ 312808 w 332068"/>
                <a:gd name="connsiteY7" fmla="*/ 137835 h 328029"/>
                <a:gd name="connsiteX8" fmla="*/ 293074 w 332068"/>
                <a:gd name="connsiteY8" fmla="*/ 181815 h 328029"/>
                <a:gd name="connsiteX9" fmla="*/ 238930 w 332068"/>
                <a:gd name="connsiteY9" fmla="*/ 144407 h 328029"/>
                <a:gd name="connsiteX10" fmla="*/ 179726 w 332068"/>
                <a:gd name="connsiteY10" fmla="*/ 130252 h 328029"/>
                <a:gd name="connsiteX11" fmla="*/ 195413 w 332068"/>
                <a:gd name="connsiteY11" fmla="*/ 225796 h 328029"/>
                <a:gd name="connsiteX12" fmla="*/ 198449 w 332068"/>
                <a:gd name="connsiteY12" fmla="*/ 316284 h 328029"/>
                <a:gd name="connsiteX13" fmla="*/ 159991 w 332068"/>
                <a:gd name="connsiteY13" fmla="*/ 315273 h 328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2068" h="328029">
                  <a:moveTo>
                    <a:pt x="159991" y="315273"/>
                  </a:moveTo>
                  <a:cubicBezTo>
                    <a:pt x="154425" y="309207"/>
                    <a:pt x="145823" y="277359"/>
                    <a:pt x="136715" y="228323"/>
                  </a:cubicBezTo>
                  <a:cubicBezTo>
                    <a:pt x="119004" y="134296"/>
                    <a:pt x="113438" y="107504"/>
                    <a:pt x="109390" y="103965"/>
                  </a:cubicBezTo>
                  <a:cubicBezTo>
                    <a:pt x="107872" y="101943"/>
                    <a:pt x="93703" y="114581"/>
                    <a:pt x="78523" y="131769"/>
                  </a:cubicBezTo>
                  <a:cubicBezTo>
                    <a:pt x="32982" y="181815"/>
                    <a:pt x="1103" y="194959"/>
                    <a:pt x="-7500" y="167661"/>
                  </a:cubicBezTo>
                  <a:cubicBezTo>
                    <a:pt x="-14078" y="147946"/>
                    <a:pt x="-4464" y="132780"/>
                    <a:pt x="51198" y="69590"/>
                  </a:cubicBezTo>
                  <a:cubicBezTo>
                    <a:pt x="105342" y="7916"/>
                    <a:pt x="118498" y="-3711"/>
                    <a:pt x="132667" y="-3711"/>
                  </a:cubicBezTo>
                  <a:cubicBezTo>
                    <a:pt x="144811" y="-3711"/>
                    <a:pt x="282953" y="104976"/>
                    <a:pt x="312808" y="137835"/>
                  </a:cubicBezTo>
                  <a:cubicBezTo>
                    <a:pt x="333049" y="160078"/>
                    <a:pt x="320398" y="188387"/>
                    <a:pt x="293074" y="181815"/>
                  </a:cubicBezTo>
                  <a:cubicBezTo>
                    <a:pt x="286495" y="180299"/>
                    <a:pt x="261701" y="163111"/>
                    <a:pt x="238930" y="144407"/>
                  </a:cubicBezTo>
                  <a:cubicBezTo>
                    <a:pt x="169606" y="88294"/>
                    <a:pt x="175172" y="89305"/>
                    <a:pt x="179726" y="130252"/>
                  </a:cubicBezTo>
                  <a:cubicBezTo>
                    <a:pt x="181750" y="149968"/>
                    <a:pt x="188834" y="192431"/>
                    <a:pt x="195413" y="225796"/>
                  </a:cubicBezTo>
                  <a:cubicBezTo>
                    <a:pt x="210087" y="298085"/>
                    <a:pt x="210087" y="305668"/>
                    <a:pt x="198449" y="316284"/>
                  </a:cubicBezTo>
                  <a:cubicBezTo>
                    <a:pt x="185798" y="327406"/>
                    <a:pt x="170618" y="326900"/>
                    <a:pt x="159991" y="315273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 35">
              <a:extLst>
                <a:ext uri="{FF2B5EF4-FFF2-40B4-BE49-F238E27FC236}">
                  <a16:creationId xmlns:a16="http://schemas.microsoft.com/office/drawing/2014/main" id="{7E7203C9-7879-7103-E842-42C8641CCC1F}"/>
                </a:ext>
              </a:extLst>
            </p:cNvPr>
            <p:cNvSpPr/>
            <p:nvPr/>
          </p:nvSpPr>
          <p:spPr>
            <a:xfrm flipV="1">
              <a:off x="5001669" y="3982232"/>
              <a:ext cx="723096" cy="96049"/>
            </a:xfrm>
            <a:custGeom>
              <a:avLst/>
              <a:gdLst>
                <a:gd name="connsiteX0" fmla="*/ 85253 w 723096"/>
                <a:gd name="connsiteY0" fmla="*/ 81317 h 96049"/>
                <a:gd name="connsiteX1" fmla="*/ 66024 w 723096"/>
                <a:gd name="connsiteY1" fmla="*/ 71712 h 96049"/>
                <a:gd name="connsiteX2" fmla="*/ 62988 w 723096"/>
                <a:gd name="connsiteY2" fmla="*/ 69690 h 96049"/>
                <a:gd name="connsiteX3" fmla="*/ 28073 w 723096"/>
                <a:gd name="connsiteY3" fmla="*/ 34809 h 96049"/>
                <a:gd name="connsiteX4" fmla="*/ -7854 w 723096"/>
                <a:gd name="connsiteY4" fmla="*/ 4477 h 96049"/>
                <a:gd name="connsiteX5" fmla="*/ 48314 w 723096"/>
                <a:gd name="connsiteY5" fmla="*/ 1444 h 96049"/>
                <a:gd name="connsiteX6" fmla="*/ 361538 w 723096"/>
                <a:gd name="connsiteY6" fmla="*/ -2095 h 96049"/>
                <a:gd name="connsiteX7" fmla="*/ 618088 w 723096"/>
                <a:gd name="connsiteY7" fmla="*/ -2095 h 96049"/>
                <a:gd name="connsiteX8" fmla="*/ 644906 w 723096"/>
                <a:gd name="connsiteY8" fmla="*/ 23182 h 96049"/>
                <a:gd name="connsiteX9" fmla="*/ 674761 w 723096"/>
                <a:gd name="connsiteY9" fmla="*/ 48458 h 96049"/>
                <a:gd name="connsiteX10" fmla="*/ 696520 w 723096"/>
                <a:gd name="connsiteY10" fmla="*/ 71206 h 96049"/>
                <a:gd name="connsiteX11" fmla="*/ 715243 w 723096"/>
                <a:gd name="connsiteY11" fmla="*/ 93955 h 96049"/>
                <a:gd name="connsiteX12" fmla="*/ 407585 w 723096"/>
                <a:gd name="connsiteY12" fmla="*/ 93955 h 96049"/>
                <a:gd name="connsiteX13" fmla="*/ 99927 w 723096"/>
                <a:gd name="connsiteY13" fmla="*/ 93449 h 96049"/>
                <a:gd name="connsiteX14" fmla="*/ 85253 w 723096"/>
                <a:gd name="connsiteY14" fmla="*/ 81317 h 96049"/>
                <a:gd name="connsiteX15" fmla="*/ 368116 w 723096"/>
                <a:gd name="connsiteY15" fmla="*/ 62107 h 96049"/>
                <a:gd name="connsiteX16" fmla="*/ 307394 w 723096"/>
                <a:gd name="connsiteY16" fmla="*/ 19137 h 96049"/>
                <a:gd name="connsiteX17" fmla="*/ 390380 w 723096"/>
                <a:gd name="connsiteY17" fmla="*/ 85866 h 96049"/>
                <a:gd name="connsiteX18" fmla="*/ 368116 w 723096"/>
                <a:gd name="connsiteY18" fmla="*/ 62107 h 9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096" h="96049">
                  <a:moveTo>
                    <a:pt x="85253" y="81317"/>
                  </a:moveTo>
                  <a:cubicBezTo>
                    <a:pt x="76651" y="74745"/>
                    <a:pt x="68048" y="70701"/>
                    <a:pt x="66024" y="71712"/>
                  </a:cubicBezTo>
                  <a:cubicBezTo>
                    <a:pt x="63494" y="73228"/>
                    <a:pt x="62482" y="72217"/>
                    <a:pt x="62988" y="69690"/>
                  </a:cubicBezTo>
                  <a:cubicBezTo>
                    <a:pt x="64000" y="67162"/>
                    <a:pt x="48314" y="51491"/>
                    <a:pt x="28073" y="34809"/>
                  </a:cubicBezTo>
                  <a:lnTo>
                    <a:pt x="-7854" y="4477"/>
                  </a:lnTo>
                  <a:lnTo>
                    <a:pt x="48314" y="1444"/>
                  </a:lnTo>
                  <a:cubicBezTo>
                    <a:pt x="79687" y="-578"/>
                    <a:pt x="220359" y="-2095"/>
                    <a:pt x="361538" y="-2095"/>
                  </a:cubicBezTo>
                  <a:lnTo>
                    <a:pt x="618088" y="-2095"/>
                  </a:lnTo>
                  <a:lnTo>
                    <a:pt x="644906" y="23182"/>
                  </a:lnTo>
                  <a:cubicBezTo>
                    <a:pt x="659581" y="37336"/>
                    <a:pt x="673243" y="48458"/>
                    <a:pt x="674761" y="48458"/>
                  </a:cubicBezTo>
                  <a:cubicBezTo>
                    <a:pt x="676785" y="48458"/>
                    <a:pt x="686400" y="58568"/>
                    <a:pt x="696520" y="71206"/>
                  </a:cubicBezTo>
                  <a:lnTo>
                    <a:pt x="715243" y="93955"/>
                  </a:lnTo>
                  <a:lnTo>
                    <a:pt x="407585" y="93955"/>
                  </a:lnTo>
                  <a:lnTo>
                    <a:pt x="99927" y="93449"/>
                  </a:lnTo>
                  <a:lnTo>
                    <a:pt x="85253" y="81317"/>
                  </a:lnTo>
                  <a:close/>
                  <a:moveTo>
                    <a:pt x="368116" y="62107"/>
                  </a:moveTo>
                  <a:cubicBezTo>
                    <a:pt x="331683" y="30764"/>
                    <a:pt x="304358" y="11049"/>
                    <a:pt x="307394" y="19137"/>
                  </a:cubicBezTo>
                  <a:cubicBezTo>
                    <a:pt x="311442" y="28237"/>
                    <a:pt x="386838" y="89405"/>
                    <a:pt x="390380" y="85866"/>
                  </a:cubicBezTo>
                  <a:cubicBezTo>
                    <a:pt x="391899" y="84350"/>
                    <a:pt x="381778" y="73734"/>
                    <a:pt x="368116" y="62107"/>
                  </a:cubicBezTo>
                  <a:close/>
                </a:path>
              </a:pathLst>
            </a:custGeom>
            <a:solidFill>
              <a:srgbClr val="20398A"/>
            </a:solidFill>
            <a:ln w="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7B648C2E-E5D2-B5C4-42C6-584B121D707E}"/>
              </a:ext>
            </a:extLst>
          </p:cNvPr>
          <p:cNvGrpSpPr/>
          <p:nvPr/>
        </p:nvGrpSpPr>
        <p:grpSpPr>
          <a:xfrm>
            <a:off x="8721689" y="735470"/>
            <a:ext cx="3211254" cy="2318530"/>
            <a:chOff x="1227674" y="1405148"/>
            <a:chExt cx="6214371" cy="4486785"/>
          </a:xfrm>
        </p:grpSpPr>
        <p:sp>
          <p:nvSpPr>
            <p:cNvPr id="38" name="手繪多邊形 37">
              <a:extLst>
                <a:ext uri="{FF2B5EF4-FFF2-40B4-BE49-F238E27FC236}">
                  <a16:creationId xmlns:a16="http://schemas.microsoft.com/office/drawing/2014/main" id="{EFBE3DF9-C587-ACA7-70A2-4A407301C6AD}"/>
                </a:ext>
              </a:extLst>
            </p:cNvPr>
            <p:cNvSpPr/>
            <p:nvPr/>
          </p:nvSpPr>
          <p:spPr>
            <a:xfrm flipV="1">
              <a:off x="1227674" y="1405148"/>
              <a:ext cx="6214371" cy="4486785"/>
            </a:xfrm>
            <a:custGeom>
              <a:avLst/>
              <a:gdLst>
                <a:gd name="connsiteX0" fmla="*/ 2419192 w 6214371"/>
                <a:gd name="connsiteY0" fmla="*/ 4475205 h 4486785"/>
                <a:gd name="connsiteX1" fmla="*/ 2107769 w 6214371"/>
                <a:gd name="connsiteY1" fmla="*/ 4372067 h 4486785"/>
                <a:gd name="connsiteX2" fmla="*/ 2017356 w 6214371"/>
                <a:gd name="connsiteY2" fmla="*/ 4295718 h 4486785"/>
                <a:gd name="connsiteX3" fmla="*/ 1918906 w 6214371"/>
                <a:gd name="connsiteY3" fmla="*/ 4224057 h 4486785"/>
                <a:gd name="connsiteX4" fmla="*/ 1718658 w 6214371"/>
                <a:gd name="connsiteY4" fmla="*/ 4023139 h 4486785"/>
                <a:gd name="connsiteX5" fmla="*/ 1678474 w 6214371"/>
                <a:gd name="connsiteY5" fmla="*/ 3621973 h 4486785"/>
                <a:gd name="connsiteX6" fmla="*/ 1687181 w 6214371"/>
                <a:gd name="connsiteY6" fmla="*/ 3568395 h 4486785"/>
                <a:gd name="connsiteX7" fmla="*/ 1667759 w 6214371"/>
                <a:gd name="connsiteY7" fmla="*/ 3543615 h 4486785"/>
                <a:gd name="connsiteX8" fmla="*/ 1627575 w 6214371"/>
                <a:gd name="connsiteY8" fmla="*/ 3473293 h 4486785"/>
                <a:gd name="connsiteX9" fmla="*/ 1603465 w 6214371"/>
                <a:gd name="connsiteY9" fmla="*/ 3364128 h 4486785"/>
                <a:gd name="connsiteX10" fmla="*/ 1639630 w 6214371"/>
                <a:gd name="connsiteY10" fmla="*/ 3177944 h 4486785"/>
                <a:gd name="connsiteX11" fmla="*/ 1771566 w 6214371"/>
                <a:gd name="connsiteY11" fmla="*/ 3042659 h 4486785"/>
                <a:gd name="connsiteX12" fmla="*/ 1816438 w 6214371"/>
                <a:gd name="connsiteY12" fmla="*/ 3019219 h 4486785"/>
                <a:gd name="connsiteX13" fmla="*/ 1803044 w 6214371"/>
                <a:gd name="connsiteY13" fmla="*/ 2975017 h 4486785"/>
                <a:gd name="connsiteX14" fmla="*/ 1692539 w 6214371"/>
                <a:gd name="connsiteY14" fmla="*/ 2827007 h 4486785"/>
                <a:gd name="connsiteX15" fmla="*/ 1347630 w 6214371"/>
                <a:gd name="connsiteY15" fmla="*/ 2703778 h 4486785"/>
                <a:gd name="connsiteX16" fmla="*/ 812518 w 6214371"/>
                <a:gd name="connsiteY16" fmla="*/ 2415795 h 4486785"/>
                <a:gd name="connsiteX17" fmla="*/ 560701 w 6214371"/>
                <a:gd name="connsiteY17" fmla="*/ 1921537 h 4486785"/>
                <a:gd name="connsiteX18" fmla="*/ 523866 w 6214371"/>
                <a:gd name="connsiteY18" fmla="*/ 1669720 h 4486785"/>
                <a:gd name="connsiteX19" fmla="*/ 464930 w 6214371"/>
                <a:gd name="connsiteY19" fmla="*/ 1665701 h 4486785"/>
                <a:gd name="connsiteX20" fmla="*/ 65103 w 6214371"/>
                <a:gd name="connsiteY20" fmla="*/ 1346242 h 4486785"/>
                <a:gd name="connsiteX21" fmla="*/ 34965 w 6214371"/>
                <a:gd name="connsiteY21" fmla="*/ 952443 h 4486785"/>
                <a:gd name="connsiteX22" fmla="*/ 179626 w 6214371"/>
                <a:gd name="connsiteY22" fmla="*/ 120642 h 4486785"/>
                <a:gd name="connsiteX23" fmla="*/ 189003 w 6214371"/>
                <a:gd name="connsiteY23" fmla="*/ 88495 h 4486785"/>
                <a:gd name="connsiteX24" fmla="*/ 103278 w 6214371"/>
                <a:gd name="connsiteY24" fmla="*/ 82468 h 4486785"/>
                <a:gd name="connsiteX25" fmla="*/ 6167 w 6214371"/>
                <a:gd name="connsiteY25" fmla="*/ 70413 h 4486785"/>
                <a:gd name="connsiteX26" fmla="*/ 9516 w 6214371"/>
                <a:gd name="connsiteY26" fmla="*/ 26211 h 4486785"/>
                <a:gd name="connsiteX27" fmla="*/ 1174840 w 6214371"/>
                <a:gd name="connsiteY27" fmla="*/ 15495 h 4486785"/>
                <a:gd name="connsiteX28" fmla="*/ 2363605 w 6214371"/>
                <a:gd name="connsiteY28" fmla="*/ 5449 h 4486785"/>
                <a:gd name="connsiteX29" fmla="*/ 3891251 w 6214371"/>
                <a:gd name="connsiteY29" fmla="*/ -4597 h 4486785"/>
                <a:gd name="connsiteX30" fmla="*/ 5380723 w 6214371"/>
                <a:gd name="connsiteY30" fmla="*/ -4597 h 4486785"/>
                <a:gd name="connsiteX31" fmla="*/ 5422916 w 6214371"/>
                <a:gd name="connsiteY31" fmla="*/ 12146 h 4486785"/>
                <a:gd name="connsiteX32" fmla="*/ 5482522 w 6214371"/>
                <a:gd name="connsiteY32" fmla="*/ 22192 h 4486785"/>
                <a:gd name="connsiteX33" fmla="*/ 5803990 w 6214371"/>
                <a:gd name="connsiteY33" fmla="*/ 15495 h 4486785"/>
                <a:gd name="connsiteX34" fmla="*/ 6118092 w 6214371"/>
                <a:gd name="connsiteY34" fmla="*/ 27550 h 4486785"/>
                <a:gd name="connsiteX35" fmla="*/ 6114743 w 6214371"/>
                <a:gd name="connsiteY35" fmla="*/ 71752 h 4486785"/>
                <a:gd name="connsiteX36" fmla="*/ 5817385 w 6214371"/>
                <a:gd name="connsiteY36" fmla="*/ 82468 h 4486785"/>
                <a:gd name="connsiteX37" fmla="*/ 5521366 w 6214371"/>
                <a:gd name="connsiteY37" fmla="*/ 94523 h 4486785"/>
                <a:gd name="connsiteX38" fmla="*/ 5493237 w 6214371"/>
                <a:gd name="connsiteY38" fmla="*/ 179578 h 4486785"/>
                <a:gd name="connsiteX39" fmla="*/ 5449035 w 6214371"/>
                <a:gd name="connsiteY39" fmla="*/ 389203 h 4486785"/>
                <a:gd name="connsiteX40" fmla="*/ 5419567 w 6214371"/>
                <a:gd name="connsiteY40" fmla="*/ 537882 h 4486785"/>
                <a:gd name="connsiteX41" fmla="*/ 5669375 w 6214371"/>
                <a:gd name="connsiteY41" fmla="*/ 552616 h 4486785"/>
                <a:gd name="connsiteX42" fmla="*/ 5939945 w 6214371"/>
                <a:gd name="connsiteY42" fmla="*/ 570029 h 4486785"/>
                <a:gd name="connsiteX43" fmla="*/ 5968073 w 6214371"/>
                <a:gd name="connsiteY43" fmla="*/ 610212 h 4486785"/>
                <a:gd name="connsiteX44" fmla="*/ 6061835 w 6214371"/>
                <a:gd name="connsiteY44" fmla="*/ 1244443 h 4486785"/>
                <a:gd name="connsiteX45" fmla="*/ 6209845 w 6214371"/>
                <a:gd name="connsiteY45" fmla="*/ 2324043 h 4486785"/>
                <a:gd name="connsiteX46" fmla="*/ 6173679 w 6214371"/>
                <a:gd name="connsiteY46" fmla="*/ 2393025 h 4486785"/>
                <a:gd name="connsiteX47" fmla="*/ 3838343 w 6214371"/>
                <a:gd name="connsiteY47" fmla="*/ 2394364 h 4486785"/>
                <a:gd name="connsiteX48" fmla="*/ 3764673 w 6214371"/>
                <a:gd name="connsiteY48" fmla="*/ 2322703 h 4486785"/>
                <a:gd name="connsiteX49" fmla="*/ 3644792 w 6214371"/>
                <a:gd name="connsiteY49" fmla="*/ 1522380 h 4486785"/>
                <a:gd name="connsiteX50" fmla="*/ 3543663 w 6214371"/>
                <a:gd name="connsiteY50" fmla="*/ 814479 h 4486785"/>
                <a:gd name="connsiteX51" fmla="*/ 3458608 w 6214371"/>
                <a:gd name="connsiteY51" fmla="*/ 789029 h 4486785"/>
                <a:gd name="connsiteX52" fmla="*/ 3271754 w 6214371"/>
                <a:gd name="connsiteY52" fmla="*/ 847296 h 4486785"/>
                <a:gd name="connsiteX53" fmla="*/ 3222864 w 6214371"/>
                <a:gd name="connsiteY53" fmla="*/ 886140 h 4486785"/>
                <a:gd name="connsiteX54" fmla="*/ 3088249 w 6214371"/>
                <a:gd name="connsiteY54" fmla="*/ 1708564 h 4486785"/>
                <a:gd name="connsiteX55" fmla="*/ 2776156 w 6214371"/>
                <a:gd name="connsiteY55" fmla="*/ 2327391 h 4486785"/>
                <a:gd name="connsiteX56" fmla="*/ 2747358 w 6214371"/>
                <a:gd name="connsiteY56" fmla="*/ 2352171 h 4486785"/>
                <a:gd name="connsiteX57" fmla="*/ 2778166 w 6214371"/>
                <a:gd name="connsiteY57" fmla="*/ 2372263 h 4486785"/>
                <a:gd name="connsiteX58" fmla="*/ 2961001 w 6214371"/>
                <a:gd name="connsiteY58" fmla="*/ 2518263 h 4486785"/>
                <a:gd name="connsiteX59" fmla="*/ 3208800 w 6214371"/>
                <a:gd name="connsiteY59" fmla="*/ 3023237 h 4486785"/>
                <a:gd name="connsiteX60" fmla="*/ 3295194 w 6214371"/>
                <a:gd name="connsiteY60" fmla="*/ 3638716 h 4486785"/>
                <a:gd name="connsiteX61" fmla="*/ 3299883 w 6214371"/>
                <a:gd name="connsiteY61" fmla="*/ 3755918 h 4486785"/>
                <a:gd name="connsiteX62" fmla="*/ 3316626 w 6214371"/>
                <a:gd name="connsiteY62" fmla="*/ 3759936 h 4486785"/>
                <a:gd name="connsiteX63" fmla="*/ 3382259 w 6214371"/>
                <a:gd name="connsiteY63" fmla="*/ 3771992 h 4486785"/>
                <a:gd name="connsiteX64" fmla="*/ 3494103 w 6214371"/>
                <a:gd name="connsiteY64" fmla="*/ 3819542 h 4486785"/>
                <a:gd name="connsiteX65" fmla="*/ 3506828 w 6214371"/>
                <a:gd name="connsiteY65" fmla="*/ 3869772 h 4486785"/>
                <a:gd name="connsiteX66" fmla="*/ 3348103 w 6214371"/>
                <a:gd name="connsiteY66" fmla="*/ 4037873 h 4486785"/>
                <a:gd name="connsiteX67" fmla="*/ 3301892 w 6214371"/>
                <a:gd name="connsiteY67" fmla="*/ 4063992 h 4486785"/>
                <a:gd name="connsiteX68" fmla="*/ 3340066 w 6214371"/>
                <a:gd name="connsiteY68" fmla="*/ 4097479 h 4486785"/>
                <a:gd name="connsiteX69" fmla="*/ 3410387 w 6214371"/>
                <a:gd name="connsiteY69" fmla="*/ 4184543 h 4486785"/>
                <a:gd name="connsiteX70" fmla="*/ 3346763 w 6214371"/>
                <a:gd name="connsiteY70" fmla="*/ 4228745 h 4486785"/>
                <a:gd name="connsiteX71" fmla="*/ 2941579 w 6214371"/>
                <a:gd name="connsiteY71" fmla="*/ 4368718 h 4486785"/>
                <a:gd name="connsiteX72" fmla="*/ 2681725 w 6214371"/>
                <a:gd name="connsiteY72" fmla="*/ 4459131 h 4486785"/>
                <a:gd name="connsiteX73" fmla="*/ 2486165 w 6214371"/>
                <a:gd name="connsiteY73" fmla="*/ 4481902 h 4486785"/>
                <a:gd name="connsiteX74" fmla="*/ 2419192 w 6214371"/>
                <a:gd name="connsiteY74" fmla="*/ 4475205 h 4486785"/>
                <a:gd name="connsiteX75" fmla="*/ 2315385 w 6214371"/>
                <a:gd name="connsiteY75" fmla="*/ 3916652 h 4486785"/>
                <a:gd name="connsiteX76" fmla="*/ 2519651 w 6214371"/>
                <a:gd name="connsiteY76" fmla="*/ 3839634 h 4486785"/>
                <a:gd name="connsiteX77" fmla="*/ 2622119 w 6214371"/>
                <a:gd name="connsiteY77" fmla="*/ 3851019 h 4486785"/>
                <a:gd name="connsiteX78" fmla="*/ 2904744 w 6214371"/>
                <a:gd name="connsiteY78" fmla="*/ 3826239 h 4486785"/>
                <a:gd name="connsiteX79" fmla="*/ 3115038 w 6214371"/>
                <a:gd name="connsiteY79" fmla="*/ 3782707 h 4486785"/>
                <a:gd name="connsiteX80" fmla="*/ 3230901 w 6214371"/>
                <a:gd name="connsiteY80" fmla="*/ 3751230 h 4486785"/>
                <a:gd name="connsiteX81" fmla="*/ 3202102 w 6214371"/>
                <a:gd name="connsiteY81" fmla="*/ 3337339 h 4486785"/>
                <a:gd name="connsiteX82" fmla="*/ 3038689 w 6214371"/>
                <a:gd name="connsiteY82" fmla="*/ 2749989 h 4486785"/>
                <a:gd name="connsiteX83" fmla="*/ 2885322 w 6214371"/>
                <a:gd name="connsiteY83" fmla="*/ 2543713 h 4486785"/>
                <a:gd name="connsiteX84" fmla="*/ 2757404 w 6214371"/>
                <a:gd name="connsiteY84" fmla="*/ 2441915 h 4486785"/>
                <a:gd name="connsiteX85" fmla="*/ 2575908 w 6214371"/>
                <a:gd name="connsiteY85" fmla="*/ 2393025 h 4486785"/>
                <a:gd name="connsiteX86" fmla="*/ 2509605 w 6214371"/>
                <a:gd name="connsiteY86" fmla="*/ 2407089 h 4486785"/>
                <a:gd name="connsiteX87" fmla="*/ 2443972 w 6214371"/>
                <a:gd name="connsiteY87" fmla="*/ 2420483 h 4486785"/>
                <a:gd name="connsiteX88" fmla="*/ 2347531 w 6214371"/>
                <a:gd name="connsiteY88" fmla="*/ 2442584 h 4486785"/>
                <a:gd name="connsiteX89" fmla="*/ 2093705 w 6214371"/>
                <a:gd name="connsiteY89" fmla="*/ 2664934 h 4486785"/>
                <a:gd name="connsiteX90" fmla="*/ 2010659 w 6214371"/>
                <a:gd name="connsiteY90" fmla="*/ 2829686 h 4486785"/>
                <a:gd name="connsiteX91" fmla="*/ 1981191 w 6214371"/>
                <a:gd name="connsiteY91" fmla="*/ 2868530 h 4486785"/>
                <a:gd name="connsiteX92" fmla="*/ 1957081 w 6214371"/>
                <a:gd name="connsiteY92" fmla="*/ 2856475 h 4486785"/>
                <a:gd name="connsiteX93" fmla="*/ 1949714 w 6214371"/>
                <a:gd name="connsiteY93" fmla="*/ 2810934 h 4486785"/>
                <a:gd name="connsiteX94" fmla="*/ 2042136 w 6214371"/>
                <a:gd name="connsiteY94" fmla="*/ 2620062 h 4486785"/>
                <a:gd name="connsiteX95" fmla="*/ 2299311 w 6214371"/>
                <a:gd name="connsiteY95" fmla="*/ 2388336 h 4486785"/>
                <a:gd name="connsiteX96" fmla="*/ 2345522 w 6214371"/>
                <a:gd name="connsiteY96" fmla="*/ 2359538 h 4486785"/>
                <a:gd name="connsiteX97" fmla="*/ 2290605 w 6214371"/>
                <a:gd name="connsiteY97" fmla="*/ 2313997 h 4486785"/>
                <a:gd name="connsiteX98" fmla="*/ 2235017 w 6214371"/>
                <a:gd name="connsiteY98" fmla="*/ 2265107 h 4486785"/>
                <a:gd name="connsiteX99" fmla="*/ 2326100 w 6214371"/>
                <a:gd name="connsiteY99" fmla="*/ 2279171 h 4486785"/>
                <a:gd name="connsiteX100" fmla="*/ 2364944 w 6214371"/>
                <a:gd name="connsiteY100" fmla="*/ 2287877 h 4486785"/>
                <a:gd name="connsiteX101" fmla="*/ 2246403 w 6214371"/>
                <a:gd name="connsiteY101" fmla="*/ 2219565 h 4486785"/>
                <a:gd name="connsiteX102" fmla="*/ 1770897 w 6214371"/>
                <a:gd name="connsiteY102" fmla="*/ 2494823 h 4486785"/>
                <a:gd name="connsiteX103" fmla="*/ 1678474 w 6214371"/>
                <a:gd name="connsiteY103" fmla="*/ 2700429 h 4486785"/>
                <a:gd name="connsiteX104" fmla="*/ 1674456 w 6214371"/>
                <a:gd name="connsiteY104" fmla="*/ 2726548 h 4486785"/>
                <a:gd name="connsiteX105" fmla="*/ 1719998 w 6214371"/>
                <a:gd name="connsiteY105" fmla="*/ 2756016 h 4486785"/>
                <a:gd name="connsiteX106" fmla="*/ 1783622 w 6214371"/>
                <a:gd name="connsiteY106" fmla="*/ 2805576 h 4486785"/>
                <a:gd name="connsiteX107" fmla="*/ 1880062 w 6214371"/>
                <a:gd name="connsiteY107" fmla="*/ 2991090 h 4486785"/>
                <a:gd name="connsiteX108" fmla="*/ 1914888 w 6214371"/>
                <a:gd name="connsiteY108" fmla="*/ 3023907 h 4486785"/>
                <a:gd name="connsiteX109" fmla="*/ 1997264 w 6214371"/>
                <a:gd name="connsiteY109" fmla="*/ 3095568 h 4486785"/>
                <a:gd name="connsiteX110" fmla="*/ 1981191 w 6214371"/>
                <a:gd name="connsiteY110" fmla="*/ 3117669 h 4486785"/>
                <a:gd name="connsiteX111" fmla="*/ 1938998 w 6214371"/>
                <a:gd name="connsiteY111" fmla="*/ 3109632 h 4486785"/>
                <a:gd name="connsiteX112" fmla="*/ 1875374 w 6214371"/>
                <a:gd name="connsiteY112" fmla="*/ 3090880 h 4486785"/>
                <a:gd name="connsiteX113" fmla="*/ 1733392 w 6214371"/>
                <a:gd name="connsiteY113" fmla="*/ 3160531 h 4486785"/>
                <a:gd name="connsiteX114" fmla="*/ 1672447 w 6214371"/>
                <a:gd name="connsiteY114" fmla="*/ 3340688 h 4486785"/>
                <a:gd name="connsiteX115" fmla="*/ 1730043 w 6214371"/>
                <a:gd name="connsiteY115" fmla="*/ 3486688 h 4486785"/>
                <a:gd name="connsiteX116" fmla="*/ 1897475 w 6214371"/>
                <a:gd name="connsiteY116" fmla="*/ 3500752 h 4486785"/>
                <a:gd name="connsiteX117" fmla="*/ 1981861 w 6214371"/>
                <a:gd name="connsiteY117" fmla="*/ 3404312 h 4486785"/>
                <a:gd name="connsiteX118" fmla="*/ 2026063 w 6214371"/>
                <a:gd name="connsiteY118" fmla="*/ 3345376 h 4486785"/>
                <a:gd name="connsiteX119" fmla="*/ 2070934 w 6214371"/>
                <a:gd name="connsiteY119" fmla="*/ 3421055 h 4486785"/>
                <a:gd name="connsiteX120" fmla="*/ 2134558 w 6214371"/>
                <a:gd name="connsiteY120" fmla="*/ 3555000 h 4486785"/>
                <a:gd name="connsiteX121" fmla="*/ 2221623 w 6214371"/>
                <a:gd name="connsiteY121" fmla="*/ 3827579 h 4486785"/>
                <a:gd name="connsiteX122" fmla="*/ 2247072 w 6214371"/>
                <a:gd name="connsiteY122" fmla="*/ 3952148 h 4486785"/>
                <a:gd name="connsiteX123" fmla="*/ 2315385 w 6214371"/>
                <a:gd name="connsiteY123" fmla="*/ 3916652 h 4486785"/>
                <a:gd name="connsiteX124" fmla="*/ 4004435 w 6214371"/>
                <a:gd name="connsiteY124" fmla="*/ 2314667 h 4486785"/>
                <a:gd name="connsiteX125" fmla="*/ 3976306 w 6214371"/>
                <a:gd name="connsiteY125" fmla="*/ 2115088 h 4486785"/>
                <a:gd name="connsiteX126" fmla="*/ 3859104 w 6214371"/>
                <a:gd name="connsiteY126" fmla="*/ 1285966 h 4486785"/>
                <a:gd name="connsiteX127" fmla="*/ 3765343 w 6214371"/>
                <a:gd name="connsiteY127" fmla="*/ 628295 h 4486785"/>
                <a:gd name="connsiteX128" fmla="*/ 3701718 w 6214371"/>
                <a:gd name="connsiteY128" fmla="*/ 594809 h 4486785"/>
                <a:gd name="connsiteX129" fmla="*/ 3638094 w 6214371"/>
                <a:gd name="connsiteY129" fmla="*/ 557974 h 4486785"/>
                <a:gd name="connsiteX130" fmla="*/ 3605948 w 6214371"/>
                <a:gd name="connsiteY130" fmla="*/ 576726 h 4486785"/>
                <a:gd name="connsiteX131" fmla="*/ 3597911 w 6214371"/>
                <a:gd name="connsiteY131" fmla="*/ 726745 h 4486785"/>
                <a:gd name="connsiteX132" fmla="*/ 3711764 w 6214371"/>
                <a:gd name="connsiteY132" fmla="*/ 1535774 h 4486785"/>
                <a:gd name="connsiteX133" fmla="*/ 3766012 w 6214371"/>
                <a:gd name="connsiteY133" fmla="*/ 1924216 h 4486785"/>
                <a:gd name="connsiteX134" fmla="*/ 3802847 w 6214371"/>
                <a:gd name="connsiteY134" fmla="*/ 2192107 h 4486785"/>
                <a:gd name="connsiteX135" fmla="*/ 3945499 w 6214371"/>
                <a:gd name="connsiteY135" fmla="*/ 2339446 h 4486785"/>
                <a:gd name="connsiteX136" fmla="*/ 4008453 w 6214371"/>
                <a:gd name="connsiteY136" fmla="*/ 2339446 h 4486785"/>
                <a:gd name="connsiteX137" fmla="*/ 4004435 w 6214371"/>
                <a:gd name="connsiteY137" fmla="*/ 2314667 h 4486785"/>
                <a:gd name="connsiteX138" fmla="*/ 6145551 w 6214371"/>
                <a:gd name="connsiteY138" fmla="*/ 2332079 h 4486785"/>
                <a:gd name="connsiteX139" fmla="*/ 5998881 w 6214371"/>
                <a:gd name="connsiteY139" fmla="*/ 1254489 h 4486785"/>
                <a:gd name="connsiteX140" fmla="*/ 5905119 w 6214371"/>
                <a:gd name="connsiteY140" fmla="*/ 631644 h 4486785"/>
                <a:gd name="connsiteX141" fmla="*/ 5403494 w 6214371"/>
                <a:gd name="connsiteY141" fmla="*/ 630304 h 4486785"/>
                <a:gd name="connsiteX142" fmla="*/ 5339200 w 6214371"/>
                <a:gd name="connsiteY142" fmla="*/ 922975 h 4486785"/>
                <a:gd name="connsiteX143" fmla="*/ 5266870 w 6214371"/>
                <a:gd name="connsiteY143" fmla="*/ 1230379 h 4486785"/>
                <a:gd name="connsiteX144" fmla="*/ 5232044 w 6214371"/>
                <a:gd name="connsiteY144" fmla="*/ 1255829 h 4486785"/>
                <a:gd name="connsiteX145" fmla="*/ 4784666 w 6214371"/>
                <a:gd name="connsiteY145" fmla="*/ 1253820 h 4486785"/>
                <a:gd name="connsiteX146" fmla="*/ 4655409 w 6214371"/>
                <a:gd name="connsiteY146" fmla="*/ 793048 h 4486785"/>
                <a:gd name="connsiteX147" fmla="*/ 4625272 w 6214371"/>
                <a:gd name="connsiteY147" fmla="*/ 630304 h 4486785"/>
                <a:gd name="connsiteX148" fmla="*/ 4226784 w 6214371"/>
                <a:gd name="connsiteY148" fmla="*/ 624946 h 4486785"/>
                <a:gd name="connsiteX149" fmla="*/ 3832315 w 6214371"/>
                <a:gd name="connsiteY149" fmla="*/ 634322 h 4486785"/>
                <a:gd name="connsiteX150" fmla="*/ 3969609 w 6214371"/>
                <a:gd name="connsiteY150" fmla="*/ 1609444 h 4486785"/>
                <a:gd name="connsiteX151" fmla="*/ 4060022 w 6214371"/>
                <a:gd name="connsiteY151" fmla="*/ 2262428 h 4486785"/>
                <a:gd name="connsiteX152" fmla="*/ 4070738 w 6214371"/>
                <a:gd name="connsiteY152" fmla="*/ 2331410 h 4486785"/>
                <a:gd name="connsiteX153" fmla="*/ 5107475 w 6214371"/>
                <a:gd name="connsiteY153" fmla="*/ 2338107 h 4486785"/>
                <a:gd name="connsiteX154" fmla="*/ 6145551 w 6214371"/>
                <a:gd name="connsiteY154" fmla="*/ 2332079 h 4486785"/>
                <a:gd name="connsiteX155" fmla="*/ 1332896 w 6214371"/>
                <a:gd name="connsiteY155" fmla="*/ 1936941 h 4486785"/>
                <a:gd name="connsiteX156" fmla="*/ 1318162 w 6214371"/>
                <a:gd name="connsiteY156" fmla="*/ 1358297 h 4486785"/>
                <a:gd name="connsiteX157" fmla="*/ 1306776 w 6214371"/>
                <a:gd name="connsiteY157" fmla="*/ 809121 h 4486785"/>
                <a:gd name="connsiteX158" fmla="*/ 1404556 w 6214371"/>
                <a:gd name="connsiteY158" fmla="*/ 789029 h 4486785"/>
                <a:gd name="connsiteX159" fmla="*/ 1950383 w 6214371"/>
                <a:gd name="connsiteY159" fmla="*/ 649726 h 4486785"/>
                <a:gd name="connsiteX160" fmla="*/ 2083659 w 6214371"/>
                <a:gd name="connsiteY160" fmla="*/ 584093 h 4486785"/>
                <a:gd name="connsiteX161" fmla="*/ 2090356 w 6214371"/>
                <a:gd name="connsiteY161" fmla="*/ 564001 h 4486785"/>
                <a:gd name="connsiteX162" fmla="*/ 1938998 w 6214371"/>
                <a:gd name="connsiteY162" fmla="*/ 586772 h 4486785"/>
                <a:gd name="connsiteX163" fmla="*/ 1317492 w 6214371"/>
                <a:gd name="connsiteY163" fmla="*/ 752864 h 4486785"/>
                <a:gd name="connsiteX164" fmla="*/ 1106528 w 6214371"/>
                <a:gd name="connsiteY164" fmla="*/ 756213 h 4486785"/>
                <a:gd name="connsiteX165" fmla="*/ 1024152 w 6214371"/>
                <a:gd name="connsiteY165" fmla="*/ 745497 h 4486785"/>
                <a:gd name="connsiteX166" fmla="*/ 999372 w 6214371"/>
                <a:gd name="connsiteY166" fmla="*/ 758892 h 4486785"/>
                <a:gd name="connsiteX167" fmla="*/ 1180198 w 6214371"/>
                <a:gd name="connsiteY167" fmla="*/ 831222 h 4486785"/>
                <a:gd name="connsiteX168" fmla="*/ 1230427 w 6214371"/>
                <a:gd name="connsiteY168" fmla="*/ 835910 h 4486785"/>
                <a:gd name="connsiteX169" fmla="*/ 1234446 w 6214371"/>
                <a:gd name="connsiteY169" fmla="*/ 889488 h 4486785"/>
                <a:gd name="connsiteX170" fmla="*/ 1247171 w 6214371"/>
                <a:gd name="connsiteY170" fmla="*/ 1103801 h 4486785"/>
                <a:gd name="connsiteX171" fmla="*/ 1260565 w 6214371"/>
                <a:gd name="connsiteY171" fmla="*/ 1372361 h 4486785"/>
                <a:gd name="connsiteX172" fmla="*/ 1277308 w 6214371"/>
                <a:gd name="connsiteY172" fmla="*/ 1697179 h 4486785"/>
                <a:gd name="connsiteX173" fmla="*/ 1298070 w 6214371"/>
                <a:gd name="connsiteY173" fmla="*/ 1936271 h 4486785"/>
                <a:gd name="connsiteX174" fmla="*/ 1332896 w 6214371"/>
                <a:gd name="connsiteY174" fmla="*/ 1936941 h 4486785"/>
                <a:gd name="connsiteX175" fmla="*/ 2786202 w 6214371"/>
                <a:gd name="connsiteY175" fmla="*/ 1776206 h 4486785"/>
                <a:gd name="connsiteX176" fmla="*/ 2747358 w 6214371"/>
                <a:gd name="connsiteY176" fmla="*/ 1442013 h 4486785"/>
                <a:gd name="connsiteX177" fmla="*/ 2624128 w 6214371"/>
                <a:gd name="connsiteY177" fmla="*/ 701295 h 4486785"/>
                <a:gd name="connsiteX178" fmla="*/ 2572560 w 6214371"/>
                <a:gd name="connsiteY178" fmla="*/ 635662 h 4486785"/>
                <a:gd name="connsiteX179" fmla="*/ 2620110 w 6214371"/>
                <a:gd name="connsiteY179" fmla="*/ 986599 h 4486785"/>
                <a:gd name="connsiteX180" fmla="*/ 2693780 w 6214371"/>
                <a:gd name="connsiteY180" fmla="*/ 1445361 h 4486785"/>
                <a:gd name="connsiteX181" fmla="*/ 2762092 w 6214371"/>
                <a:gd name="connsiteY181" fmla="*/ 1800316 h 4486785"/>
                <a:gd name="connsiteX182" fmla="*/ 2786202 w 6214371"/>
                <a:gd name="connsiteY182" fmla="*/ 1776206 h 4486785"/>
                <a:gd name="connsiteX183" fmla="*/ 509132 w 6214371"/>
                <a:gd name="connsiteY183" fmla="*/ 1592701 h 4486785"/>
                <a:gd name="connsiteX184" fmla="*/ 497747 w 6214371"/>
                <a:gd name="connsiteY184" fmla="*/ 1484875 h 4486785"/>
                <a:gd name="connsiteX185" fmla="*/ 416710 w 6214371"/>
                <a:gd name="connsiteY185" fmla="*/ 611552 h 4486785"/>
                <a:gd name="connsiteX186" fmla="*/ 389921 w 6214371"/>
                <a:gd name="connsiteY186" fmla="*/ 111266 h 4486785"/>
                <a:gd name="connsiteX187" fmla="*/ 326966 w 6214371"/>
                <a:gd name="connsiteY187" fmla="*/ 82468 h 4486785"/>
                <a:gd name="connsiteX188" fmla="*/ 245929 w 6214371"/>
                <a:gd name="connsiteY188" fmla="*/ 132028 h 4486785"/>
                <a:gd name="connsiteX189" fmla="*/ 113993 w 6214371"/>
                <a:gd name="connsiteY189" fmla="*/ 837919 h 4486785"/>
                <a:gd name="connsiteX190" fmla="*/ 107966 w 6214371"/>
                <a:gd name="connsiteY190" fmla="*/ 1234398 h 4486785"/>
                <a:gd name="connsiteX191" fmla="*/ 397288 w 6214371"/>
                <a:gd name="connsiteY191" fmla="*/ 1592701 h 4486785"/>
                <a:gd name="connsiteX192" fmla="*/ 509132 w 6214371"/>
                <a:gd name="connsiteY192" fmla="*/ 1592701 h 4486785"/>
                <a:gd name="connsiteX193" fmla="*/ 5190521 w 6214371"/>
                <a:gd name="connsiteY193" fmla="*/ 1187517 h 4486785"/>
                <a:gd name="connsiteX194" fmla="*/ 5218649 w 6214371"/>
                <a:gd name="connsiteY194" fmla="*/ 1172783 h 4486785"/>
                <a:gd name="connsiteX195" fmla="*/ 5302365 w 6214371"/>
                <a:gd name="connsiteY195" fmla="*/ 785681 h 4486785"/>
                <a:gd name="connsiteX196" fmla="*/ 5409521 w 6214371"/>
                <a:gd name="connsiteY196" fmla="*/ 269321 h 4486785"/>
                <a:gd name="connsiteX197" fmla="*/ 5395457 w 6214371"/>
                <a:gd name="connsiteY197" fmla="*/ 75771 h 4486785"/>
                <a:gd name="connsiteX198" fmla="*/ 4915263 w 6214371"/>
                <a:gd name="connsiteY198" fmla="*/ 63715 h 4486785"/>
                <a:gd name="connsiteX199" fmla="*/ 4465207 w 6214371"/>
                <a:gd name="connsiteY199" fmla="*/ 65725 h 4486785"/>
                <a:gd name="connsiteX200" fmla="*/ 4463198 w 6214371"/>
                <a:gd name="connsiteY200" fmla="*/ 83807 h 4486785"/>
                <a:gd name="connsiteX201" fmla="*/ 4476592 w 6214371"/>
                <a:gd name="connsiteY201" fmla="*/ 111936 h 4486785"/>
                <a:gd name="connsiteX202" fmla="*/ 4737116 w 6214371"/>
                <a:gd name="connsiteY202" fmla="*/ 122651 h 4486785"/>
                <a:gd name="connsiteX203" fmla="*/ 5000318 w 6214371"/>
                <a:gd name="connsiteY203" fmla="*/ 136716 h 4486785"/>
                <a:gd name="connsiteX204" fmla="*/ 4903878 w 6214371"/>
                <a:gd name="connsiteY204" fmla="*/ 718708 h 4486785"/>
                <a:gd name="connsiteX205" fmla="*/ 4823511 w 6214371"/>
                <a:gd name="connsiteY205" fmla="*/ 1066296 h 4486785"/>
                <a:gd name="connsiteX206" fmla="*/ 4804758 w 6214371"/>
                <a:gd name="connsiteY206" fmla="*/ 1188856 h 4486785"/>
                <a:gd name="connsiteX207" fmla="*/ 4990942 w 6214371"/>
                <a:gd name="connsiteY207" fmla="*/ 1191535 h 4486785"/>
                <a:gd name="connsiteX208" fmla="*/ 5190521 w 6214371"/>
                <a:gd name="connsiteY208" fmla="*/ 1187517 h 4486785"/>
                <a:gd name="connsiteX209" fmla="*/ 4814134 w 6214371"/>
                <a:gd name="connsiteY209" fmla="*/ 833231 h 4486785"/>
                <a:gd name="connsiteX210" fmla="*/ 4856997 w 6214371"/>
                <a:gd name="connsiteY210" fmla="*/ 634322 h 4486785"/>
                <a:gd name="connsiteX211" fmla="*/ 4772611 w 6214371"/>
                <a:gd name="connsiteY211" fmla="*/ 624946 h 4486785"/>
                <a:gd name="connsiteX212" fmla="*/ 4692244 w 6214371"/>
                <a:gd name="connsiteY212" fmla="*/ 637001 h 4486785"/>
                <a:gd name="connsiteX213" fmla="*/ 4726400 w 6214371"/>
                <a:gd name="connsiteY213" fmla="*/ 839259 h 4486785"/>
                <a:gd name="connsiteX214" fmla="*/ 4768593 w 6214371"/>
                <a:gd name="connsiteY214" fmla="*/ 1036828 h 4486785"/>
                <a:gd name="connsiteX215" fmla="*/ 4814134 w 6214371"/>
                <a:gd name="connsiteY215" fmla="*/ 833231 h 4486785"/>
                <a:gd name="connsiteX216" fmla="*/ 3185359 w 6214371"/>
                <a:gd name="connsiteY216" fmla="*/ 868727 h 4486785"/>
                <a:gd name="connsiteX217" fmla="*/ 3196075 w 6214371"/>
                <a:gd name="connsiteY217" fmla="*/ 860020 h 4486785"/>
                <a:gd name="connsiteX218" fmla="*/ 3072176 w 6214371"/>
                <a:gd name="connsiteY218" fmla="*/ 803094 h 4486785"/>
                <a:gd name="connsiteX219" fmla="*/ 3011230 w 6214371"/>
                <a:gd name="connsiteY219" fmla="*/ 823855 h 4486785"/>
                <a:gd name="connsiteX220" fmla="*/ 3185359 w 6214371"/>
                <a:gd name="connsiteY220" fmla="*/ 868727 h 4486785"/>
                <a:gd name="connsiteX221" fmla="*/ 641068 w 6214371"/>
                <a:gd name="connsiteY221" fmla="*/ 553286 h 4486785"/>
                <a:gd name="connsiteX222" fmla="*/ 758270 w 6214371"/>
                <a:gd name="connsiteY222" fmla="*/ 330267 h 4486785"/>
                <a:gd name="connsiteX223" fmla="*/ 959858 w 6214371"/>
                <a:gd name="connsiteY223" fmla="*/ 213064 h 4486785"/>
                <a:gd name="connsiteX224" fmla="*/ 1044913 w 6214371"/>
                <a:gd name="connsiteY224" fmla="*/ 154129 h 4486785"/>
                <a:gd name="connsiteX225" fmla="*/ 879491 w 6214371"/>
                <a:gd name="connsiteY225" fmla="*/ 182927 h 4486785"/>
                <a:gd name="connsiteX226" fmla="*/ 608251 w 6214371"/>
                <a:gd name="connsiteY226" fmla="*/ 457515 h 4486785"/>
                <a:gd name="connsiteX227" fmla="*/ 593517 w 6214371"/>
                <a:gd name="connsiteY227" fmla="*/ 620928 h 4486785"/>
                <a:gd name="connsiteX228" fmla="*/ 641068 w 6214371"/>
                <a:gd name="connsiteY228" fmla="*/ 553286 h 4486785"/>
                <a:gd name="connsiteX229" fmla="*/ 2788881 w 6214371"/>
                <a:gd name="connsiteY229" fmla="*/ 568689 h 4486785"/>
                <a:gd name="connsiteX230" fmla="*/ 3054093 w 6214371"/>
                <a:gd name="connsiteY230" fmla="*/ 407955 h 4486785"/>
                <a:gd name="connsiteX231" fmla="*/ 3142497 w 6214371"/>
                <a:gd name="connsiteY231" fmla="*/ 249899 h 4486785"/>
                <a:gd name="connsiteX232" fmla="*/ 3096955 w 6214371"/>
                <a:gd name="connsiteY232" fmla="*/ 189624 h 4486785"/>
                <a:gd name="connsiteX233" fmla="*/ 3063469 w 6214371"/>
                <a:gd name="connsiteY233" fmla="*/ 233156 h 4486785"/>
                <a:gd name="connsiteX234" fmla="*/ 2957652 w 6214371"/>
                <a:gd name="connsiteY234" fmla="*/ 394560 h 4486785"/>
                <a:gd name="connsiteX235" fmla="*/ 2789551 w 6214371"/>
                <a:gd name="connsiteY235" fmla="*/ 513102 h 4486785"/>
                <a:gd name="connsiteX236" fmla="*/ 2750707 w 6214371"/>
                <a:gd name="connsiteY236" fmla="*/ 513772 h 4486785"/>
                <a:gd name="connsiteX237" fmla="*/ 2782854 w 6214371"/>
                <a:gd name="connsiteY237" fmla="*/ 447469 h 4486785"/>
                <a:gd name="connsiteX238" fmla="*/ 3004533 w 6214371"/>
                <a:gd name="connsiteY238" fmla="*/ 205028 h 4486785"/>
                <a:gd name="connsiteX239" fmla="*/ 2970377 w 6214371"/>
                <a:gd name="connsiteY239" fmla="*/ 189624 h 4486785"/>
                <a:gd name="connsiteX240" fmla="*/ 2931533 w 6214371"/>
                <a:gd name="connsiteY240" fmla="*/ 189624 h 4486785"/>
                <a:gd name="connsiteX241" fmla="*/ 2908093 w 6214371"/>
                <a:gd name="connsiteY241" fmla="*/ 238514 h 4486785"/>
                <a:gd name="connsiteX242" fmla="*/ 2664312 w 6214371"/>
                <a:gd name="connsiteY242" fmla="*/ 452157 h 4486785"/>
                <a:gd name="connsiteX243" fmla="*/ 2619440 w 6214371"/>
                <a:gd name="connsiteY243" fmla="*/ 444790 h 4486785"/>
                <a:gd name="connsiteX244" fmla="*/ 2664982 w 6214371"/>
                <a:gd name="connsiteY244" fmla="*/ 380496 h 4486785"/>
                <a:gd name="connsiteX245" fmla="*/ 2806294 w 6214371"/>
                <a:gd name="connsiteY245" fmla="*/ 273340 h 4486785"/>
                <a:gd name="connsiteX246" fmla="*/ 2854514 w 6214371"/>
                <a:gd name="connsiteY246" fmla="*/ 192973 h 4486785"/>
                <a:gd name="connsiteX247" fmla="*/ 2812322 w 6214371"/>
                <a:gd name="connsiteY247" fmla="*/ 189624 h 4486785"/>
                <a:gd name="connsiteX248" fmla="*/ 2769459 w 6214371"/>
                <a:gd name="connsiteY248" fmla="*/ 189624 h 4486785"/>
                <a:gd name="connsiteX249" fmla="*/ 2744010 w 6214371"/>
                <a:gd name="connsiteY249" fmla="*/ 227129 h 4486785"/>
                <a:gd name="connsiteX250" fmla="*/ 2687752 w 6214371"/>
                <a:gd name="connsiteY250" fmla="*/ 291422 h 4486785"/>
                <a:gd name="connsiteX251" fmla="*/ 2529027 w 6214371"/>
                <a:gd name="connsiteY251" fmla="*/ 373799 h 4486785"/>
                <a:gd name="connsiteX252" fmla="*/ 2481477 w 6214371"/>
                <a:gd name="connsiteY252" fmla="*/ 318881 h 4486785"/>
                <a:gd name="connsiteX253" fmla="*/ 2525679 w 6214371"/>
                <a:gd name="connsiteY253" fmla="*/ 300129 h 4486785"/>
                <a:gd name="connsiteX254" fmla="*/ 2677037 w 6214371"/>
                <a:gd name="connsiteY254" fmla="*/ 196321 h 4486785"/>
                <a:gd name="connsiteX255" fmla="*/ 2549789 w 6214371"/>
                <a:gd name="connsiteY255" fmla="*/ 189624 h 4486785"/>
                <a:gd name="connsiteX256" fmla="*/ 2381018 w 6214371"/>
                <a:gd name="connsiteY256" fmla="*/ 172211 h 4486785"/>
                <a:gd name="connsiteX257" fmla="*/ 2162017 w 6214371"/>
                <a:gd name="connsiteY257" fmla="*/ 109257 h 4486785"/>
                <a:gd name="connsiteX258" fmla="*/ 2086338 w 6214371"/>
                <a:gd name="connsiteY258" fmla="*/ 123321 h 4486785"/>
                <a:gd name="connsiteX259" fmla="*/ 1996595 w 6214371"/>
                <a:gd name="connsiteY259" fmla="*/ 221101 h 4486785"/>
                <a:gd name="connsiteX260" fmla="*/ 2009319 w 6214371"/>
                <a:gd name="connsiteY260" fmla="*/ 354377 h 4486785"/>
                <a:gd name="connsiteX261" fmla="*/ 2147283 w 6214371"/>
                <a:gd name="connsiteY261" fmla="*/ 470909 h 4486785"/>
                <a:gd name="connsiteX262" fmla="*/ 2788881 w 6214371"/>
                <a:gd name="connsiteY262" fmla="*/ 568689 h 4486785"/>
                <a:gd name="connsiteX263" fmla="*/ 4205353 w 6214371"/>
                <a:gd name="connsiteY263" fmla="*/ 531185 h 4486785"/>
                <a:gd name="connsiteX264" fmla="*/ 4323225 w 6214371"/>
                <a:gd name="connsiteY264" fmla="*/ 390542 h 4486785"/>
                <a:gd name="connsiteX265" fmla="*/ 4368097 w 6214371"/>
                <a:gd name="connsiteY265" fmla="*/ 258606 h 4486785"/>
                <a:gd name="connsiteX266" fmla="*/ 4344656 w 6214371"/>
                <a:gd name="connsiteY266" fmla="*/ 189624 h 4486785"/>
                <a:gd name="connsiteX267" fmla="*/ 4317867 w 6214371"/>
                <a:gd name="connsiteY267" fmla="*/ 224450 h 4486785"/>
                <a:gd name="connsiteX268" fmla="*/ 4190619 w 6214371"/>
                <a:gd name="connsiteY268" fmla="*/ 468900 h 4486785"/>
                <a:gd name="connsiteX269" fmla="*/ 4124316 w 6214371"/>
                <a:gd name="connsiteY269" fmla="*/ 517790 h 4486785"/>
                <a:gd name="connsiteX270" fmla="*/ 4080114 w 6214371"/>
                <a:gd name="connsiteY270" fmla="*/ 484973 h 4486785"/>
                <a:gd name="connsiteX271" fmla="*/ 4117619 w 6214371"/>
                <a:gd name="connsiteY271" fmla="*/ 450148 h 4486785"/>
                <a:gd name="connsiteX272" fmla="*/ 4252234 w 6214371"/>
                <a:gd name="connsiteY272" fmla="*/ 226459 h 4486785"/>
                <a:gd name="connsiteX273" fmla="*/ 4256252 w 6214371"/>
                <a:gd name="connsiteY273" fmla="*/ 189624 h 4486785"/>
                <a:gd name="connsiteX274" fmla="*/ 4219417 w 6214371"/>
                <a:gd name="connsiteY274" fmla="*/ 189624 h 4486785"/>
                <a:gd name="connsiteX275" fmla="*/ 4182582 w 6214371"/>
                <a:gd name="connsiteY275" fmla="*/ 189624 h 4486785"/>
                <a:gd name="connsiteX276" fmla="*/ 4170527 w 6214371"/>
                <a:gd name="connsiteY276" fmla="*/ 221771 h 4486785"/>
                <a:gd name="connsiteX277" fmla="*/ 4077435 w 6214371"/>
                <a:gd name="connsiteY277" fmla="*/ 354377 h 4486785"/>
                <a:gd name="connsiteX278" fmla="*/ 3872499 w 6214371"/>
                <a:gd name="connsiteY278" fmla="*/ 454166 h 4486785"/>
                <a:gd name="connsiteX279" fmla="*/ 3930765 w 6214371"/>
                <a:gd name="connsiteY279" fmla="*/ 380496 h 4486785"/>
                <a:gd name="connsiteX280" fmla="*/ 4092839 w 6214371"/>
                <a:gd name="connsiteY280" fmla="*/ 231817 h 4486785"/>
                <a:gd name="connsiteX281" fmla="*/ 4106903 w 6214371"/>
                <a:gd name="connsiteY281" fmla="*/ 196321 h 4486785"/>
                <a:gd name="connsiteX282" fmla="*/ 4060022 w 6214371"/>
                <a:gd name="connsiteY282" fmla="*/ 189624 h 4486785"/>
                <a:gd name="connsiteX283" fmla="*/ 4005105 w 6214371"/>
                <a:gd name="connsiteY283" fmla="*/ 203688 h 4486785"/>
                <a:gd name="connsiteX284" fmla="*/ 3895939 w 6214371"/>
                <a:gd name="connsiteY284" fmla="*/ 269321 h 4486785"/>
                <a:gd name="connsiteX285" fmla="*/ 3800168 w 6214371"/>
                <a:gd name="connsiteY285" fmla="*/ 286734 h 4486785"/>
                <a:gd name="connsiteX286" fmla="*/ 3653498 w 6214371"/>
                <a:gd name="connsiteY286" fmla="*/ 347680 h 4486785"/>
                <a:gd name="connsiteX287" fmla="*/ 3652828 w 6214371"/>
                <a:gd name="connsiteY287" fmla="*/ 464212 h 4486785"/>
                <a:gd name="connsiteX288" fmla="*/ 3754627 w 6214371"/>
                <a:gd name="connsiteY288" fmla="*/ 543909 h 4486785"/>
                <a:gd name="connsiteX289" fmla="*/ 3976976 w 6214371"/>
                <a:gd name="connsiteY289" fmla="*/ 550607 h 4486785"/>
                <a:gd name="connsiteX290" fmla="*/ 4177894 w 6214371"/>
                <a:gd name="connsiteY290" fmla="*/ 551276 h 4486785"/>
                <a:gd name="connsiteX291" fmla="*/ 4205353 w 6214371"/>
                <a:gd name="connsiteY291" fmla="*/ 531185 h 4486785"/>
                <a:gd name="connsiteX292" fmla="*/ 4366757 w 6214371"/>
                <a:gd name="connsiteY292" fmla="*/ 519799 h 4486785"/>
                <a:gd name="connsiteX293" fmla="*/ 4465877 w 6214371"/>
                <a:gd name="connsiteY293" fmla="*/ 352368 h 4486785"/>
                <a:gd name="connsiteX294" fmla="*/ 4489317 w 6214371"/>
                <a:gd name="connsiteY294" fmla="*/ 192973 h 4486785"/>
                <a:gd name="connsiteX295" fmla="*/ 4464537 w 6214371"/>
                <a:gd name="connsiteY295" fmla="*/ 189624 h 4486785"/>
                <a:gd name="connsiteX296" fmla="*/ 4439088 w 6214371"/>
                <a:gd name="connsiteY296" fmla="*/ 211725 h 4486785"/>
                <a:gd name="connsiteX297" fmla="*/ 4400913 w 6214371"/>
                <a:gd name="connsiteY297" fmla="*/ 373129 h 4486785"/>
                <a:gd name="connsiteX298" fmla="*/ 4291078 w 6214371"/>
                <a:gd name="connsiteY298" fmla="*/ 533194 h 4486785"/>
                <a:gd name="connsiteX299" fmla="*/ 4273665 w 6214371"/>
                <a:gd name="connsiteY299" fmla="*/ 551276 h 4486785"/>
                <a:gd name="connsiteX300" fmla="*/ 4305142 w 6214371"/>
                <a:gd name="connsiteY300" fmla="*/ 551276 h 4486785"/>
                <a:gd name="connsiteX301" fmla="*/ 4366757 w 6214371"/>
                <a:gd name="connsiteY301" fmla="*/ 519799 h 4486785"/>
                <a:gd name="connsiteX302" fmla="*/ 4883116 w 6214371"/>
                <a:gd name="connsiteY302" fmla="*/ 526497 h 4486785"/>
                <a:gd name="connsiteX303" fmla="*/ 4950759 w 6214371"/>
                <a:gd name="connsiteY303" fmla="*/ 206367 h 4486785"/>
                <a:gd name="connsiteX304" fmla="*/ 4950759 w 6214371"/>
                <a:gd name="connsiteY304" fmla="*/ 189624 h 4486785"/>
                <a:gd name="connsiteX305" fmla="*/ 4752520 w 6214371"/>
                <a:gd name="connsiteY305" fmla="*/ 190963 h 4486785"/>
                <a:gd name="connsiteX306" fmla="*/ 4554281 w 6214371"/>
                <a:gd name="connsiteY306" fmla="*/ 192973 h 4486785"/>
                <a:gd name="connsiteX307" fmla="*/ 4550932 w 6214371"/>
                <a:gd name="connsiteY307" fmla="*/ 236505 h 4486785"/>
                <a:gd name="connsiteX308" fmla="*/ 4538207 w 6214371"/>
                <a:gd name="connsiteY308" fmla="*/ 323569 h 4486785"/>
                <a:gd name="connsiteX309" fmla="*/ 4446455 w 6214371"/>
                <a:gd name="connsiteY309" fmla="*/ 519799 h 4486785"/>
                <a:gd name="connsiteX310" fmla="*/ 4421675 w 6214371"/>
                <a:gd name="connsiteY310" fmla="*/ 551276 h 4486785"/>
                <a:gd name="connsiteX311" fmla="*/ 4649382 w 6214371"/>
                <a:gd name="connsiteY311" fmla="*/ 551276 h 4486785"/>
                <a:gd name="connsiteX312" fmla="*/ 4876419 w 6214371"/>
                <a:gd name="connsiteY312" fmla="*/ 551276 h 4486785"/>
                <a:gd name="connsiteX313" fmla="*/ 4883116 w 6214371"/>
                <a:gd name="connsiteY313" fmla="*/ 526497 h 4486785"/>
                <a:gd name="connsiteX314" fmla="*/ 3644792 w 6214371"/>
                <a:gd name="connsiteY314" fmla="*/ 241193 h 4486785"/>
                <a:gd name="connsiteX315" fmla="*/ 3758645 w 6214371"/>
                <a:gd name="connsiteY315" fmla="*/ 223780 h 4486785"/>
                <a:gd name="connsiteX316" fmla="*/ 3550360 w 6214371"/>
                <a:gd name="connsiteY316" fmla="*/ 190963 h 4486785"/>
                <a:gd name="connsiteX317" fmla="*/ 3232910 w 6214371"/>
                <a:gd name="connsiteY317" fmla="*/ 192973 h 4486785"/>
                <a:gd name="connsiteX318" fmla="*/ 3230901 w 6214371"/>
                <a:gd name="connsiteY318" fmla="*/ 211725 h 4486785"/>
                <a:gd name="connsiteX319" fmla="*/ 3250993 w 6214371"/>
                <a:gd name="connsiteY319" fmla="*/ 239854 h 4486785"/>
                <a:gd name="connsiteX320" fmla="*/ 3450571 w 6214371"/>
                <a:gd name="connsiteY320" fmla="*/ 247221 h 4486785"/>
                <a:gd name="connsiteX321" fmla="*/ 3644792 w 6214371"/>
                <a:gd name="connsiteY321" fmla="*/ 241193 h 4486785"/>
                <a:gd name="connsiteX322" fmla="*/ 2829735 w 6214371"/>
                <a:gd name="connsiteY322" fmla="*/ 111266 h 4486785"/>
                <a:gd name="connsiteX323" fmla="*/ 2841790 w 6214371"/>
                <a:gd name="connsiteY323" fmla="*/ 71082 h 4486785"/>
                <a:gd name="connsiteX324" fmla="*/ 2414504 w 6214371"/>
                <a:gd name="connsiteY324" fmla="*/ 70413 h 4486785"/>
                <a:gd name="connsiteX325" fmla="*/ 2407807 w 6214371"/>
                <a:gd name="connsiteY325" fmla="*/ 103229 h 4486785"/>
                <a:gd name="connsiteX326" fmla="*/ 2640872 w 6214371"/>
                <a:gd name="connsiteY326" fmla="*/ 121982 h 4486785"/>
                <a:gd name="connsiteX327" fmla="*/ 2829735 w 6214371"/>
                <a:gd name="connsiteY327" fmla="*/ 111266 h 4486785"/>
                <a:gd name="connsiteX328" fmla="*/ 4380152 w 6214371"/>
                <a:gd name="connsiteY328" fmla="*/ 114615 h 4486785"/>
                <a:gd name="connsiteX329" fmla="*/ 4388188 w 6214371"/>
                <a:gd name="connsiteY329" fmla="*/ 92514 h 4486785"/>
                <a:gd name="connsiteX330" fmla="*/ 4380152 w 6214371"/>
                <a:gd name="connsiteY330" fmla="*/ 70413 h 4486785"/>
                <a:gd name="connsiteX331" fmla="*/ 3664214 w 6214371"/>
                <a:gd name="connsiteY331" fmla="*/ 62376 h 4486785"/>
                <a:gd name="connsiteX332" fmla="*/ 2956983 w 6214371"/>
                <a:gd name="connsiteY332" fmla="*/ 62376 h 4486785"/>
                <a:gd name="connsiteX333" fmla="*/ 2938900 w 6214371"/>
                <a:gd name="connsiteY333" fmla="*/ 79119 h 4486785"/>
                <a:gd name="connsiteX334" fmla="*/ 2926175 w 6214371"/>
                <a:gd name="connsiteY334" fmla="*/ 117963 h 4486785"/>
                <a:gd name="connsiteX335" fmla="*/ 3651489 w 6214371"/>
                <a:gd name="connsiteY335" fmla="*/ 122651 h 4486785"/>
                <a:gd name="connsiteX336" fmla="*/ 4380152 w 6214371"/>
                <a:gd name="connsiteY336" fmla="*/ 114615 h 448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214371" h="4486785">
                  <a:moveTo>
                    <a:pt x="2419192" y="4475205"/>
                  </a:moveTo>
                  <a:cubicBezTo>
                    <a:pt x="2306678" y="4465828"/>
                    <a:pt x="2193494" y="4428324"/>
                    <a:pt x="2107769" y="4372067"/>
                  </a:cubicBezTo>
                  <a:cubicBezTo>
                    <a:pt x="2085668" y="4358002"/>
                    <a:pt x="2044815" y="4323177"/>
                    <a:pt x="2017356" y="4295718"/>
                  </a:cubicBezTo>
                  <a:cubicBezTo>
                    <a:pt x="1977842" y="4256204"/>
                    <a:pt x="1956411" y="4240131"/>
                    <a:pt x="1918906" y="4224057"/>
                  </a:cubicBezTo>
                  <a:cubicBezTo>
                    <a:pt x="1825814" y="4183873"/>
                    <a:pt x="1764869" y="4122259"/>
                    <a:pt x="1718658" y="4023139"/>
                  </a:cubicBezTo>
                  <a:cubicBezTo>
                    <a:pt x="1673117" y="3926029"/>
                    <a:pt x="1656374" y="3756588"/>
                    <a:pt x="1678474" y="3621973"/>
                  </a:cubicBezTo>
                  <a:lnTo>
                    <a:pt x="1687181" y="3568395"/>
                  </a:lnTo>
                  <a:lnTo>
                    <a:pt x="1667759" y="3543615"/>
                  </a:lnTo>
                  <a:cubicBezTo>
                    <a:pt x="1657043" y="3530220"/>
                    <a:pt x="1638961" y="3498743"/>
                    <a:pt x="1627575" y="3473293"/>
                  </a:cubicBezTo>
                  <a:cubicBezTo>
                    <a:pt x="1610162" y="3435789"/>
                    <a:pt x="1606144" y="3417036"/>
                    <a:pt x="1603465" y="3364128"/>
                  </a:cubicBezTo>
                  <a:cubicBezTo>
                    <a:pt x="1600116" y="3286440"/>
                    <a:pt x="1608823" y="3238219"/>
                    <a:pt x="1639630" y="3177944"/>
                  </a:cubicBezTo>
                  <a:cubicBezTo>
                    <a:pt x="1669768" y="3116999"/>
                    <a:pt x="1715309" y="3070788"/>
                    <a:pt x="1771566" y="3042659"/>
                  </a:cubicBezTo>
                  <a:cubicBezTo>
                    <a:pt x="1796346" y="3030604"/>
                    <a:pt x="1816438" y="3019889"/>
                    <a:pt x="1816438" y="3019219"/>
                  </a:cubicBezTo>
                  <a:cubicBezTo>
                    <a:pt x="1816438" y="3017879"/>
                    <a:pt x="1810411" y="2998457"/>
                    <a:pt x="1803044" y="2975017"/>
                  </a:cubicBezTo>
                  <a:cubicBezTo>
                    <a:pt x="1786300" y="2920099"/>
                    <a:pt x="1740089" y="2859154"/>
                    <a:pt x="1692539" y="2827007"/>
                  </a:cubicBezTo>
                  <a:cubicBezTo>
                    <a:pt x="1655704" y="2802897"/>
                    <a:pt x="1551896" y="2765393"/>
                    <a:pt x="1347630" y="2703778"/>
                  </a:cubicBezTo>
                  <a:cubicBezTo>
                    <a:pt x="1119253" y="2635466"/>
                    <a:pt x="947133" y="2542374"/>
                    <a:pt x="812518" y="2415795"/>
                  </a:cubicBezTo>
                  <a:cubicBezTo>
                    <a:pt x="673215" y="2284529"/>
                    <a:pt x="598206" y="2137859"/>
                    <a:pt x="560701" y="1921537"/>
                  </a:cubicBezTo>
                  <a:cubicBezTo>
                    <a:pt x="546637" y="1843179"/>
                    <a:pt x="523866" y="1685123"/>
                    <a:pt x="523866" y="1669720"/>
                  </a:cubicBezTo>
                  <a:cubicBezTo>
                    <a:pt x="523866" y="1667711"/>
                    <a:pt x="497747" y="1665701"/>
                    <a:pt x="464930" y="1665701"/>
                  </a:cubicBezTo>
                  <a:cubicBezTo>
                    <a:pt x="290131" y="1667041"/>
                    <a:pt x="129397" y="1538453"/>
                    <a:pt x="65103" y="1346242"/>
                  </a:cubicBezTo>
                  <a:cubicBezTo>
                    <a:pt x="31617" y="1245113"/>
                    <a:pt x="20231" y="1101792"/>
                    <a:pt x="34965" y="952443"/>
                  </a:cubicBezTo>
                  <a:cubicBezTo>
                    <a:pt x="56397" y="736791"/>
                    <a:pt x="147480" y="211725"/>
                    <a:pt x="179626" y="120642"/>
                  </a:cubicBezTo>
                  <a:cubicBezTo>
                    <a:pt x="184984" y="105908"/>
                    <a:pt x="189003" y="91844"/>
                    <a:pt x="189003" y="88495"/>
                  </a:cubicBezTo>
                  <a:cubicBezTo>
                    <a:pt x="189003" y="85147"/>
                    <a:pt x="150158" y="82468"/>
                    <a:pt x="103278" y="82468"/>
                  </a:cubicBezTo>
                  <a:cubicBezTo>
                    <a:pt x="28268" y="82468"/>
                    <a:pt x="15543" y="81128"/>
                    <a:pt x="6167" y="70413"/>
                  </a:cubicBezTo>
                  <a:cubicBezTo>
                    <a:pt x="-9237" y="53670"/>
                    <a:pt x="-7897" y="38266"/>
                    <a:pt x="9516" y="26211"/>
                  </a:cubicBezTo>
                  <a:cubicBezTo>
                    <a:pt x="22910" y="16835"/>
                    <a:pt x="144801" y="15495"/>
                    <a:pt x="1174840" y="15495"/>
                  </a:cubicBezTo>
                  <a:cubicBezTo>
                    <a:pt x="2175412" y="15495"/>
                    <a:pt x="2330118" y="14156"/>
                    <a:pt x="2363605" y="5449"/>
                  </a:cubicBezTo>
                  <a:cubicBezTo>
                    <a:pt x="2397091" y="-3257"/>
                    <a:pt x="2589303" y="-4597"/>
                    <a:pt x="3891251" y="-4597"/>
                  </a:cubicBezTo>
                  <a:lnTo>
                    <a:pt x="5380723" y="-4597"/>
                  </a:lnTo>
                  <a:lnTo>
                    <a:pt x="5422916" y="12146"/>
                  </a:lnTo>
                  <a:cubicBezTo>
                    <a:pt x="5456402" y="25541"/>
                    <a:pt x="5468457" y="27550"/>
                    <a:pt x="5482522" y="22192"/>
                  </a:cubicBezTo>
                  <a:cubicBezTo>
                    <a:pt x="5493907" y="18174"/>
                    <a:pt x="5613788" y="15495"/>
                    <a:pt x="5803990" y="15495"/>
                  </a:cubicBezTo>
                  <a:cubicBezTo>
                    <a:pt x="6089294" y="15495"/>
                    <a:pt x="6108046" y="16165"/>
                    <a:pt x="6118092" y="27550"/>
                  </a:cubicBezTo>
                  <a:cubicBezTo>
                    <a:pt x="6133496" y="44293"/>
                    <a:pt x="6132156" y="59697"/>
                    <a:pt x="6114743" y="71752"/>
                  </a:cubicBezTo>
                  <a:cubicBezTo>
                    <a:pt x="6102019" y="81128"/>
                    <a:pt x="6061835" y="82468"/>
                    <a:pt x="5817385" y="82468"/>
                  </a:cubicBezTo>
                  <a:cubicBezTo>
                    <a:pt x="5558201" y="82468"/>
                    <a:pt x="5534090" y="83137"/>
                    <a:pt x="5521366" y="94523"/>
                  </a:cubicBezTo>
                  <a:cubicBezTo>
                    <a:pt x="5511320" y="102560"/>
                    <a:pt x="5503953" y="126000"/>
                    <a:pt x="5493237" y="179578"/>
                  </a:cubicBezTo>
                  <a:cubicBezTo>
                    <a:pt x="5485200" y="220431"/>
                    <a:pt x="5465109" y="314193"/>
                    <a:pt x="5449035" y="389203"/>
                  </a:cubicBezTo>
                  <a:cubicBezTo>
                    <a:pt x="5432962" y="464212"/>
                    <a:pt x="5419567" y="531185"/>
                    <a:pt x="5419567" y="537882"/>
                  </a:cubicBezTo>
                  <a:cubicBezTo>
                    <a:pt x="5419567" y="549937"/>
                    <a:pt x="5431622" y="550607"/>
                    <a:pt x="5669375" y="552616"/>
                  </a:cubicBezTo>
                  <a:cubicBezTo>
                    <a:pt x="5917174" y="554625"/>
                    <a:pt x="5918514" y="554625"/>
                    <a:pt x="5939945" y="570029"/>
                  </a:cubicBezTo>
                  <a:cubicBezTo>
                    <a:pt x="5953339" y="579405"/>
                    <a:pt x="5964055" y="594809"/>
                    <a:pt x="5968073" y="610212"/>
                  </a:cubicBezTo>
                  <a:cubicBezTo>
                    <a:pt x="5972092" y="623607"/>
                    <a:pt x="6014284" y="909580"/>
                    <a:pt x="6061835" y="1244443"/>
                  </a:cubicBezTo>
                  <a:cubicBezTo>
                    <a:pt x="6184395" y="2100354"/>
                    <a:pt x="6209845" y="2287877"/>
                    <a:pt x="6209845" y="2324043"/>
                  </a:cubicBezTo>
                  <a:cubicBezTo>
                    <a:pt x="6209845" y="2359538"/>
                    <a:pt x="6197120" y="2383648"/>
                    <a:pt x="6173679" y="2393025"/>
                  </a:cubicBezTo>
                  <a:cubicBezTo>
                    <a:pt x="6150909" y="2401731"/>
                    <a:pt x="3859774" y="2403070"/>
                    <a:pt x="3838343" y="2394364"/>
                  </a:cubicBezTo>
                  <a:cubicBezTo>
                    <a:pt x="3809544" y="2382979"/>
                    <a:pt x="3777398" y="2351501"/>
                    <a:pt x="3764673" y="2322703"/>
                  </a:cubicBezTo>
                  <a:cubicBezTo>
                    <a:pt x="3749939" y="2289217"/>
                    <a:pt x="3758645" y="2349492"/>
                    <a:pt x="3644792" y="1522380"/>
                  </a:cubicBezTo>
                  <a:cubicBezTo>
                    <a:pt x="3591883" y="1137287"/>
                    <a:pt x="3550360" y="848635"/>
                    <a:pt x="3543663" y="814479"/>
                  </a:cubicBezTo>
                  <a:cubicBezTo>
                    <a:pt x="3535626" y="773626"/>
                    <a:pt x="3537635" y="774295"/>
                    <a:pt x="3458608" y="789029"/>
                  </a:cubicBezTo>
                  <a:cubicBezTo>
                    <a:pt x="3397663" y="801084"/>
                    <a:pt x="3341406" y="818497"/>
                    <a:pt x="3271754" y="847296"/>
                  </a:cubicBezTo>
                  <a:cubicBezTo>
                    <a:pt x="3227552" y="866048"/>
                    <a:pt x="3222864" y="870066"/>
                    <a:pt x="3222864" y="886140"/>
                  </a:cubicBezTo>
                  <a:cubicBezTo>
                    <a:pt x="3222864" y="927663"/>
                    <a:pt x="3120396" y="1553187"/>
                    <a:pt x="3088249" y="1708564"/>
                  </a:cubicBezTo>
                  <a:cubicBezTo>
                    <a:pt x="3019937" y="2037400"/>
                    <a:pt x="2926175" y="2224253"/>
                    <a:pt x="2776156" y="2327391"/>
                  </a:cubicBezTo>
                  <a:cubicBezTo>
                    <a:pt x="2760083" y="2338107"/>
                    <a:pt x="2747358" y="2348823"/>
                    <a:pt x="2747358" y="2352171"/>
                  </a:cubicBezTo>
                  <a:cubicBezTo>
                    <a:pt x="2747358" y="2354850"/>
                    <a:pt x="2761422" y="2364226"/>
                    <a:pt x="2778166" y="2372263"/>
                  </a:cubicBezTo>
                  <a:cubicBezTo>
                    <a:pt x="2827725" y="2397043"/>
                    <a:pt x="2910771" y="2463346"/>
                    <a:pt x="2961001" y="2518263"/>
                  </a:cubicBezTo>
                  <a:cubicBezTo>
                    <a:pt x="3078203" y="2645511"/>
                    <a:pt x="3153882" y="2798879"/>
                    <a:pt x="3208800" y="3023237"/>
                  </a:cubicBezTo>
                  <a:cubicBezTo>
                    <a:pt x="3255681" y="3214779"/>
                    <a:pt x="3286488" y="3433110"/>
                    <a:pt x="3295194" y="3638716"/>
                  </a:cubicBezTo>
                  <a:lnTo>
                    <a:pt x="3299883" y="3755918"/>
                  </a:lnTo>
                  <a:lnTo>
                    <a:pt x="3316626" y="3759936"/>
                  </a:lnTo>
                  <a:cubicBezTo>
                    <a:pt x="3326002" y="3762615"/>
                    <a:pt x="3355470" y="3767973"/>
                    <a:pt x="3382259" y="3771992"/>
                  </a:cubicBezTo>
                  <a:cubicBezTo>
                    <a:pt x="3435167" y="3780028"/>
                    <a:pt x="3472672" y="3796102"/>
                    <a:pt x="3494103" y="3819542"/>
                  </a:cubicBezTo>
                  <a:cubicBezTo>
                    <a:pt x="3504149" y="3830258"/>
                    <a:pt x="3507498" y="3843652"/>
                    <a:pt x="3506828" y="3869772"/>
                  </a:cubicBezTo>
                  <a:cubicBezTo>
                    <a:pt x="3506158" y="3938753"/>
                    <a:pt x="3454589" y="3993001"/>
                    <a:pt x="3348103" y="4037873"/>
                  </a:cubicBezTo>
                  <a:cubicBezTo>
                    <a:pt x="3323323" y="4048589"/>
                    <a:pt x="3302561" y="4059974"/>
                    <a:pt x="3301892" y="4063992"/>
                  </a:cubicBezTo>
                  <a:cubicBezTo>
                    <a:pt x="3301222" y="4067341"/>
                    <a:pt x="3318635" y="4082745"/>
                    <a:pt x="3340066" y="4097479"/>
                  </a:cubicBezTo>
                  <a:cubicBezTo>
                    <a:pt x="3382259" y="4126947"/>
                    <a:pt x="3410387" y="4162442"/>
                    <a:pt x="3410387" y="4184543"/>
                  </a:cubicBezTo>
                  <a:cubicBezTo>
                    <a:pt x="3410387" y="4211332"/>
                    <a:pt x="3395653" y="4221378"/>
                    <a:pt x="3346763" y="4228745"/>
                  </a:cubicBezTo>
                  <a:cubicBezTo>
                    <a:pt x="3260369" y="4240800"/>
                    <a:pt x="3184020" y="4266920"/>
                    <a:pt x="2941579" y="4368718"/>
                  </a:cubicBezTo>
                  <a:cubicBezTo>
                    <a:pt x="2843799" y="4409571"/>
                    <a:pt x="2741331" y="4445067"/>
                    <a:pt x="2681725" y="4459131"/>
                  </a:cubicBezTo>
                  <a:cubicBezTo>
                    <a:pt x="2646229" y="4467838"/>
                    <a:pt x="2497550" y="4484581"/>
                    <a:pt x="2486165" y="4481902"/>
                  </a:cubicBezTo>
                  <a:cubicBezTo>
                    <a:pt x="2484156" y="4481232"/>
                    <a:pt x="2454018" y="4478553"/>
                    <a:pt x="2419192" y="4475205"/>
                  </a:cubicBezTo>
                  <a:close/>
                  <a:moveTo>
                    <a:pt x="2315385" y="3916652"/>
                  </a:moveTo>
                  <a:cubicBezTo>
                    <a:pt x="2370972" y="3871781"/>
                    <a:pt x="2455357" y="3839634"/>
                    <a:pt x="2519651" y="3839634"/>
                  </a:cubicBezTo>
                  <a:cubicBezTo>
                    <a:pt x="2536394" y="3839634"/>
                    <a:pt x="2581936" y="3844322"/>
                    <a:pt x="2622119" y="3851019"/>
                  </a:cubicBezTo>
                  <a:cubicBezTo>
                    <a:pt x="2705835" y="3864414"/>
                    <a:pt x="2741331" y="3861065"/>
                    <a:pt x="2904744" y="3826239"/>
                  </a:cubicBezTo>
                  <a:cubicBezTo>
                    <a:pt x="2960331" y="3814184"/>
                    <a:pt x="3054763" y="3794762"/>
                    <a:pt x="3115038" y="3782707"/>
                  </a:cubicBezTo>
                  <a:cubicBezTo>
                    <a:pt x="3175313" y="3769982"/>
                    <a:pt x="3227552" y="3756588"/>
                    <a:pt x="3230901" y="3751230"/>
                  </a:cubicBezTo>
                  <a:cubicBezTo>
                    <a:pt x="3242286" y="3735157"/>
                    <a:pt x="3226882" y="3514147"/>
                    <a:pt x="3202102" y="3337339"/>
                  </a:cubicBezTo>
                  <a:cubicBezTo>
                    <a:pt x="3167946" y="3088201"/>
                    <a:pt x="3111689" y="2887283"/>
                    <a:pt x="3038689" y="2749989"/>
                  </a:cubicBezTo>
                  <a:cubicBezTo>
                    <a:pt x="2989129" y="2656897"/>
                    <a:pt x="2961671" y="2620062"/>
                    <a:pt x="2885322" y="2543713"/>
                  </a:cubicBezTo>
                  <a:cubicBezTo>
                    <a:pt x="2827056" y="2485447"/>
                    <a:pt x="2799597" y="2464016"/>
                    <a:pt x="2757404" y="2441915"/>
                  </a:cubicBezTo>
                  <a:cubicBezTo>
                    <a:pt x="2690431" y="2407089"/>
                    <a:pt x="2638193" y="2393025"/>
                    <a:pt x="2575908" y="2393025"/>
                  </a:cubicBezTo>
                  <a:cubicBezTo>
                    <a:pt x="2537064" y="2393025"/>
                    <a:pt x="2525009" y="2395703"/>
                    <a:pt x="2509605" y="2407089"/>
                  </a:cubicBezTo>
                  <a:cubicBezTo>
                    <a:pt x="2494871" y="2419144"/>
                    <a:pt x="2483486" y="2421823"/>
                    <a:pt x="2443972" y="2420483"/>
                  </a:cubicBezTo>
                  <a:cubicBezTo>
                    <a:pt x="2401110" y="2419814"/>
                    <a:pt x="2390394" y="2421823"/>
                    <a:pt x="2347531" y="2442584"/>
                  </a:cubicBezTo>
                  <a:cubicBezTo>
                    <a:pt x="2244393" y="2492144"/>
                    <a:pt x="2159338" y="2567153"/>
                    <a:pt x="2093705" y="2664934"/>
                  </a:cubicBezTo>
                  <a:cubicBezTo>
                    <a:pt x="2057540" y="2719181"/>
                    <a:pt x="2010659" y="2812273"/>
                    <a:pt x="2010659" y="2829686"/>
                  </a:cubicBezTo>
                  <a:cubicBezTo>
                    <a:pt x="2010659" y="2843081"/>
                    <a:pt x="1991237" y="2868530"/>
                    <a:pt x="1981191" y="2868530"/>
                  </a:cubicBezTo>
                  <a:cubicBezTo>
                    <a:pt x="1975833" y="2868530"/>
                    <a:pt x="1965117" y="2863173"/>
                    <a:pt x="1957081" y="2856475"/>
                  </a:cubicBezTo>
                  <a:cubicBezTo>
                    <a:pt x="1942347" y="2844420"/>
                    <a:pt x="1941677" y="2842411"/>
                    <a:pt x="1949714" y="2810934"/>
                  </a:cubicBezTo>
                  <a:cubicBezTo>
                    <a:pt x="1961769" y="2764053"/>
                    <a:pt x="2003292" y="2677658"/>
                    <a:pt x="2042136" y="2620062"/>
                  </a:cubicBezTo>
                  <a:cubicBezTo>
                    <a:pt x="2111118" y="2518263"/>
                    <a:pt x="2198852" y="2439236"/>
                    <a:pt x="2299311" y="2388336"/>
                  </a:cubicBezTo>
                  <a:cubicBezTo>
                    <a:pt x="2324761" y="2375612"/>
                    <a:pt x="2345522" y="2362217"/>
                    <a:pt x="2345522" y="2359538"/>
                  </a:cubicBezTo>
                  <a:cubicBezTo>
                    <a:pt x="2345522" y="2356190"/>
                    <a:pt x="2320742" y="2336098"/>
                    <a:pt x="2290605" y="2313997"/>
                  </a:cubicBezTo>
                  <a:cubicBezTo>
                    <a:pt x="2259797" y="2292566"/>
                    <a:pt x="2235017" y="2270465"/>
                    <a:pt x="2235017" y="2265107"/>
                  </a:cubicBezTo>
                  <a:cubicBezTo>
                    <a:pt x="2235017" y="2249703"/>
                    <a:pt x="2281898" y="2256400"/>
                    <a:pt x="2326100" y="2279171"/>
                  </a:cubicBezTo>
                  <a:cubicBezTo>
                    <a:pt x="2371642" y="2301942"/>
                    <a:pt x="2377669" y="2303281"/>
                    <a:pt x="2364944" y="2287877"/>
                  </a:cubicBezTo>
                  <a:cubicBezTo>
                    <a:pt x="2347531" y="2267116"/>
                    <a:pt x="2278550" y="2226932"/>
                    <a:pt x="2246403" y="2219565"/>
                  </a:cubicBezTo>
                  <a:cubicBezTo>
                    <a:pt x="2131879" y="2192107"/>
                    <a:pt x="1888769" y="2332749"/>
                    <a:pt x="1770897" y="2494823"/>
                  </a:cubicBezTo>
                  <a:cubicBezTo>
                    <a:pt x="1724686" y="2557777"/>
                    <a:pt x="1688520" y="2638814"/>
                    <a:pt x="1678474" y="2700429"/>
                  </a:cubicBezTo>
                  <a:lnTo>
                    <a:pt x="1674456" y="2726548"/>
                  </a:lnTo>
                  <a:lnTo>
                    <a:pt x="1719998" y="2756016"/>
                  </a:lnTo>
                  <a:cubicBezTo>
                    <a:pt x="1745447" y="2772759"/>
                    <a:pt x="1774245" y="2794860"/>
                    <a:pt x="1783622" y="2805576"/>
                  </a:cubicBezTo>
                  <a:cubicBezTo>
                    <a:pt x="1830502" y="2857145"/>
                    <a:pt x="1868677" y="2931485"/>
                    <a:pt x="1880062" y="2991090"/>
                  </a:cubicBezTo>
                  <a:cubicBezTo>
                    <a:pt x="1884750" y="3013861"/>
                    <a:pt x="1887429" y="3016540"/>
                    <a:pt x="1914888" y="3023907"/>
                  </a:cubicBezTo>
                  <a:cubicBezTo>
                    <a:pt x="1950383" y="3032613"/>
                    <a:pt x="1997264" y="3073467"/>
                    <a:pt x="1997264" y="3095568"/>
                  </a:cubicBezTo>
                  <a:cubicBezTo>
                    <a:pt x="1997264" y="3104274"/>
                    <a:pt x="1991237" y="3112981"/>
                    <a:pt x="1981191" y="3117669"/>
                  </a:cubicBezTo>
                  <a:cubicBezTo>
                    <a:pt x="1967127" y="3123696"/>
                    <a:pt x="1960429" y="3122357"/>
                    <a:pt x="1938998" y="3109632"/>
                  </a:cubicBezTo>
                  <a:cubicBezTo>
                    <a:pt x="1924264" y="3100926"/>
                    <a:pt x="1897475" y="3092889"/>
                    <a:pt x="1875374" y="3090880"/>
                  </a:cubicBezTo>
                  <a:cubicBezTo>
                    <a:pt x="1822466" y="3086192"/>
                    <a:pt x="1774245" y="3110302"/>
                    <a:pt x="1733392" y="3160531"/>
                  </a:cubicBezTo>
                  <a:cubicBezTo>
                    <a:pt x="1687181" y="3216788"/>
                    <a:pt x="1672447" y="3260320"/>
                    <a:pt x="1672447" y="3340688"/>
                  </a:cubicBezTo>
                  <a:cubicBezTo>
                    <a:pt x="1672447" y="3419046"/>
                    <a:pt x="1683832" y="3447174"/>
                    <a:pt x="1730043" y="3486688"/>
                  </a:cubicBezTo>
                  <a:cubicBezTo>
                    <a:pt x="1777594" y="3527541"/>
                    <a:pt x="1834521" y="3532229"/>
                    <a:pt x="1897475" y="3500752"/>
                  </a:cubicBezTo>
                  <a:cubicBezTo>
                    <a:pt x="1935649" y="3482000"/>
                    <a:pt x="1961099" y="3453202"/>
                    <a:pt x="1981861" y="3404312"/>
                  </a:cubicBezTo>
                  <a:cubicBezTo>
                    <a:pt x="2005971" y="3349394"/>
                    <a:pt x="2007310" y="3347385"/>
                    <a:pt x="2026063" y="3345376"/>
                  </a:cubicBezTo>
                  <a:cubicBezTo>
                    <a:pt x="2046154" y="3342697"/>
                    <a:pt x="2047494" y="3344706"/>
                    <a:pt x="2070934" y="3421055"/>
                  </a:cubicBezTo>
                  <a:cubicBezTo>
                    <a:pt x="2078301" y="3447174"/>
                    <a:pt x="2107100" y="3507450"/>
                    <a:pt x="2134558" y="3555000"/>
                  </a:cubicBezTo>
                  <a:cubicBezTo>
                    <a:pt x="2194164" y="3660147"/>
                    <a:pt x="2209568" y="3707698"/>
                    <a:pt x="2221623" y="3827579"/>
                  </a:cubicBezTo>
                  <a:cubicBezTo>
                    <a:pt x="2231669" y="3920001"/>
                    <a:pt x="2235017" y="3936744"/>
                    <a:pt x="2247072" y="3952148"/>
                  </a:cubicBezTo>
                  <a:cubicBezTo>
                    <a:pt x="2254439" y="3961524"/>
                    <a:pt x="2267834" y="3954827"/>
                    <a:pt x="2315385" y="3916652"/>
                  </a:cubicBezTo>
                  <a:close/>
                  <a:moveTo>
                    <a:pt x="4004435" y="2314667"/>
                  </a:moveTo>
                  <a:cubicBezTo>
                    <a:pt x="4001756" y="2300602"/>
                    <a:pt x="3989701" y="2210859"/>
                    <a:pt x="3976306" y="2115088"/>
                  </a:cubicBezTo>
                  <a:cubicBezTo>
                    <a:pt x="3962912" y="2019317"/>
                    <a:pt x="3910003" y="1646279"/>
                    <a:pt x="3859104" y="1285966"/>
                  </a:cubicBezTo>
                  <a:cubicBezTo>
                    <a:pt x="3807535" y="925654"/>
                    <a:pt x="3765343" y="630304"/>
                    <a:pt x="3765343" y="628295"/>
                  </a:cubicBezTo>
                  <a:cubicBezTo>
                    <a:pt x="3765343" y="626955"/>
                    <a:pt x="3736544" y="611552"/>
                    <a:pt x="3701718" y="594809"/>
                  </a:cubicBezTo>
                  <a:cubicBezTo>
                    <a:pt x="3666893" y="578065"/>
                    <a:pt x="3638094" y="561322"/>
                    <a:pt x="3638094" y="557974"/>
                  </a:cubicBezTo>
                  <a:cubicBezTo>
                    <a:pt x="3638094" y="541900"/>
                    <a:pt x="3617333" y="553955"/>
                    <a:pt x="3605948" y="576726"/>
                  </a:cubicBezTo>
                  <a:cubicBezTo>
                    <a:pt x="3584516" y="618249"/>
                    <a:pt x="3583847" y="634322"/>
                    <a:pt x="3597911" y="726745"/>
                  </a:cubicBezTo>
                  <a:cubicBezTo>
                    <a:pt x="3610636" y="815149"/>
                    <a:pt x="3659526" y="1158718"/>
                    <a:pt x="3711764" y="1535774"/>
                  </a:cubicBezTo>
                  <a:cubicBezTo>
                    <a:pt x="3726498" y="1644270"/>
                    <a:pt x="3751278" y="1819069"/>
                    <a:pt x="3766012" y="1924216"/>
                  </a:cubicBezTo>
                  <a:cubicBezTo>
                    <a:pt x="3780746" y="2029363"/>
                    <a:pt x="3797489" y="2149914"/>
                    <a:pt x="3802847" y="2192107"/>
                  </a:cubicBezTo>
                  <a:cubicBezTo>
                    <a:pt x="3820260" y="2322034"/>
                    <a:pt x="3837003" y="2339446"/>
                    <a:pt x="3945499" y="2339446"/>
                  </a:cubicBezTo>
                  <a:lnTo>
                    <a:pt x="4008453" y="2339446"/>
                  </a:lnTo>
                  <a:lnTo>
                    <a:pt x="4004435" y="2314667"/>
                  </a:lnTo>
                  <a:close/>
                  <a:moveTo>
                    <a:pt x="6145551" y="2332079"/>
                  </a:moveTo>
                  <a:cubicBezTo>
                    <a:pt x="6150909" y="2326722"/>
                    <a:pt x="6112734" y="2045436"/>
                    <a:pt x="5998881" y="1254489"/>
                  </a:cubicBezTo>
                  <a:cubicBezTo>
                    <a:pt x="5927890" y="762910"/>
                    <a:pt x="5909137" y="638341"/>
                    <a:pt x="5905119" y="631644"/>
                  </a:cubicBezTo>
                  <a:cubicBezTo>
                    <a:pt x="5900431" y="623607"/>
                    <a:pt x="5408852" y="622267"/>
                    <a:pt x="5403494" y="630304"/>
                  </a:cubicBezTo>
                  <a:cubicBezTo>
                    <a:pt x="5402154" y="632983"/>
                    <a:pt x="5372686" y="764919"/>
                    <a:pt x="5339200" y="922975"/>
                  </a:cubicBezTo>
                  <a:cubicBezTo>
                    <a:pt x="5305714" y="1081030"/>
                    <a:pt x="5272897" y="1219664"/>
                    <a:pt x="5266870" y="1230379"/>
                  </a:cubicBezTo>
                  <a:cubicBezTo>
                    <a:pt x="5258833" y="1244443"/>
                    <a:pt x="5247448" y="1252480"/>
                    <a:pt x="5232044" y="1255829"/>
                  </a:cubicBezTo>
                  <a:cubicBezTo>
                    <a:pt x="5204585" y="1261856"/>
                    <a:pt x="4826190" y="1260517"/>
                    <a:pt x="4784666" y="1253820"/>
                  </a:cubicBezTo>
                  <a:cubicBezTo>
                    <a:pt x="4728409" y="1245783"/>
                    <a:pt x="4739795" y="1285966"/>
                    <a:pt x="4655409" y="793048"/>
                  </a:cubicBezTo>
                  <a:cubicBezTo>
                    <a:pt x="4640675" y="706653"/>
                    <a:pt x="4627281" y="632983"/>
                    <a:pt x="4625272" y="630304"/>
                  </a:cubicBezTo>
                  <a:cubicBezTo>
                    <a:pt x="4623262" y="627625"/>
                    <a:pt x="4444445" y="624946"/>
                    <a:pt x="4226784" y="624946"/>
                  </a:cubicBezTo>
                  <a:cubicBezTo>
                    <a:pt x="3891921" y="624946"/>
                    <a:pt x="3832315" y="626286"/>
                    <a:pt x="3832315" y="634322"/>
                  </a:cubicBezTo>
                  <a:cubicBezTo>
                    <a:pt x="3832315" y="644368"/>
                    <a:pt x="3940811" y="1415893"/>
                    <a:pt x="3969609" y="1609444"/>
                  </a:cubicBezTo>
                  <a:cubicBezTo>
                    <a:pt x="3990371" y="1749417"/>
                    <a:pt x="4050646" y="2182730"/>
                    <a:pt x="4060022" y="2262428"/>
                  </a:cubicBezTo>
                  <a:cubicBezTo>
                    <a:pt x="4064041" y="2295914"/>
                    <a:pt x="4068729" y="2326722"/>
                    <a:pt x="4070738" y="2331410"/>
                  </a:cubicBezTo>
                  <a:cubicBezTo>
                    <a:pt x="4072747" y="2338777"/>
                    <a:pt x="4255582" y="2340116"/>
                    <a:pt x="5107475" y="2338107"/>
                  </a:cubicBezTo>
                  <a:cubicBezTo>
                    <a:pt x="5676073" y="2336768"/>
                    <a:pt x="6143542" y="2334089"/>
                    <a:pt x="6145551" y="2332079"/>
                  </a:cubicBezTo>
                  <a:close/>
                  <a:moveTo>
                    <a:pt x="1332896" y="1936941"/>
                  </a:moveTo>
                  <a:cubicBezTo>
                    <a:pt x="1344281" y="1916179"/>
                    <a:pt x="1340263" y="1764151"/>
                    <a:pt x="1318162" y="1358297"/>
                  </a:cubicBezTo>
                  <a:cubicBezTo>
                    <a:pt x="1286015" y="780323"/>
                    <a:pt x="1286684" y="817158"/>
                    <a:pt x="1306776" y="809121"/>
                  </a:cubicBezTo>
                  <a:cubicBezTo>
                    <a:pt x="1312804" y="806442"/>
                    <a:pt x="1357006" y="797736"/>
                    <a:pt x="1404556" y="789029"/>
                  </a:cubicBezTo>
                  <a:cubicBezTo>
                    <a:pt x="1564621" y="760231"/>
                    <a:pt x="1854613" y="685891"/>
                    <a:pt x="1950383" y="649726"/>
                  </a:cubicBezTo>
                  <a:cubicBezTo>
                    <a:pt x="2009319" y="627625"/>
                    <a:pt x="2064237" y="600166"/>
                    <a:pt x="2083659" y="584093"/>
                  </a:cubicBezTo>
                  <a:cubicBezTo>
                    <a:pt x="2097723" y="572708"/>
                    <a:pt x="2098393" y="569359"/>
                    <a:pt x="2090356" y="564001"/>
                  </a:cubicBezTo>
                  <a:cubicBezTo>
                    <a:pt x="2066916" y="548597"/>
                    <a:pt x="2047494" y="551276"/>
                    <a:pt x="1938998" y="586772"/>
                  </a:cubicBezTo>
                  <a:cubicBezTo>
                    <a:pt x="1774915" y="641020"/>
                    <a:pt x="1560603" y="697947"/>
                    <a:pt x="1317492" y="752864"/>
                  </a:cubicBezTo>
                  <a:cubicBezTo>
                    <a:pt x="1245161" y="769607"/>
                    <a:pt x="1174840" y="770277"/>
                    <a:pt x="1106528" y="756213"/>
                  </a:cubicBezTo>
                  <a:cubicBezTo>
                    <a:pt x="1079069" y="750185"/>
                    <a:pt x="1041564" y="745497"/>
                    <a:pt x="1024152" y="745497"/>
                  </a:cubicBezTo>
                  <a:cubicBezTo>
                    <a:pt x="994684" y="745497"/>
                    <a:pt x="992674" y="746167"/>
                    <a:pt x="999372" y="758892"/>
                  </a:cubicBezTo>
                  <a:cubicBezTo>
                    <a:pt x="1015445" y="789699"/>
                    <a:pt x="1099831" y="823185"/>
                    <a:pt x="1180198" y="831222"/>
                  </a:cubicBezTo>
                  <a:lnTo>
                    <a:pt x="1230427" y="835910"/>
                  </a:lnTo>
                  <a:lnTo>
                    <a:pt x="1234446" y="889488"/>
                  </a:lnTo>
                  <a:cubicBezTo>
                    <a:pt x="1237125" y="918956"/>
                    <a:pt x="1242482" y="1015397"/>
                    <a:pt x="1247171" y="1103801"/>
                  </a:cubicBezTo>
                  <a:cubicBezTo>
                    <a:pt x="1251189" y="1192205"/>
                    <a:pt x="1257216" y="1313425"/>
                    <a:pt x="1260565" y="1372361"/>
                  </a:cubicBezTo>
                  <a:cubicBezTo>
                    <a:pt x="1263914" y="1431967"/>
                    <a:pt x="1271281" y="1577967"/>
                    <a:pt x="1277308" y="1697179"/>
                  </a:cubicBezTo>
                  <a:cubicBezTo>
                    <a:pt x="1284675" y="1855234"/>
                    <a:pt x="1290703" y="1920198"/>
                    <a:pt x="1298070" y="1936271"/>
                  </a:cubicBezTo>
                  <a:cubicBezTo>
                    <a:pt x="1308785" y="1961051"/>
                    <a:pt x="1319501" y="1961721"/>
                    <a:pt x="1332896" y="1936941"/>
                  </a:cubicBezTo>
                  <a:close/>
                  <a:moveTo>
                    <a:pt x="2786202" y="1776206"/>
                  </a:moveTo>
                  <a:cubicBezTo>
                    <a:pt x="2788881" y="1732004"/>
                    <a:pt x="2780844" y="1665032"/>
                    <a:pt x="2747358" y="1442013"/>
                  </a:cubicBezTo>
                  <a:cubicBezTo>
                    <a:pt x="2672349" y="951773"/>
                    <a:pt x="2638862" y="751525"/>
                    <a:pt x="2624128" y="701295"/>
                  </a:cubicBezTo>
                  <a:cubicBezTo>
                    <a:pt x="2612743" y="664460"/>
                    <a:pt x="2584615" y="628295"/>
                    <a:pt x="2572560" y="635662"/>
                  </a:cubicBezTo>
                  <a:cubicBezTo>
                    <a:pt x="2563853" y="641020"/>
                    <a:pt x="2561844" y="624946"/>
                    <a:pt x="2620110" y="986599"/>
                  </a:cubicBezTo>
                  <a:cubicBezTo>
                    <a:pt x="2645560" y="1143315"/>
                    <a:pt x="2678376" y="1349590"/>
                    <a:pt x="2693780" y="1445361"/>
                  </a:cubicBezTo>
                  <a:cubicBezTo>
                    <a:pt x="2726597" y="1648289"/>
                    <a:pt x="2750707" y="1775537"/>
                    <a:pt x="2762092" y="1800316"/>
                  </a:cubicBezTo>
                  <a:cubicBezTo>
                    <a:pt x="2774147" y="1826436"/>
                    <a:pt x="2784193" y="1817060"/>
                    <a:pt x="2786202" y="1776206"/>
                  </a:cubicBezTo>
                  <a:close/>
                  <a:moveTo>
                    <a:pt x="509132" y="1592701"/>
                  </a:moveTo>
                  <a:cubicBezTo>
                    <a:pt x="510471" y="1592032"/>
                    <a:pt x="505114" y="1543141"/>
                    <a:pt x="497747" y="1484875"/>
                  </a:cubicBezTo>
                  <a:cubicBezTo>
                    <a:pt x="468279" y="1254489"/>
                    <a:pt x="430774" y="846626"/>
                    <a:pt x="416710" y="611552"/>
                  </a:cubicBezTo>
                  <a:cubicBezTo>
                    <a:pt x="409343" y="486313"/>
                    <a:pt x="389921" y="124661"/>
                    <a:pt x="389921" y="111266"/>
                  </a:cubicBezTo>
                  <a:cubicBezTo>
                    <a:pt x="389921" y="92514"/>
                    <a:pt x="368489" y="82468"/>
                    <a:pt x="326966" y="82468"/>
                  </a:cubicBezTo>
                  <a:cubicBezTo>
                    <a:pt x="280755" y="82468"/>
                    <a:pt x="262003" y="93853"/>
                    <a:pt x="245929" y="132028"/>
                  </a:cubicBezTo>
                  <a:cubicBezTo>
                    <a:pt x="224498" y="182257"/>
                    <a:pt x="141452" y="630974"/>
                    <a:pt x="113993" y="837919"/>
                  </a:cubicBezTo>
                  <a:cubicBezTo>
                    <a:pt x="97250" y="969186"/>
                    <a:pt x="93901" y="1164746"/>
                    <a:pt x="107966" y="1234398"/>
                  </a:cubicBezTo>
                  <a:cubicBezTo>
                    <a:pt x="146140" y="1425270"/>
                    <a:pt x="247938" y="1551178"/>
                    <a:pt x="397288" y="1592701"/>
                  </a:cubicBezTo>
                  <a:cubicBezTo>
                    <a:pt x="428095" y="1600738"/>
                    <a:pt x="500425" y="1601408"/>
                    <a:pt x="509132" y="1592701"/>
                  </a:cubicBezTo>
                  <a:close/>
                  <a:moveTo>
                    <a:pt x="5190521" y="1187517"/>
                  </a:moveTo>
                  <a:cubicBezTo>
                    <a:pt x="5206594" y="1187517"/>
                    <a:pt x="5213961" y="1183498"/>
                    <a:pt x="5218649" y="1172783"/>
                  </a:cubicBezTo>
                  <a:cubicBezTo>
                    <a:pt x="5222668" y="1164076"/>
                    <a:pt x="5260172" y="989947"/>
                    <a:pt x="5302365" y="785681"/>
                  </a:cubicBezTo>
                  <a:cubicBezTo>
                    <a:pt x="5344558" y="581414"/>
                    <a:pt x="5393448" y="349019"/>
                    <a:pt x="5409521" y="269321"/>
                  </a:cubicBezTo>
                  <a:cubicBezTo>
                    <a:pt x="5445017" y="101890"/>
                    <a:pt x="5444347" y="96532"/>
                    <a:pt x="5395457" y="75771"/>
                  </a:cubicBezTo>
                  <a:cubicBezTo>
                    <a:pt x="5365989" y="62376"/>
                    <a:pt x="5349916" y="62376"/>
                    <a:pt x="4915263" y="63715"/>
                  </a:cubicBezTo>
                  <a:lnTo>
                    <a:pt x="4465207" y="65725"/>
                  </a:lnTo>
                  <a:lnTo>
                    <a:pt x="4463198" y="83807"/>
                  </a:lnTo>
                  <a:cubicBezTo>
                    <a:pt x="4461858" y="95862"/>
                    <a:pt x="4465877" y="104569"/>
                    <a:pt x="4476592" y="111936"/>
                  </a:cubicBezTo>
                  <a:cubicBezTo>
                    <a:pt x="4489987" y="121312"/>
                    <a:pt x="4522803" y="122651"/>
                    <a:pt x="4737116" y="122651"/>
                  </a:cubicBezTo>
                  <a:cubicBezTo>
                    <a:pt x="4974869" y="122651"/>
                    <a:pt x="4982906" y="123321"/>
                    <a:pt x="5000318" y="136716"/>
                  </a:cubicBezTo>
                  <a:cubicBezTo>
                    <a:pt x="5031126" y="160826"/>
                    <a:pt x="5031796" y="156807"/>
                    <a:pt x="4903878" y="718708"/>
                  </a:cubicBezTo>
                  <a:cubicBezTo>
                    <a:pt x="4875080" y="845956"/>
                    <a:pt x="4838914" y="1002002"/>
                    <a:pt x="4823511" y="1066296"/>
                  </a:cubicBezTo>
                  <a:cubicBezTo>
                    <a:pt x="4802079" y="1158718"/>
                    <a:pt x="4798061" y="1184168"/>
                    <a:pt x="4804758" y="1188856"/>
                  </a:cubicBezTo>
                  <a:cubicBezTo>
                    <a:pt x="4809446" y="1191535"/>
                    <a:pt x="4893162" y="1192874"/>
                    <a:pt x="4990942" y="1191535"/>
                  </a:cubicBezTo>
                  <a:cubicBezTo>
                    <a:pt x="5088722" y="1189526"/>
                    <a:pt x="5178466" y="1188186"/>
                    <a:pt x="5190521" y="1187517"/>
                  </a:cubicBezTo>
                  <a:close/>
                  <a:moveTo>
                    <a:pt x="4814134" y="833231"/>
                  </a:moveTo>
                  <a:cubicBezTo>
                    <a:pt x="4837575" y="729424"/>
                    <a:pt x="4856997" y="639680"/>
                    <a:pt x="4856997" y="634322"/>
                  </a:cubicBezTo>
                  <a:cubicBezTo>
                    <a:pt x="4856997" y="626955"/>
                    <a:pt x="4840254" y="624946"/>
                    <a:pt x="4772611" y="624946"/>
                  </a:cubicBezTo>
                  <a:cubicBezTo>
                    <a:pt x="4695593" y="624946"/>
                    <a:pt x="4688896" y="625616"/>
                    <a:pt x="4692244" y="637001"/>
                  </a:cubicBezTo>
                  <a:cubicBezTo>
                    <a:pt x="4694253" y="643029"/>
                    <a:pt x="4709657" y="734112"/>
                    <a:pt x="4726400" y="839259"/>
                  </a:cubicBezTo>
                  <a:cubicBezTo>
                    <a:pt x="4758547" y="1038837"/>
                    <a:pt x="4763235" y="1059599"/>
                    <a:pt x="4768593" y="1036828"/>
                  </a:cubicBezTo>
                  <a:cubicBezTo>
                    <a:pt x="4769932" y="1029461"/>
                    <a:pt x="4790694" y="937709"/>
                    <a:pt x="4814134" y="833231"/>
                  </a:cubicBezTo>
                  <a:close/>
                  <a:moveTo>
                    <a:pt x="3185359" y="868727"/>
                  </a:moveTo>
                  <a:cubicBezTo>
                    <a:pt x="3191387" y="866718"/>
                    <a:pt x="3196075" y="862699"/>
                    <a:pt x="3196075" y="860020"/>
                  </a:cubicBezTo>
                  <a:cubicBezTo>
                    <a:pt x="3196075" y="849974"/>
                    <a:pt x="3131111" y="819837"/>
                    <a:pt x="3072176" y="803094"/>
                  </a:cubicBezTo>
                  <a:cubicBezTo>
                    <a:pt x="2972386" y="774295"/>
                    <a:pt x="2948946" y="782332"/>
                    <a:pt x="3011230" y="823855"/>
                  </a:cubicBezTo>
                  <a:cubicBezTo>
                    <a:pt x="3063469" y="859351"/>
                    <a:pt x="3151203" y="882121"/>
                    <a:pt x="3185359" y="868727"/>
                  </a:cubicBezTo>
                  <a:close/>
                  <a:moveTo>
                    <a:pt x="641068" y="553286"/>
                  </a:moveTo>
                  <a:cubicBezTo>
                    <a:pt x="672545" y="444790"/>
                    <a:pt x="702683" y="387193"/>
                    <a:pt x="758270" y="330267"/>
                  </a:cubicBezTo>
                  <a:cubicBezTo>
                    <a:pt x="810509" y="276688"/>
                    <a:pt x="867436" y="243872"/>
                    <a:pt x="959858" y="213064"/>
                  </a:cubicBezTo>
                  <a:cubicBezTo>
                    <a:pt x="1052950" y="181587"/>
                    <a:pt x="1079739" y="162835"/>
                    <a:pt x="1044913" y="154129"/>
                  </a:cubicBezTo>
                  <a:cubicBezTo>
                    <a:pt x="1026831" y="149440"/>
                    <a:pt x="935748" y="164844"/>
                    <a:pt x="879491" y="182927"/>
                  </a:cubicBezTo>
                  <a:cubicBezTo>
                    <a:pt x="740188" y="227129"/>
                    <a:pt x="640398" y="328257"/>
                    <a:pt x="608251" y="457515"/>
                  </a:cubicBezTo>
                  <a:cubicBezTo>
                    <a:pt x="595527" y="511093"/>
                    <a:pt x="587490" y="596818"/>
                    <a:pt x="593517" y="620928"/>
                  </a:cubicBezTo>
                  <a:cubicBezTo>
                    <a:pt x="602894" y="657763"/>
                    <a:pt x="615618" y="639011"/>
                    <a:pt x="641068" y="553286"/>
                  </a:cubicBezTo>
                  <a:close/>
                  <a:moveTo>
                    <a:pt x="2788881" y="568689"/>
                  </a:moveTo>
                  <a:cubicBezTo>
                    <a:pt x="2883982" y="551276"/>
                    <a:pt x="2961001" y="504396"/>
                    <a:pt x="3054093" y="407955"/>
                  </a:cubicBezTo>
                  <a:cubicBezTo>
                    <a:pt x="3118387" y="340982"/>
                    <a:pt x="3142497" y="298120"/>
                    <a:pt x="3142497" y="249899"/>
                  </a:cubicBezTo>
                  <a:cubicBezTo>
                    <a:pt x="3142497" y="211055"/>
                    <a:pt x="3126423" y="189624"/>
                    <a:pt x="3096955" y="189624"/>
                  </a:cubicBezTo>
                  <a:cubicBezTo>
                    <a:pt x="3080882" y="189624"/>
                    <a:pt x="3077533" y="193642"/>
                    <a:pt x="3063469" y="233156"/>
                  </a:cubicBezTo>
                  <a:cubicBezTo>
                    <a:pt x="3043377" y="288744"/>
                    <a:pt x="3007882" y="342991"/>
                    <a:pt x="2957652" y="394560"/>
                  </a:cubicBezTo>
                  <a:cubicBezTo>
                    <a:pt x="2914790" y="438762"/>
                    <a:pt x="2833753" y="495689"/>
                    <a:pt x="2789551" y="513102"/>
                  </a:cubicBezTo>
                  <a:cubicBezTo>
                    <a:pt x="2764101" y="523148"/>
                    <a:pt x="2760083" y="523148"/>
                    <a:pt x="2750707" y="513772"/>
                  </a:cubicBezTo>
                  <a:cubicBezTo>
                    <a:pt x="2729276" y="492340"/>
                    <a:pt x="2737982" y="474258"/>
                    <a:pt x="2782854" y="447469"/>
                  </a:cubicBezTo>
                  <a:cubicBezTo>
                    <a:pt x="2899386" y="375808"/>
                    <a:pt x="2978414" y="289413"/>
                    <a:pt x="3004533" y="205028"/>
                  </a:cubicBezTo>
                  <a:cubicBezTo>
                    <a:pt x="3009221" y="190294"/>
                    <a:pt x="3007882" y="189624"/>
                    <a:pt x="2970377" y="189624"/>
                  </a:cubicBezTo>
                  <a:lnTo>
                    <a:pt x="2931533" y="189624"/>
                  </a:lnTo>
                  <a:lnTo>
                    <a:pt x="2908093" y="238514"/>
                  </a:lnTo>
                  <a:cubicBezTo>
                    <a:pt x="2866569" y="324909"/>
                    <a:pt x="2746688" y="430056"/>
                    <a:pt x="2664312" y="452157"/>
                  </a:cubicBezTo>
                  <a:cubicBezTo>
                    <a:pt x="2633505" y="460194"/>
                    <a:pt x="2631495" y="460194"/>
                    <a:pt x="2619440" y="444790"/>
                  </a:cubicBezTo>
                  <a:cubicBezTo>
                    <a:pt x="2602027" y="423359"/>
                    <a:pt x="2610734" y="409964"/>
                    <a:pt x="2664982" y="380496"/>
                  </a:cubicBezTo>
                  <a:cubicBezTo>
                    <a:pt x="2718560" y="351028"/>
                    <a:pt x="2777496" y="306156"/>
                    <a:pt x="2806294" y="273340"/>
                  </a:cubicBezTo>
                  <a:cubicBezTo>
                    <a:pt x="2825046" y="252578"/>
                    <a:pt x="2854514" y="203019"/>
                    <a:pt x="2854514" y="192973"/>
                  </a:cubicBezTo>
                  <a:cubicBezTo>
                    <a:pt x="2854514" y="190963"/>
                    <a:pt x="2835092" y="189624"/>
                    <a:pt x="2812322" y="189624"/>
                  </a:cubicBezTo>
                  <a:lnTo>
                    <a:pt x="2769459" y="189624"/>
                  </a:lnTo>
                  <a:lnTo>
                    <a:pt x="2744010" y="227129"/>
                  </a:lnTo>
                  <a:cubicBezTo>
                    <a:pt x="2729945" y="247221"/>
                    <a:pt x="2704496" y="276019"/>
                    <a:pt x="2687752" y="291422"/>
                  </a:cubicBezTo>
                  <a:cubicBezTo>
                    <a:pt x="2656275" y="319551"/>
                    <a:pt x="2565862" y="366432"/>
                    <a:pt x="2529027" y="373799"/>
                  </a:cubicBezTo>
                  <a:cubicBezTo>
                    <a:pt x="2492862" y="380496"/>
                    <a:pt x="2456027" y="338303"/>
                    <a:pt x="2481477" y="318881"/>
                  </a:cubicBezTo>
                  <a:cubicBezTo>
                    <a:pt x="2485495" y="314863"/>
                    <a:pt x="2505587" y="306826"/>
                    <a:pt x="2525679" y="300129"/>
                  </a:cubicBezTo>
                  <a:cubicBezTo>
                    <a:pt x="2592651" y="278698"/>
                    <a:pt x="2687752" y="213064"/>
                    <a:pt x="2677037" y="196321"/>
                  </a:cubicBezTo>
                  <a:cubicBezTo>
                    <a:pt x="2674358" y="192303"/>
                    <a:pt x="2626807" y="189624"/>
                    <a:pt x="2549789" y="189624"/>
                  </a:cubicBezTo>
                  <a:cubicBezTo>
                    <a:pt x="2433256" y="189624"/>
                    <a:pt x="2423880" y="188954"/>
                    <a:pt x="2381018" y="172211"/>
                  </a:cubicBezTo>
                  <a:cubicBezTo>
                    <a:pt x="2239705" y="118633"/>
                    <a:pt x="2208228" y="109257"/>
                    <a:pt x="2162017" y="109257"/>
                  </a:cubicBezTo>
                  <a:cubicBezTo>
                    <a:pt x="2128531" y="109257"/>
                    <a:pt x="2107100" y="113275"/>
                    <a:pt x="2086338" y="123321"/>
                  </a:cubicBezTo>
                  <a:cubicBezTo>
                    <a:pt x="2052182" y="140064"/>
                    <a:pt x="2007310" y="188285"/>
                    <a:pt x="1996595" y="221101"/>
                  </a:cubicBezTo>
                  <a:cubicBezTo>
                    <a:pt x="1985879" y="253918"/>
                    <a:pt x="1992576" y="321560"/>
                    <a:pt x="2009319" y="354377"/>
                  </a:cubicBezTo>
                  <a:cubicBezTo>
                    <a:pt x="2029411" y="394560"/>
                    <a:pt x="2084999" y="440771"/>
                    <a:pt x="2147283" y="470909"/>
                  </a:cubicBezTo>
                  <a:cubicBezTo>
                    <a:pt x="2313375" y="549937"/>
                    <a:pt x="2625468" y="597488"/>
                    <a:pt x="2788881" y="568689"/>
                  </a:cubicBezTo>
                  <a:close/>
                  <a:moveTo>
                    <a:pt x="4205353" y="531185"/>
                  </a:moveTo>
                  <a:cubicBezTo>
                    <a:pt x="4236160" y="508414"/>
                    <a:pt x="4297106" y="435414"/>
                    <a:pt x="4323225" y="390542"/>
                  </a:cubicBezTo>
                  <a:cubicBezTo>
                    <a:pt x="4346665" y="349689"/>
                    <a:pt x="4360060" y="310845"/>
                    <a:pt x="4368097" y="258606"/>
                  </a:cubicBezTo>
                  <a:cubicBezTo>
                    <a:pt x="4377473" y="201679"/>
                    <a:pt x="4373454" y="189624"/>
                    <a:pt x="4344656" y="189624"/>
                  </a:cubicBezTo>
                  <a:cubicBezTo>
                    <a:pt x="4323225" y="189624"/>
                    <a:pt x="4322555" y="190294"/>
                    <a:pt x="4317867" y="224450"/>
                  </a:cubicBezTo>
                  <a:cubicBezTo>
                    <a:pt x="4305812" y="310175"/>
                    <a:pt x="4260271" y="397909"/>
                    <a:pt x="4190619" y="468900"/>
                  </a:cubicBezTo>
                  <a:cubicBezTo>
                    <a:pt x="4154454" y="505065"/>
                    <a:pt x="4137710" y="517790"/>
                    <a:pt x="4124316" y="517790"/>
                  </a:cubicBezTo>
                  <a:cubicBezTo>
                    <a:pt x="4107573" y="517790"/>
                    <a:pt x="4080114" y="497698"/>
                    <a:pt x="4080114" y="484973"/>
                  </a:cubicBezTo>
                  <a:cubicBezTo>
                    <a:pt x="4080114" y="481625"/>
                    <a:pt x="4096857" y="466221"/>
                    <a:pt x="4117619" y="450148"/>
                  </a:cubicBezTo>
                  <a:cubicBezTo>
                    <a:pt x="4183922" y="399248"/>
                    <a:pt x="4244867" y="297450"/>
                    <a:pt x="4252234" y="226459"/>
                  </a:cubicBezTo>
                  <a:lnTo>
                    <a:pt x="4256252" y="189624"/>
                  </a:lnTo>
                  <a:lnTo>
                    <a:pt x="4219417" y="189624"/>
                  </a:lnTo>
                  <a:lnTo>
                    <a:pt x="4182582" y="189624"/>
                  </a:lnTo>
                  <a:lnTo>
                    <a:pt x="4170527" y="221771"/>
                  </a:lnTo>
                  <a:cubicBezTo>
                    <a:pt x="4151775" y="269991"/>
                    <a:pt x="4129004" y="302138"/>
                    <a:pt x="4077435" y="354377"/>
                  </a:cubicBezTo>
                  <a:cubicBezTo>
                    <a:pt x="3997068" y="434744"/>
                    <a:pt x="3897279" y="483634"/>
                    <a:pt x="3872499" y="454166"/>
                  </a:cubicBezTo>
                  <a:cubicBezTo>
                    <a:pt x="3855756" y="434074"/>
                    <a:pt x="3871159" y="414652"/>
                    <a:pt x="3930765" y="380496"/>
                  </a:cubicBezTo>
                  <a:cubicBezTo>
                    <a:pt x="3996398" y="342991"/>
                    <a:pt x="4070738" y="274679"/>
                    <a:pt x="4092839" y="231817"/>
                  </a:cubicBezTo>
                  <a:cubicBezTo>
                    <a:pt x="4100206" y="216413"/>
                    <a:pt x="4106903" y="200340"/>
                    <a:pt x="4106903" y="196321"/>
                  </a:cubicBezTo>
                  <a:cubicBezTo>
                    <a:pt x="4106903" y="192303"/>
                    <a:pt x="4088151" y="189624"/>
                    <a:pt x="4060022" y="189624"/>
                  </a:cubicBezTo>
                  <a:cubicBezTo>
                    <a:pt x="4019839" y="189624"/>
                    <a:pt x="4011802" y="191633"/>
                    <a:pt x="4005105" y="203688"/>
                  </a:cubicBezTo>
                  <a:cubicBezTo>
                    <a:pt x="3993719" y="221771"/>
                    <a:pt x="3930095" y="259945"/>
                    <a:pt x="3895939" y="269321"/>
                  </a:cubicBezTo>
                  <a:cubicBezTo>
                    <a:pt x="3881205" y="273340"/>
                    <a:pt x="3838343" y="280707"/>
                    <a:pt x="3800168" y="286734"/>
                  </a:cubicBezTo>
                  <a:cubicBezTo>
                    <a:pt x="3723819" y="298120"/>
                    <a:pt x="3672251" y="319551"/>
                    <a:pt x="3653498" y="347680"/>
                  </a:cubicBezTo>
                  <a:cubicBezTo>
                    <a:pt x="3634746" y="376478"/>
                    <a:pt x="3634746" y="428716"/>
                    <a:pt x="3652828" y="464212"/>
                  </a:cubicBezTo>
                  <a:cubicBezTo>
                    <a:pt x="3668902" y="496359"/>
                    <a:pt x="3715783" y="533194"/>
                    <a:pt x="3754627" y="543909"/>
                  </a:cubicBezTo>
                  <a:cubicBezTo>
                    <a:pt x="3766012" y="547258"/>
                    <a:pt x="3865802" y="550607"/>
                    <a:pt x="3976976" y="550607"/>
                  </a:cubicBezTo>
                  <a:lnTo>
                    <a:pt x="4177894" y="551276"/>
                  </a:lnTo>
                  <a:lnTo>
                    <a:pt x="4205353" y="531185"/>
                  </a:lnTo>
                  <a:close/>
                  <a:moveTo>
                    <a:pt x="4366757" y="519799"/>
                  </a:moveTo>
                  <a:cubicBezTo>
                    <a:pt x="4402922" y="480955"/>
                    <a:pt x="4443106" y="412643"/>
                    <a:pt x="4465877" y="352368"/>
                  </a:cubicBezTo>
                  <a:cubicBezTo>
                    <a:pt x="4481280" y="312184"/>
                    <a:pt x="4497354" y="201009"/>
                    <a:pt x="4489317" y="192973"/>
                  </a:cubicBezTo>
                  <a:cubicBezTo>
                    <a:pt x="4487978" y="190963"/>
                    <a:pt x="4476592" y="189624"/>
                    <a:pt x="4464537" y="189624"/>
                  </a:cubicBezTo>
                  <a:cubicBezTo>
                    <a:pt x="4444445" y="189624"/>
                    <a:pt x="4441766" y="191633"/>
                    <a:pt x="4439088" y="211725"/>
                  </a:cubicBezTo>
                  <a:cubicBezTo>
                    <a:pt x="4427032" y="294771"/>
                    <a:pt x="4418326" y="332276"/>
                    <a:pt x="4400913" y="373129"/>
                  </a:cubicBezTo>
                  <a:cubicBezTo>
                    <a:pt x="4382161" y="416661"/>
                    <a:pt x="4333271" y="487652"/>
                    <a:pt x="4291078" y="533194"/>
                  </a:cubicBezTo>
                  <a:lnTo>
                    <a:pt x="4273665" y="551276"/>
                  </a:lnTo>
                  <a:lnTo>
                    <a:pt x="4305142" y="551276"/>
                  </a:lnTo>
                  <a:cubicBezTo>
                    <a:pt x="4334610" y="551276"/>
                    <a:pt x="4339298" y="548597"/>
                    <a:pt x="4366757" y="519799"/>
                  </a:cubicBezTo>
                  <a:close/>
                  <a:moveTo>
                    <a:pt x="4883116" y="526497"/>
                  </a:moveTo>
                  <a:cubicBezTo>
                    <a:pt x="4899859" y="462203"/>
                    <a:pt x="4950759" y="221771"/>
                    <a:pt x="4950759" y="206367"/>
                  </a:cubicBezTo>
                  <a:lnTo>
                    <a:pt x="4950759" y="189624"/>
                  </a:lnTo>
                  <a:lnTo>
                    <a:pt x="4752520" y="190963"/>
                  </a:lnTo>
                  <a:lnTo>
                    <a:pt x="4554281" y="192973"/>
                  </a:lnTo>
                  <a:lnTo>
                    <a:pt x="4550932" y="236505"/>
                  </a:lnTo>
                  <a:cubicBezTo>
                    <a:pt x="4549592" y="260615"/>
                    <a:pt x="4543565" y="299459"/>
                    <a:pt x="4538207" y="323569"/>
                  </a:cubicBezTo>
                  <a:cubicBezTo>
                    <a:pt x="4526152" y="376478"/>
                    <a:pt x="4479271" y="476937"/>
                    <a:pt x="4446455" y="519799"/>
                  </a:cubicBezTo>
                  <a:lnTo>
                    <a:pt x="4421675" y="551276"/>
                  </a:lnTo>
                  <a:lnTo>
                    <a:pt x="4649382" y="551276"/>
                  </a:lnTo>
                  <a:lnTo>
                    <a:pt x="4876419" y="551276"/>
                  </a:lnTo>
                  <a:lnTo>
                    <a:pt x="4883116" y="526497"/>
                  </a:lnTo>
                  <a:close/>
                  <a:moveTo>
                    <a:pt x="3644792" y="241193"/>
                  </a:moveTo>
                  <a:cubicBezTo>
                    <a:pt x="3654168" y="239184"/>
                    <a:pt x="3705067" y="231817"/>
                    <a:pt x="3758645" y="223780"/>
                  </a:cubicBezTo>
                  <a:cubicBezTo>
                    <a:pt x="3956884" y="194312"/>
                    <a:pt x="3924737" y="188954"/>
                    <a:pt x="3550360" y="190963"/>
                  </a:cubicBezTo>
                  <a:lnTo>
                    <a:pt x="3232910" y="192973"/>
                  </a:lnTo>
                  <a:lnTo>
                    <a:pt x="3230901" y="211725"/>
                  </a:lnTo>
                  <a:cubicBezTo>
                    <a:pt x="3228892" y="227129"/>
                    <a:pt x="3232240" y="231817"/>
                    <a:pt x="3250993" y="239854"/>
                  </a:cubicBezTo>
                  <a:cubicBezTo>
                    <a:pt x="3269075" y="248560"/>
                    <a:pt x="3303231" y="249899"/>
                    <a:pt x="3450571" y="247221"/>
                  </a:cubicBezTo>
                  <a:cubicBezTo>
                    <a:pt x="3548351" y="245881"/>
                    <a:pt x="3635416" y="243202"/>
                    <a:pt x="3644792" y="241193"/>
                  </a:cubicBezTo>
                  <a:close/>
                  <a:moveTo>
                    <a:pt x="2829735" y="111266"/>
                  </a:moveTo>
                  <a:cubicBezTo>
                    <a:pt x="2839780" y="99211"/>
                    <a:pt x="2843799" y="87156"/>
                    <a:pt x="2841790" y="71082"/>
                  </a:cubicBezTo>
                  <a:cubicBezTo>
                    <a:pt x="2841120" y="59027"/>
                    <a:pt x="2447321" y="59027"/>
                    <a:pt x="2414504" y="70413"/>
                  </a:cubicBezTo>
                  <a:cubicBezTo>
                    <a:pt x="2389054" y="79789"/>
                    <a:pt x="2386376" y="91844"/>
                    <a:pt x="2407807" y="103229"/>
                  </a:cubicBezTo>
                  <a:cubicBezTo>
                    <a:pt x="2436605" y="119303"/>
                    <a:pt x="2464064" y="121312"/>
                    <a:pt x="2640872" y="121982"/>
                  </a:cubicBezTo>
                  <a:cubicBezTo>
                    <a:pt x="2802276" y="122651"/>
                    <a:pt x="2819689" y="121312"/>
                    <a:pt x="2829735" y="111266"/>
                  </a:cubicBezTo>
                  <a:close/>
                  <a:moveTo>
                    <a:pt x="4380152" y="114615"/>
                  </a:moveTo>
                  <a:cubicBezTo>
                    <a:pt x="4384840" y="109927"/>
                    <a:pt x="4388188" y="100550"/>
                    <a:pt x="4388188" y="92514"/>
                  </a:cubicBezTo>
                  <a:cubicBezTo>
                    <a:pt x="4388188" y="84477"/>
                    <a:pt x="4384840" y="75101"/>
                    <a:pt x="4380152" y="70413"/>
                  </a:cubicBezTo>
                  <a:cubicBezTo>
                    <a:pt x="4374124" y="64385"/>
                    <a:pt x="4206023" y="62376"/>
                    <a:pt x="3664214" y="62376"/>
                  </a:cubicBezTo>
                  <a:lnTo>
                    <a:pt x="2956983" y="62376"/>
                  </a:lnTo>
                  <a:lnTo>
                    <a:pt x="2938900" y="79119"/>
                  </a:lnTo>
                  <a:cubicBezTo>
                    <a:pt x="2922157" y="95193"/>
                    <a:pt x="2916799" y="109257"/>
                    <a:pt x="2926175" y="117963"/>
                  </a:cubicBezTo>
                  <a:cubicBezTo>
                    <a:pt x="2928184" y="120642"/>
                    <a:pt x="3255011" y="122651"/>
                    <a:pt x="3651489" y="122651"/>
                  </a:cubicBezTo>
                  <a:cubicBezTo>
                    <a:pt x="4202674" y="122651"/>
                    <a:pt x="4374124" y="120642"/>
                    <a:pt x="4380152" y="11461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9" name="手繪多邊形 38">
              <a:extLst>
                <a:ext uri="{FF2B5EF4-FFF2-40B4-BE49-F238E27FC236}">
                  <a16:creationId xmlns:a16="http://schemas.microsoft.com/office/drawing/2014/main" id="{31E183A0-CF46-EFBD-6222-165C98736086}"/>
                </a:ext>
              </a:extLst>
            </p:cNvPr>
            <p:cNvSpPr/>
            <p:nvPr/>
          </p:nvSpPr>
          <p:spPr>
            <a:xfrm flipV="1">
              <a:off x="3577031" y="2329875"/>
              <a:ext cx="335964" cy="112302"/>
            </a:xfrm>
            <a:custGeom>
              <a:avLst/>
              <a:gdLst>
                <a:gd name="connsiteX0" fmla="*/ 7673 w 335964"/>
                <a:gd name="connsiteY0" fmla="*/ 95804 h 112302"/>
                <a:gd name="connsiteX1" fmla="*/ 29104 w 335964"/>
                <a:gd name="connsiteY1" fmla="*/ 33519 h 112302"/>
                <a:gd name="connsiteX2" fmla="*/ 308380 w 335964"/>
                <a:gd name="connsiteY2" fmla="*/ 35529 h 112302"/>
                <a:gd name="connsiteX3" fmla="*/ 256811 w 335964"/>
                <a:gd name="connsiteY3" fmla="*/ 85088 h 112302"/>
                <a:gd name="connsiteX4" fmla="*/ 167737 w 335964"/>
                <a:gd name="connsiteY4" fmla="*/ 69685 h 112302"/>
                <a:gd name="connsiteX5" fmla="*/ 72636 w 335964"/>
                <a:gd name="connsiteY5" fmla="*/ 88437 h 112302"/>
                <a:gd name="connsiteX6" fmla="*/ 7673 w 335964"/>
                <a:gd name="connsiteY6" fmla="*/ 95804 h 11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964" h="112302">
                  <a:moveTo>
                    <a:pt x="7673" y="95804"/>
                  </a:moveTo>
                  <a:cubicBezTo>
                    <a:pt x="-12419" y="76382"/>
                    <a:pt x="-6391" y="58299"/>
                    <a:pt x="29104" y="33519"/>
                  </a:cubicBezTo>
                  <a:cubicBezTo>
                    <a:pt x="106792" y="-20728"/>
                    <a:pt x="249444" y="-20059"/>
                    <a:pt x="308380" y="35529"/>
                  </a:cubicBezTo>
                  <a:cubicBezTo>
                    <a:pt x="359279" y="83749"/>
                    <a:pt x="322444" y="119244"/>
                    <a:pt x="256811" y="85088"/>
                  </a:cubicBezTo>
                  <a:cubicBezTo>
                    <a:pt x="233371" y="72364"/>
                    <a:pt x="217297" y="69685"/>
                    <a:pt x="167737" y="69685"/>
                  </a:cubicBezTo>
                  <a:cubicBezTo>
                    <a:pt x="114829" y="69685"/>
                    <a:pt x="102774" y="72364"/>
                    <a:pt x="72636" y="88437"/>
                  </a:cubicBezTo>
                  <a:cubicBezTo>
                    <a:pt x="32453" y="109199"/>
                    <a:pt x="21737" y="110538"/>
                    <a:pt x="7673" y="95804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0" name="手繪多邊形 39">
              <a:extLst>
                <a:ext uri="{FF2B5EF4-FFF2-40B4-BE49-F238E27FC236}">
                  <a16:creationId xmlns:a16="http://schemas.microsoft.com/office/drawing/2014/main" id="{19034EE1-55F4-9156-ECFB-3B419B1C425F}"/>
                </a:ext>
              </a:extLst>
            </p:cNvPr>
            <p:cNvSpPr/>
            <p:nvPr/>
          </p:nvSpPr>
          <p:spPr>
            <a:xfrm flipV="1">
              <a:off x="4114569" y="2336262"/>
              <a:ext cx="266825" cy="186946"/>
            </a:xfrm>
            <a:custGeom>
              <a:avLst/>
              <a:gdLst>
                <a:gd name="connsiteX0" fmla="*/ 6580 w 266825"/>
                <a:gd name="connsiteY0" fmla="*/ 173558 h 186946"/>
                <a:gd name="connsiteX1" fmla="*/ 40736 w 266825"/>
                <a:gd name="connsiteY1" fmla="*/ 55016 h 186946"/>
                <a:gd name="connsiteX2" fmla="*/ 177360 w 266825"/>
                <a:gd name="connsiteY2" fmla="*/ -6599 h 186946"/>
                <a:gd name="connsiteX3" fmla="*/ 262415 w 266825"/>
                <a:gd name="connsiteY3" fmla="*/ 41622 h 186946"/>
                <a:gd name="connsiteX4" fmla="*/ 203479 w 266825"/>
                <a:gd name="connsiteY4" fmla="*/ 67741 h 186946"/>
                <a:gd name="connsiteX5" fmla="*/ 133828 w 266825"/>
                <a:gd name="connsiteY5" fmla="*/ 75778 h 186946"/>
                <a:gd name="connsiteX6" fmla="*/ 54130 w 266825"/>
                <a:gd name="connsiteY6" fmla="*/ 155475 h 186946"/>
                <a:gd name="connsiteX7" fmla="*/ 6580 w 266825"/>
                <a:gd name="connsiteY7" fmla="*/ 173558 h 18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25" h="186946">
                  <a:moveTo>
                    <a:pt x="6580" y="173558"/>
                  </a:moveTo>
                  <a:cubicBezTo>
                    <a:pt x="-17531" y="159494"/>
                    <a:pt x="-118" y="98549"/>
                    <a:pt x="40736" y="55016"/>
                  </a:cubicBezTo>
                  <a:cubicBezTo>
                    <a:pt x="68194" y="25548"/>
                    <a:pt x="139855" y="-6599"/>
                    <a:pt x="177360" y="-6599"/>
                  </a:cubicBezTo>
                  <a:cubicBezTo>
                    <a:pt x="229599" y="-6599"/>
                    <a:pt x="262415" y="12154"/>
                    <a:pt x="262415" y="41622"/>
                  </a:cubicBezTo>
                  <a:cubicBezTo>
                    <a:pt x="261745" y="63723"/>
                    <a:pt x="250360" y="69081"/>
                    <a:pt x="203479" y="67741"/>
                  </a:cubicBezTo>
                  <a:cubicBezTo>
                    <a:pt x="174681" y="67071"/>
                    <a:pt x="147892" y="70420"/>
                    <a:pt x="133828" y="75778"/>
                  </a:cubicBezTo>
                  <a:cubicBezTo>
                    <a:pt x="105699" y="88503"/>
                    <a:pt x="70873" y="122659"/>
                    <a:pt x="54130" y="155475"/>
                  </a:cubicBezTo>
                  <a:cubicBezTo>
                    <a:pt x="40736" y="181595"/>
                    <a:pt x="28011" y="186283"/>
                    <a:pt x="6580" y="17355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1" name="手繪多邊形 40">
              <a:extLst>
                <a:ext uri="{FF2B5EF4-FFF2-40B4-BE49-F238E27FC236}">
                  <a16:creationId xmlns:a16="http://schemas.microsoft.com/office/drawing/2014/main" id="{B4893D13-CB35-F4B4-2FBC-3BF2622A3561}"/>
                </a:ext>
              </a:extLst>
            </p:cNvPr>
            <p:cNvSpPr/>
            <p:nvPr/>
          </p:nvSpPr>
          <p:spPr>
            <a:xfrm flipV="1">
              <a:off x="3009320" y="2453334"/>
              <a:ext cx="164104" cy="167059"/>
            </a:xfrm>
            <a:custGeom>
              <a:avLst/>
              <a:gdLst>
                <a:gd name="connsiteX0" fmla="*/ 9674 w 164104"/>
                <a:gd name="connsiteY0" fmla="*/ 151038 h 167059"/>
                <a:gd name="connsiteX1" fmla="*/ 21059 w 164104"/>
                <a:gd name="connsiteY1" fmla="*/ 94781 h 167059"/>
                <a:gd name="connsiteX2" fmla="*/ 88032 w 164104"/>
                <a:gd name="connsiteY2" fmla="*/ 32497 h 167059"/>
                <a:gd name="connsiteX3" fmla="*/ 138261 w 164104"/>
                <a:gd name="connsiteY3" fmla="*/ -6348 h 167059"/>
                <a:gd name="connsiteX4" fmla="*/ 160362 w 164104"/>
                <a:gd name="connsiteY4" fmla="*/ 43882 h 167059"/>
                <a:gd name="connsiteX5" fmla="*/ 41151 w 164104"/>
                <a:gd name="connsiteY5" fmla="*/ 157066 h 167059"/>
                <a:gd name="connsiteX6" fmla="*/ 9674 w 164104"/>
                <a:gd name="connsiteY6" fmla="*/ 151038 h 16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4" h="167059">
                  <a:moveTo>
                    <a:pt x="9674" y="151038"/>
                  </a:moveTo>
                  <a:cubicBezTo>
                    <a:pt x="-9748" y="131616"/>
                    <a:pt x="-7069" y="118222"/>
                    <a:pt x="21059" y="94781"/>
                  </a:cubicBezTo>
                  <a:cubicBezTo>
                    <a:pt x="35123" y="83396"/>
                    <a:pt x="65261" y="55267"/>
                    <a:pt x="88032" y="32497"/>
                  </a:cubicBezTo>
                  <a:cubicBezTo>
                    <a:pt x="110802" y="9056"/>
                    <a:pt x="133573" y="-7687"/>
                    <a:pt x="138261" y="-6348"/>
                  </a:cubicBezTo>
                  <a:cubicBezTo>
                    <a:pt x="154335" y="-320"/>
                    <a:pt x="164381" y="24460"/>
                    <a:pt x="160362" y="43882"/>
                  </a:cubicBezTo>
                  <a:cubicBezTo>
                    <a:pt x="152325" y="80047"/>
                    <a:pt x="91380" y="138313"/>
                    <a:pt x="41151" y="157066"/>
                  </a:cubicBezTo>
                  <a:cubicBezTo>
                    <a:pt x="25747" y="163093"/>
                    <a:pt x="20389" y="161754"/>
                    <a:pt x="9674" y="15103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2" name="手繪多邊形 41">
              <a:extLst>
                <a:ext uri="{FF2B5EF4-FFF2-40B4-BE49-F238E27FC236}">
                  <a16:creationId xmlns:a16="http://schemas.microsoft.com/office/drawing/2014/main" id="{EF0A1E15-566E-F12D-9C2B-A6C39EA00FD8}"/>
                </a:ext>
              </a:extLst>
            </p:cNvPr>
            <p:cNvSpPr/>
            <p:nvPr/>
          </p:nvSpPr>
          <p:spPr>
            <a:xfrm flipV="1">
              <a:off x="3576893" y="2519860"/>
              <a:ext cx="281713" cy="149995"/>
            </a:xfrm>
            <a:custGeom>
              <a:avLst/>
              <a:gdLst>
                <a:gd name="connsiteX0" fmla="*/ 5838 w 281713"/>
                <a:gd name="connsiteY0" fmla="*/ 134962 h 149995"/>
                <a:gd name="connsiteX1" fmla="*/ 44013 w 281713"/>
                <a:gd name="connsiteY1" fmla="*/ 76026 h 149995"/>
                <a:gd name="connsiteX2" fmla="*/ 112995 w 281713"/>
                <a:gd name="connsiteY2" fmla="*/ 37852 h 149995"/>
                <a:gd name="connsiteX3" fmla="*/ 145811 w 281713"/>
                <a:gd name="connsiteY3" fmla="*/ -5681 h 149995"/>
                <a:gd name="connsiteX4" fmla="*/ 175949 w 281713"/>
                <a:gd name="connsiteY4" fmla="*/ 33163 h 149995"/>
                <a:gd name="connsiteX5" fmla="*/ 190683 w 281713"/>
                <a:gd name="connsiteY5" fmla="*/ 69998 h 149995"/>
                <a:gd name="connsiteX6" fmla="*/ 224839 w 281713"/>
                <a:gd name="connsiteY6" fmla="*/ 73347 h 149995"/>
                <a:gd name="connsiteX7" fmla="*/ 269041 w 281713"/>
                <a:gd name="connsiteY7" fmla="*/ 90090 h 149995"/>
                <a:gd name="connsiteX8" fmla="*/ 270380 w 281713"/>
                <a:gd name="connsiteY8" fmla="*/ 137641 h 149995"/>
                <a:gd name="connsiteX9" fmla="*/ 138444 w 281713"/>
                <a:gd name="connsiteY9" fmla="*/ 143668 h 149995"/>
                <a:gd name="connsiteX10" fmla="*/ 5838 w 281713"/>
                <a:gd name="connsiteY10" fmla="*/ 134962 h 14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1713" h="149995">
                  <a:moveTo>
                    <a:pt x="5838" y="134962"/>
                  </a:moveTo>
                  <a:cubicBezTo>
                    <a:pt x="-16932" y="111521"/>
                    <a:pt x="3159" y="80714"/>
                    <a:pt x="44013" y="76026"/>
                  </a:cubicBezTo>
                  <a:cubicBezTo>
                    <a:pt x="119692" y="67989"/>
                    <a:pt x="116343" y="69329"/>
                    <a:pt x="112995" y="37852"/>
                  </a:cubicBezTo>
                  <a:cubicBezTo>
                    <a:pt x="108976" y="5035"/>
                    <a:pt x="120361" y="-9699"/>
                    <a:pt x="145811" y="-5681"/>
                  </a:cubicBezTo>
                  <a:cubicBezTo>
                    <a:pt x="157196" y="-4341"/>
                    <a:pt x="164563" y="5035"/>
                    <a:pt x="175949" y="33163"/>
                  </a:cubicBezTo>
                  <a:lnTo>
                    <a:pt x="190683" y="69998"/>
                  </a:lnTo>
                  <a:lnTo>
                    <a:pt x="224839" y="73347"/>
                  </a:lnTo>
                  <a:cubicBezTo>
                    <a:pt x="248279" y="76026"/>
                    <a:pt x="263013" y="81384"/>
                    <a:pt x="269041" y="90090"/>
                  </a:cubicBezTo>
                  <a:cubicBezTo>
                    <a:pt x="280426" y="105494"/>
                    <a:pt x="281096" y="130944"/>
                    <a:pt x="270380" y="137641"/>
                  </a:cubicBezTo>
                  <a:cubicBezTo>
                    <a:pt x="265692" y="140989"/>
                    <a:pt x="206086" y="142999"/>
                    <a:pt x="138444" y="143668"/>
                  </a:cubicBezTo>
                  <a:cubicBezTo>
                    <a:pt x="44682" y="143668"/>
                    <a:pt x="12536" y="141659"/>
                    <a:pt x="5838" y="134962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3" name="手繪多邊形 42">
              <a:extLst>
                <a:ext uri="{FF2B5EF4-FFF2-40B4-BE49-F238E27FC236}">
                  <a16:creationId xmlns:a16="http://schemas.microsoft.com/office/drawing/2014/main" id="{00EE55EC-85F8-94B1-CF42-DD4318F76041}"/>
                </a:ext>
              </a:extLst>
            </p:cNvPr>
            <p:cNvSpPr/>
            <p:nvPr/>
          </p:nvSpPr>
          <p:spPr>
            <a:xfrm flipV="1">
              <a:off x="4135438" y="2597926"/>
              <a:ext cx="240284" cy="128561"/>
            </a:xfrm>
            <a:custGeom>
              <a:avLst/>
              <a:gdLst>
                <a:gd name="connsiteX0" fmla="*/ 84150 w 240284"/>
                <a:gd name="connsiteY0" fmla="*/ 118705 h 128561"/>
                <a:gd name="connsiteX1" fmla="*/ 3113 w 240284"/>
                <a:gd name="connsiteY1" fmla="*/ 93255 h 128561"/>
                <a:gd name="connsiteX2" fmla="*/ 3113 w 240284"/>
                <a:gd name="connsiteY2" fmla="*/ 60438 h 128561"/>
                <a:gd name="connsiteX3" fmla="*/ 32581 w 240284"/>
                <a:gd name="connsiteY3" fmla="*/ 44365 h 128561"/>
                <a:gd name="connsiteX4" fmla="*/ 67407 w 240284"/>
                <a:gd name="connsiteY4" fmla="*/ 22934 h 128561"/>
                <a:gd name="connsiteX5" fmla="*/ 106251 w 240284"/>
                <a:gd name="connsiteY5" fmla="*/ -4525 h 128561"/>
                <a:gd name="connsiteX6" fmla="*/ 123664 w 240284"/>
                <a:gd name="connsiteY6" fmla="*/ 23603 h 128561"/>
                <a:gd name="connsiteX7" fmla="*/ 172554 w 240284"/>
                <a:gd name="connsiteY7" fmla="*/ 50393 h 128561"/>
                <a:gd name="connsiteX8" fmla="*/ 228142 w 240284"/>
                <a:gd name="connsiteY8" fmla="*/ 110668 h 128561"/>
                <a:gd name="connsiteX9" fmla="*/ 84150 w 240284"/>
                <a:gd name="connsiteY9" fmla="*/ 118705 h 1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0284" h="128561">
                  <a:moveTo>
                    <a:pt x="84150" y="118705"/>
                  </a:moveTo>
                  <a:cubicBezTo>
                    <a:pt x="27224" y="116026"/>
                    <a:pt x="15169" y="112007"/>
                    <a:pt x="3113" y="93255"/>
                  </a:cubicBezTo>
                  <a:cubicBezTo>
                    <a:pt x="-6932" y="77851"/>
                    <a:pt x="-6932" y="75172"/>
                    <a:pt x="3113" y="60438"/>
                  </a:cubicBezTo>
                  <a:cubicBezTo>
                    <a:pt x="10480" y="49053"/>
                    <a:pt x="19187" y="44365"/>
                    <a:pt x="32581" y="44365"/>
                  </a:cubicBezTo>
                  <a:cubicBezTo>
                    <a:pt x="57361" y="45035"/>
                    <a:pt x="67407" y="39007"/>
                    <a:pt x="67407" y="22934"/>
                  </a:cubicBezTo>
                  <a:cubicBezTo>
                    <a:pt x="67407" y="6191"/>
                    <a:pt x="93527" y="-11892"/>
                    <a:pt x="106251" y="-4525"/>
                  </a:cubicBezTo>
                  <a:cubicBezTo>
                    <a:pt x="111609" y="-1176"/>
                    <a:pt x="119646" y="11548"/>
                    <a:pt x="123664" y="23603"/>
                  </a:cubicBezTo>
                  <a:cubicBezTo>
                    <a:pt x="131031" y="45704"/>
                    <a:pt x="132371" y="46374"/>
                    <a:pt x="172554" y="50393"/>
                  </a:cubicBezTo>
                  <a:cubicBezTo>
                    <a:pt x="230821" y="55750"/>
                    <a:pt x="247564" y="73833"/>
                    <a:pt x="228142" y="110668"/>
                  </a:cubicBezTo>
                  <a:cubicBezTo>
                    <a:pt x="220775" y="124062"/>
                    <a:pt x="202692" y="124732"/>
                    <a:pt x="84150" y="11870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4" name="手繪多邊形 43">
              <a:extLst>
                <a:ext uri="{FF2B5EF4-FFF2-40B4-BE49-F238E27FC236}">
                  <a16:creationId xmlns:a16="http://schemas.microsoft.com/office/drawing/2014/main" id="{3906347F-8EB5-A6C2-1D8E-A0A3E78EC98D}"/>
                </a:ext>
              </a:extLst>
            </p:cNvPr>
            <p:cNvSpPr/>
            <p:nvPr/>
          </p:nvSpPr>
          <p:spPr>
            <a:xfrm flipV="1">
              <a:off x="3898916" y="2603857"/>
              <a:ext cx="227302" cy="420935"/>
            </a:xfrm>
            <a:custGeom>
              <a:avLst/>
              <a:gdLst>
                <a:gd name="connsiteX0" fmla="*/ 94631 w 227302"/>
                <a:gd name="connsiteY0" fmla="*/ 401186 h 420935"/>
                <a:gd name="connsiteX1" fmla="*/ 93292 w 227302"/>
                <a:gd name="connsiteY1" fmla="*/ 352965 h 420935"/>
                <a:gd name="connsiteX2" fmla="*/ 129457 w 227302"/>
                <a:gd name="connsiteY2" fmla="*/ 207635 h 420935"/>
                <a:gd name="connsiteX3" fmla="*/ 156916 w 227302"/>
                <a:gd name="connsiteY3" fmla="*/ 81056 h 420935"/>
                <a:gd name="connsiteX4" fmla="*/ 156916 w 227302"/>
                <a:gd name="connsiteY4" fmla="*/ 65653 h 420935"/>
                <a:gd name="connsiteX5" fmla="*/ 93292 w 227302"/>
                <a:gd name="connsiteY5" fmla="*/ 70341 h 420935"/>
                <a:gd name="connsiteX6" fmla="*/ 12924 w 227302"/>
                <a:gd name="connsiteY6" fmla="*/ 64313 h 420935"/>
                <a:gd name="connsiteX7" fmla="*/ 8236 w 227302"/>
                <a:gd name="connsiteY7" fmla="*/ 7387 h 420935"/>
                <a:gd name="connsiteX8" fmla="*/ 104007 w 227302"/>
                <a:gd name="connsiteY8" fmla="*/ -3329 h 420935"/>
                <a:gd name="connsiteX9" fmla="*/ 201787 w 227302"/>
                <a:gd name="connsiteY9" fmla="*/ 6047 h 420935"/>
                <a:gd name="connsiteX10" fmla="*/ 187723 w 227302"/>
                <a:gd name="connsiteY10" fmla="*/ 249828 h 420935"/>
                <a:gd name="connsiteX11" fmla="*/ 134145 w 227302"/>
                <a:gd name="connsiteY11" fmla="*/ 409892 h 420935"/>
                <a:gd name="connsiteX12" fmla="*/ 94631 w 227302"/>
                <a:gd name="connsiteY12" fmla="*/ 401186 h 420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302" h="420935">
                  <a:moveTo>
                    <a:pt x="94631" y="401186"/>
                  </a:moveTo>
                  <a:cubicBezTo>
                    <a:pt x="85925" y="389800"/>
                    <a:pt x="85925" y="382433"/>
                    <a:pt x="93292" y="352965"/>
                  </a:cubicBezTo>
                  <a:cubicBezTo>
                    <a:pt x="97980" y="333543"/>
                    <a:pt x="114053" y="268580"/>
                    <a:pt x="129457" y="207635"/>
                  </a:cubicBezTo>
                  <a:cubicBezTo>
                    <a:pt x="144191" y="146690"/>
                    <a:pt x="156916" y="89763"/>
                    <a:pt x="156916" y="81056"/>
                  </a:cubicBezTo>
                  <a:lnTo>
                    <a:pt x="156916" y="65653"/>
                  </a:lnTo>
                  <a:lnTo>
                    <a:pt x="93292" y="70341"/>
                  </a:lnTo>
                  <a:cubicBezTo>
                    <a:pt x="39713" y="74359"/>
                    <a:pt x="26319" y="73020"/>
                    <a:pt x="12924" y="64313"/>
                  </a:cubicBezTo>
                  <a:cubicBezTo>
                    <a:pt x="-7837" y="50919"/>
                    <a:pt x="-9846" y="17432"/>
                    <a:pt x="8236" y="7387"/>
                  </a:cubicBezTo>
                  <a:cubicBezTo>
                    <a:pt x="14934" y="4038"/>
                    <a:pt x="57796" y="-1320"/>
                    <a:pt x="104007" y="-3329"/>
                  </a:cubicBezTo>
                  <a:cubicBezTo>
                    <a:pt x="183035" y="-8017"/>
                    <a:pt x="187723" y="-7347"/>
                    <a:pt x="201787" y="6047"/>
                  </a:cubicBezTo>
                  <a:cubicBezTo>
                    <a:pt x="233264" y="36185"/>
                    <a:pt x="231255" y="71011"/>
                    <a:pt x="187723" y="249828"/>
                  </a:cubicBezTo>
                  <a:cubicBezTo>
                    <a:pt x="156916" y="374397"/>
                    <a:pt x="148879" y="400516"/>
                    <a:pt x="134145" y="409892"/>
                  </a:cubicBezTo>
                  <a:cubicBezTo>
                    <a:pt x="120750" y="419268"/>
                    <a:pt x="104007" y="415250"/>
                    <a:pt x="94631" y="401186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5" name="手繪多邊形 44">
              <a:extLst>
                <a:ext uri="{FF2B5EF4-FFF2-40B4-BE49-F238E27FC236}">
                  <a16:creationId xmlns:a16="http://schemas.microsoft.com/office/drawing/2014/main" id="{E6167CD7-6004-3D67-0A0A-9750775D3615}"/>
                </a:ext>
              </a:extLst>
            </p:cNvPr>
            <p:cNvSpPr/>
            <p:nvPr/>
          </p:nvSpPr>
          <p:spPr>
            <a:xfrm flipV="1">
              <a:off x="3587273" y="3120921"/>
              <a:ext cx="483743" cy="150266"/>
            </a:xfrm>
            <a:custGeom>
              <a:avLst/>
              <a:gdLst>
                <a:gd name="connsiteX0" fmla="*/ 97108 w 483743"/>
                <a:gd name="connsiteY0" fmla="*/ 136537 h 150266"/>
                <a:gd name="connsiteX1" fmla="*/ -2682 w 483743"/>
                <a:gd name="connsiteY1" fmla="*/ 82959 h 150266"/>
                <a:gd name="connsiteX2" fmla="*/ 16740 w 483743"/>
                <a:gd name="connsiteY2" fmla="*/ 44115 h 150266"/>
                <a:gd name="connsiteX3" fmla="*/ 71658 w 483743"/>
                <a:gd name="connsiteY3" fmla="*/ 57509 h 150266"/>
                <a:gd name="connsiteX4" fmla="*/ 190869 w 483743"/>
                <a:gd name="connsiteY4" fmla="*/ 75592 h 150266"/>
                <a:gd name="connsiteX5" fmla="*/ 398484 w 483743"/>
                <a:gd name="connsiteY5" fmla="*/ 18665 h 150266"/>
                <a:gd name="connsiteX6" fmla="*/ 458760 w 483743"/>
                <a:gd name="connsiteY6" fmla="*/ -4775 h 150266"/>
                <a:gd name="connsiteX7" fmla="*/ 470815 w 483743"/>
                <a:gd name="connsiteY7" fmla="*/ 44115 h 150266"/>
                <a:gd name="connsiteX8" fmla="*/ 330842 w 483743"/>
                <a:gd name="connsiteY8" fmla="*/ 125821 h 150266"/>
                <a:gd name="connsiteX9" fmla="*/ 97108 w 483743"/>
                <a:gd name="connsiteY9" fmla="*/ 136537 h 15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743" h="150266">
                  <a:moveTo>
                    <a:pt x="97108" y="136537"/>
                  </a:moveTo>
                  <a:cubicBezTo>
                    <a:pt x="52236" y="125152"/>
                    <a:pt x="3346" y="99032"/>
                    <a:pt x="-2682" y="82959"/>
                  </a:cubicBezTo>
                  <a:cubicBezTo>
                    <a:pt x="-7370" y="69564"/>
                    <a:pt x="2676" y="49473"/>
                    <a:pt x="16740" y="44115"/>
                  </a:cubicBezTo>
                  <a:cubicBezTo>
                    <a:pt x="22098" y="41436"/>
                    <a:pt x="46878" y="48133"/>
                    <a:pt x="71658" y="57509"/>
                  </a:cubicBezTo>
                  <a:cubicBezTo>
                    <a:pt x="110502" y="72913"/>
                    <a:pt x="127915" y="75592"/>
                    <a:pt x="190869" y="75592"/>
                  </a:cubicBezTo>
                  <a:cubicBezTo>
                    <a:pt x="276594" y="76262"/>
                    <a:pt x="324145" y="62867"/>
                    <a:pt x="398484" y="18665"/>
                  </a:cubicBezTo>
                  <a:cubicBezTo>
                    <a:pt x="429962" y="-757"/>
                    <a:pt x="448044" y="-7454"/>
                    <a:pt x="458760" y="-4775"/>
                  </a:cubicBezTo>
                  <a:cubicBezTo>
                    <a:pt x="480861" y="583"/>
                    <a:pt x="486888" y="23353"/>
                    <a:pt x="470815" y="44115"/>
                  </a:cubicBezTo>
                  <a:cubicBezTo>
                    <a:pt x="453402" y="68225"/>
                    <a:pt x="384420" y="107739"/>
                    <a:pt x="330842" y="125821"/>
                  </a:cubicBezTo>
                  <a:cubicBezTo>
                    <a:pt x="270567" y="145913"/>
                    <a:pt x="156043" y="151271"/>
                    <a:pt x="97108" y="136537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599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群組 41">
            <a:extLst>
              <a:ext uri="{FF2B5EF4-FFF2-40B4-BE49-F238E27FC236}">
                <a16:creationId xmlns:a16="http://schemas.microsoft.com/office/drawing/2014/main" id="{DEE4CDBD-CA4D-C43C-5855-9FAD1F7E7C57}"/>
              </a:ext>
            </a:extLst>
          </p:cNvPr>
          <p:cNvGrpSpPr/>
          <p:nvPr/>
        </p:nvGrpSpPr>
        <p:grpSpPr>
          <a:xfrm>
            <a:off x="2198479" y="2146823"/>
            <a:ext cx="8570093" cy="1711272"/>
            <a:chOff x="2198479" y="2146823"/>
            <a:chExt cx="8570093" cy="1711272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A34615CD-C2E9-B774-9164-5E80E48B1E1F}"/>
                </a:ext>
              </a:extLst>
            </p:cNvPr>
            <p:cNvSpPr/>
            <p:nvPr/>
          </p:nvSpPr>
          <p:spPr>
            <a:xfrm>
              <a:off x="2230984" y="2174768"/>
              <a:ext cx="2545773" cy="1683327"/>
            </a:xfrm>
            <a:prstGeom prst="roundRect">
              <a:avLst>
                <a:gd name="adj" fmla="val 6221"/>
              </a:avLst>
            </a:prstGeom>
            <a:noFill/>
            <a:ln>
              <a:solidFill>
                <a:srgbClr val="2039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圓角矩形 8">
              <a:extLst>
                <a:ext uri="{FF2B5EF4-FFF2-40B4-BE49-F238E27FC236}">
                  <a16:creationId xmlns:a16="http://schemas.microsoft.com/office/drawing/2014/main" id="{3D1026AA-15E1-AA32-06C0-724B68F8A699}"/>
                </a:ext>
              </a:extLst>
            </p:cNvPr>
            <p:cNvSpPr/>
            <p:nvPr/>
          </p:nvSpPr>
          <p:spPr>
            <a:xfrm>
              <a:off x="5265397" y="2174768"/>
              <a:ext cx="4007557" cy="1683327"/>
            </a:xfrm>
            <a:prstGeom prst="roundRect">
              <a:avLst>
                <a:gd name="adj" fmla="val 6221"/>
              </a:avLst>
            </a:prstGeom>
            <a:noFill/>
            <a:ln>
              <a:solidFill>
                <a:srgbClr val="2039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11" name="圖形 10">
              <a:extLst>
                <a:ext uri="{FF2B5EF4-FFF2-40B4-BE49-F238E27FC236}">
                  <a16:creationId xmlns:a16="http://schemas.microsoft.com/office/drawing/2014/main" id="{63DB3351-8B72-0A9D-C6F5-ABB2F9C49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33138" y="2652897"/>
              <a:ext cx="865910" cy="865910"/>
            </a:xfrm>
            <a:prstGeom prst="rect">
              <a:avLst/>
            </a:prstGeom>
          </p:spPr>
        </p:pic>
        <p:pic>
          <p:nvPicPr>
            <p:cNvPr id="13" name="圖形 12">
              <a:extLst>
                <a:ext uri="{FF2B5EF4-FFF2-40B4-BE49-F238E27FC236}">
                  <a16:creationId xmlns:a16="http://schemas.microsoft.com/office/drawing/2014/main" id="{988DDBEB-3DD2-772C-4E33-C673576F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61594" y="2586957"/>
              <a:ext cx="997791" cy="997791"/>
            </a:xfrm>
            <a:prstGeom prst="rect">
              <a:avLst/>
            </a:prstGeom>
          </p:spPr>
        </p:pic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2DA0EF1F-D56F-2601-97EE-578656DB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587376" y="2492739"/>
              <a:ext cx="997792" cy="997792"/>
            </a:xfrm>
            <a:prstGeom prst="rect">
              <a:avLst/>
            </a:prstGeom>
          </p:spPr>
        </p:pic>
        <p:pic>
          <p:nvPicPr>
            <p:cNvPr id="19" name="圖形 18">
              <a:extLst>
                <a:ext uri="{FF2B5EF4-FFF2-40B4-BE49-F238E27FC236}">
                  <a16:creationId xmlns:a16="http://schemas.microsoft.com/office/drawing/2014/main" id="{BAD86AA6-F82B-588F-41B0-840032039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09706" y="2742706"/>
              <a:ext cx="686294" cy="686294"/>
            </a:xfrm>
            <a:prstGeom prst="rect">
              <a:avLst/>
            </a:prstGeom>
          </p:spPr>
        </p:pic>
        <p:pic>
          <p:nvPicPr>
            <p:cNvPr id="21" name="圖形 20">
              <a:extLst>
                <a:ext uri="{FF2B5EF4-FFF2-40B4-BE49-F238E27FC236}">
                  <a16:creationId xmlns:a16="http://schemas.microsoft.com/office/drawing/2014/main" id="{50F64775-403B-BEE7-3DFC-5FA4C6B14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857167" y="2673845"/>
              <a:ext cx="824016" cy="824016"/>
            </a:xfrm>
            <a:prstGeom prst="rect">
              <a:avLst/>
            </a:prstGeom>
          </p:spPr>
        </p:pic>
        <p:pic>
          <p:nvPicPr>
            <p:cNvPr id="23" name="圖形 22">
              <a:extLst>
                <a:ext uri="{FF2B5EF4-FFF2-40B4-BE49-F238E27FC236}">
                  <a16:creationId xmlns:a16="http://schemas.microsoft.com/office/drawing/2014/main" id="{03C9611A-3C54-852F-5E58-F185A70F5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63407" y="2673845"/>
              <a:ext cx="824016" cy="824016"/>
            </a:xfrm>
            <a:prstGeom prst="rect">
              <a:avLst/>
            </a:prstGeom>
          </p:spPr>
        </p:pic>
        <p:sp>
          <p:nvSpPr>
            <p:cNvPr id="24" name="圓角矩形 23">
              <a:extLst>
                <a:ext uri="{FF2B5EF4-FFF2-40B4-BE49-F238E27FC236}">
                  <a16:creationId xmlns:a16="http://schemas.microsoft.com/office/drawing/2014/main" id="{C55F73E0-D766-2377-7FB4-59AFAE68224A}"/>
                </a:ext>
              </a:extLst>
            </p:cNvPr>
            <p:cNvSpPr/>
            <p:nvPr/>
          </p:nvSpPr>
          <p:spPr>
            <a:xfrm>
              <a:off x="9770780" y="2174768"/>
              <a:ext cx="997792" cy="1683327"/>
            </a:xfrm>
            <a:prstGeom prst="roundRect">
              <a:avLst>
                <a:gd name="adj" fmla="val 6221"/>
              </a:avLst>
            </a:prstGeom>
            <a:noFill/>
            <a:ln>
              <a:solidFill>
                <a:srgbClr val="2039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6" name="直線箭頭接點 25">
              <a:extLst>
                <a:ext uri="{FF2B5EF4-FFF2-40B4-BE49-F238E27FC236}">
                  <a16:creationId xmlns:a16="http://schemas.microsoft.com/office/drawing/2014/main" id="{1082A398-8AAD-0404-85C1-78FAB2D96E00}"/>
                </a:ext>
              </a:extLst>
            </p:cNvPr>
            <p:cNvCxnSpPr/>
            <p:nvPr/>
          </p:nvCxnSpPr>
          <p:spPr>
            <a:xfrm>
              <a:off x="3199048" y="3085852"/>
              <a:ext cx="528890" cy="0"/>
            </a:xfrm>
            <a:prstGeom prst="straightConnector1">
              <a:avLst/>
            </a:prstGeom>
            <a:ln>
              <a:solidFill>
                <a:srgbClr val="20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B5860FC9-B6CB-D0EE-E4C1-7DAA0E72B32F}"/>
                </a:ext>
              </a:extLst>
            </p:cNvPr>
            <p:cNvCxnSpPr/>
            <p:nvPr/>
          </p:nvCxnSpPr>
          <p:spPr>
            <a:xfrm>
              <a:off x="4749553" y="3085852"/>
              <a:ext cx="528890" cy="0"/>
            </a:xfrm>
            <a:prstGeom prst="straightConnector1">
              <a:avLst/>
            </a:prstGeom>
            <a:ln>
              <a:solidFill>
                <a:srgbClr val="20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4969B491-595E-F995-6CA7-D71C994141B4}"/>
                </a:ext>
              </a:extLst>
            </p:cNvPr>
            <p:cNvCxnSpPr>
              <a:cxnSpLocks/>
            </p:cNvCxnSpPr>
            <p:nvPr/>
          </p:nvCxnSpPr>
          <p:spPr>
            <a:xfrm>
              <a:off x="6172836" y="3085852"/>
              <a:ext cx="617578" cy="0"/>
            </a:xfrm>
            <a:prstGeom prst="straightConnector1">
              <a:avLst/>
            </a:prstGeom>
            <a:ln>
              <a:solidFill>
                <a:srgbClr val="20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763127EB-2B84-1217-EAA9-4C8B34A1DC13}"/>
                </a:ext>
              </a:extLst>
            </p:cNvPr>
            <p:cNvCxnSpPr>
              <a:cxnSpLocks/>
            </p:cNvCxnSpPr>
            <p:nvPr/>
          </p:nvCxnSpPr>
          <p:spPr>
            <a:xfrm>
              <a:off x="7699486" y="3085852"/>
              <a:ext cx="617578" cy="0"/>
            </a:xfrm>
            <a:prstGeom prst="straightConnector1">
              <a:avLst/>
            </a:prstGeom>
            <a:ln>
              <a:solidFill>
                <a:srgbClr val="20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箭頭接點 31">
              <a:extLst>
                <a:ext uri="{FF2B5EF4-FFF2-40B4-BE49-F238E27FC236}">
                  <a16:creationId xmlns:a16="http://schemas.microsoft.com/office/drawing/2014/main" id="{F54FCB41-8A10-2FA9-57E1-92AE36DD5F6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380" y="3085852"/>
              <a:ext cx="617578" cy="0"/>
            </a:xfrm>
            <a:prstGeom prst="straightConnector1">
              <a:avLst/>
            </a:prstGeom>
            <a:ln>
              <a:solidFill>
                <a:srgbClr val="203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D85CAAF-5AC7-D3A6-ED67-52DAFADA584B}"/>
                </a:ext>
              </a:extLst>
            </p:cNvPr>
            <p:cNvSpPr txBox="1"/>
            <p:nvPr/>
          </p:nvSpPr>
          <p:spPr>
            <a:xfrm>
              <a:off x="2198479" y="2146823"/>
              <a:ext cx="4411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Input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99F7055E-C231-9506-276E-7ED1FB9D55B8}"/>
                </a:ext>
              </a:extLst>
            </p:cNvPr>
            <p:cNvSpPr txBox="1"/>
            <p:nvPr/>
          </p:nvSpPr>
          <p:spPr>
            <a:xfrm>
              <a:off x="5219975" y="2146823"/>
              <a:ext cx="7553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Processing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AE441FD0-98B3-CA0D-07DC-2ABF57F18A42}"/>
                </a:ext>
              </a:extLst>
            </p:cNvPr>
            <p:cNvSpPr txBox="1"/>
            <p:nvPr/>
          </p:nvSpPr>
          <p:spPr>
            <a:xfrm>
              <a:off x="9736315" y="214682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Output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45C4FB5-45BC-BBBF-2154-E3B94A74499E}"/>
                </a:ext>
              </a:extLst>
            </p:cNvPr>
            <p:cNvSpPr txBox="1"/>
            <p:nvPr/>
          </p:nvSpPr>
          <p:spPr>
            <a:xfrm>
              <a:off x="2551932" y="3627263"/>
              <a:ext cx="4283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User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A36E8E0E-8580-077B-3F0B-BB18B7956107}"/>
                </a:ext>
              </a:extLst>
            </p:cNvPr>
            <p:cNvSpPr txBox="1"/>
            <p:nvPr/>
          </p:nvSpPr>
          <p:spPr>
            <a:xfrm>
              <a:off x="5375186" y="3627263"/>
              <a:ext cx="7553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Parse Vars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EED0665-D439-7A9C-CA54-57411E47F48A}"/>
                </a:ext>
              </a:extLst>
            </p:cNvPr>
            <p:cNvSpPr txBox="1"/>
            <p:nvPr/>
          </p:nvSpPr>
          <p:spPr>
            <a:xfrm>
              <a:off x="6836304" y="3627263"/>
              <a:ext cx="83869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Calc &amp; Chart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0E20F0E-2B81-5C18-8EAF-C9EF45C21812}"/>
                </a:ext>
              </a:extLst>
            </p:cNvPr>
            <p:cNvSpPr txBox="1"/>
            <p:nvPr/>
          </p:nvSpPr>
          <p:spPr>
            <a:xfrm>
              <a:off x="8468882" y="3627263"/>
              <a:ext cx="5950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Preview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71EE8B38-58EB-EF7C-744C-A633CF391626}"/>
                </a:ext>
              </a:extLst>
            </p:cNvPr>
            <p:cNvSpPr txBox="1"/>
            <p:nvPr/>
          </p:nvSpPr>
          <p:spPr>
            <a:xfrm>
              <a:off x="10010149" y="3627263"/>
              <a:ext cx="5180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Export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823BFB1F-C478-9AE6-3434-1828A2607FA2}"/>
                </a:ext>
              </a:extLst>
            </p:cNvPr>
            <p:cNvSpPr txBox="1"/>
            <p:nvPr/>
          </p:nvSpPr>
          <p:spPr>
            <a:xfrm>
              <a:off x="3811196" y="3627263"/>
              <a:ext cx="5501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900" dirty="0">
                  <a:solidFill>
                    <a:srgbClr val="20398A"/>
                  </a:solidFill>
                  <a:latin typeface=""/>
                </a:rPr>
                <a:t>Upload</a:t>
              </a:r>
              <a:endParaRPr kumimoji="1" lang="zh-TW" altLang="en-US" sz="900" dirty="0">
                <a:solidFill>
                  <a:srgbClr val="20398A"/>
                </a:solidFill>
                <a:latin typeface="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95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9DCC1-67F8-DDC2-28CC-C5E89AEC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圖形 2">
            <a:extLst>
              <a:ext uri="{FF2B5EF4-FFF2-40B4-BE49-F238E27FC236}">
                <a16:creationId xmlns:a16="http://schemas.microsoft.com/office/drawing/2014/main" id="{850B37B5-6688-C9BB-4653-F1E47E34DF21}"/>
              </a:ext>
            </a:extLst>
          </p:cNvPr>
          <p:cNvGrpSpPr/>
          <p:nvPr/>
        </p:nvGrpSpPr>
        <p:grpSpPr>
          <a:xfrm>
            <a:off x="3316514" y="1836057"/>
            <a:ext cx="2489200" cy="2489200"/>
            <a:chOff x="3316514" y="1836057"/>
            <a:chExt cx="2489200" cy="2489200"/>
          </a:xfrm>
          <a:solidFill>
            <a:srgbClr val="20398A"/>
          </a:solidFill>
        </p:grpSpPr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7D8E3E82-3CA1-B418-A003-A58854DF7230}"/>
                </a:ext>
              </a:extLst>
            </p:cNvPr>
            <p:cNvSpPr/>
            <p:nvPr/>
          </p:nvSpPr>
          <p:spPr>
            <a:xfrm flipV="1">
              <a:off x="3316514" y="1836057"/>
              <a:ext cx="355600" cy="355600"/>
            </a:xfrm>
            <a:custGeom>
              <a:avLst/>
              <a:gdLst>
                <a:gd name="connsiteX0" fmla="*/ -144 w 355600"/>
                <a:gd name="connsiteY0" fmla="*/ 175976 h 355600"/>
                <a:gd name="connsiteX1" fmla="*/ -144 w 355600"/>
                <a:gd name="connsiteY1" fmla="*/ -1824 h 355600"/>
                <a:gd name="connsiteX2" fmla="*/ 177656 w 355600"/>
                <a:gd name="connsiteY2" fmla="*/ -1824 h 355600"/>
                <a:gd name="connsiteX3" fmla="*/ 355456 w 355600"/>
                <a:gd name="connsiteY3" fmla="*/ -1824 h 355600"/>
                <a:gd name="connsiteX4" fmla="*/ 355456 w 355600"/>
                <a:gd name="connsiteY4" fmla="*/ 175976 h 355600"/>
                <a:gd name="connsiteX5" fmla="*/ 355456 w 355600"/>
                <a:gd name="connsiteY5" fmla="*/ 353776 h 355600"/>
                <a:gd name="connsiteX6" fmla="*/ 177656 w 355600"/>
                <a:gd name="connsiteY6" fmla="*/ 353776 h 355600"/>
                <a:gd name="connsiteX7" fmla="*/ -144 w 355600"/>
                <a:gd name="connsiteY7" fmla="*/ 353776 h 355600"/>
                <a:gd name="connsiteX8" fmla="*/ -144 w 355600"/>
                <a:gd name="connsiteY8" fmla="*/ 175976 h 355600"/>
                <a:gd name="connsiteX9" fmla="*/ 304656 w 355600"/>
                <a:gd name="connsiteY9" fmla="*/ 175976 h 355600"/>
                <a:gd name="connsiteX10" fmla="*/ 304656 w 355600"/>
                <a:gd name="connsiteY10" fmla="*/ 48976 h 355600"/>
                <a:gd name="connsiteX11" fmla="*/ 177656 w 355600"/>
                <a:gd name="connsiteY11" fmla="*/ 48976 h 355600"/>
                <a:gd name="connsiteX12" fmla="*/ 50656 w 355600"/>
                <a:gd name="connsiteY12" fmla="*/ 48976 h 355600"/>
                <a:gd name="connsiteX13" fmla="*/ 50656 w 355600"/>
                <a:gd name="connsiteY13" fmla="*/ 175976 h 355600"/>
                <a:gd name="connsiteX14" fmla="*/ 50656 w 355600"/>
                <a:gd name="connsiteY14" fmla="*/ 302976 h 355600"/>
                <a:gd name="connsiteX15" fmla="*/ 177656 w 355600"/>
                <a:gd name="connsiteY15" fmla="*/ 302976 h 355600"/>
                <a:gd name="connsiteX16" fmla="*/ 304656 w 355600"/>
                <a:gd name="connsiteY16" fmla="*/ 302976 h 355600"/>
                <a:gd name="connsiteX17" fmla="*/ 304656 w 355600"/>
                <a:gd name="connsiteY17" fmla="*/ 175976 h 3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355600">
                  <a:moveTo>
                    <a:pt x="-144" y="175976"/>
                  </a:moveTo>
                  <a:lnTo>
                    <a:pt x="-144" y="-1824"/>
                  </a:lnTo>
                  <a:lnTo>
                    <a:pt x="177656" y="-1824"/>
                  </a:lnTo>
                  <a:lnTo>
                    <a:pt x="355456" y="-1824"/>
                  </a:lnTo>
                  <a:lnTo>
                    <a:pt x="355456" y="175976"/>
                  </a:lnTo>
                  <a:lnTo>
                    <a:pt x="355456" y="353776"/>
                  </a:lnTo>
                  <a:lnTo>
                    <a:pt x="177656" y="353776"/>
                  </a:lnTo>
                  <a:lnTo>
                    <a:pt x="-144" y="353776"/>
                  </a:lnTo>
                  <a:lnTo>
                    <a:pt x="-144" y="175976"/>
                  </a:lnTo>
                  <a:close/>
                  <a:moveTo>
                    <a:pt x="304656" y="175976"/>
                  </a:moveTo>
                  <a:lnTo>
                    <a:pt x="304656" y="48976"/>
                  </a:lnTo>
                  <a:lnTo>
                    <a:pt x="177656" y="48976"/>
                  </a:lnTo>
                  <a:lnTo>
                    <a:pt x="50656" y="48976"/>
                  </a:lnTo>
                  <a:lnTo>
                    <a:pt x="50656" y="175976"/>
                  </a:lnTo>
                  <a:lnTo>
                    <a:pt x="50656" y="302976"/>
                  </a:lnTo>
                  <a:lnTo>
                    <a:pt x="177656" y="302976"/>
                  </a:lnTo>
                  <a:lnTo>
                    <a:pt x="304656" y="302976"/>
                  </a:lnTo>
                  <a:lnTo>
                    <a:pt x="304656" y="175976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A503B35F-8B93-3E1E-BF9A-4E87B19FE1E8}"/>
                </a:ext>
              </a:extLst>
            </p:cNvPr>
            <p:cNvSpPr/>
            <p:nvPr/>
          </p:nvSpPr>
          <p:spPr>
            <a:xfrm flipV="1">
              <a:off x="3418114" y="1937657"/>
              <a:ext cx="152400" cy="152400"/>
            </a:xfrm>
            <a:custGeom>
              <a:avLst/>
              <a:gdLst>
                <a:gd name="connsiteX0" fmla="*/ -144 w 152400"/>
                <a:gd name="connsiteY0" fmla="*/ 74376 h 152400"/>
                <a:gd name="connsiteX1" fmla="*/ -144 w 152400"/>
                <a:gd name="connsiteY1" fmla="*/ -1824 h 152400"/>
                <a:gd name="connsiteX2" fmla="*/ 76056 w 152400"/>
                <a:gd name="connsiteY2" fmla="*/ -1824 h 152400"/>
                <a:gd name="connsiteX3" fmla="*/ 152256 w 152400"/>
                <a:gd name="connsiteY3" fmla="*/ -1824 h 152400"/>
                <a:gd name="connsiteX4" fmla="*/ 152256 w 152400"/>
                <a:gd name="connsiteY4" fmla="*/ 74376 h 152400"/>
                <a:gd name="connsiteX5" fmla="*/ 152256 w 152400"/>
                <a:gd name="connsiteY5" fmla="*/ 150576 h 152400"/>
                <a:gd name="connsiteX6" fmla="*/ 76056 w 152400"/>
                <a:gd name="connsiteY6" fmla="*/ 150576 h 152400"/>
                <a:gd name="connsiteX7" fmla="*/ -144 w 152400"/>
                <a:gd name="connsiteY7" fmla="*/ 150576 h 152400"/>
                <a:gd name="connsiteX8" fmla="*/ -144 w 152400"/>
                <a:gd name="connsiteY8" fmla="*/ 7437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152400">
                  <a:moveTo>
                    <a:pt x="-144" y="74376"/>
                  </a:moveTo>
                  <a:lnTo>
                    <a:pt x="-144" y="-1824"/>
                  </a:lnTo>
                  <a:lnTo>
                    <a:pt x="76056" y="-1824"/>
                  </a:lnTo>
                  <a:lnTo>
                    <a:pt x="152256" y="-1824"/>
                  </a:lnTo>
                  <a:lnTo>
                    <a:pt x="152256" y="74376"/>
                  </a:lnTo>
                  <a:lnTo>
                    <a:pt x="152256" y="150576"/>
                  </a:lnTo>
                  <a:lnTo>
                    <a:pt x="76056" y="150576"/>
                  </a:lnTo>
                  <a:lnTo>
                    <a:pt x="-144" y="150576"/>
                  </a:lnTo>
                  <a:lnTo>
                    <a:pt x="-144" y="74376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" name="手繪多邊形 6">
              <a:extLst>
                <a:ext uri="{FF2B5EF4-FFF2-40B4-BE49-F238E27FC236}">
                  <a16:creationId xmlns:a16="http://schemas.microsoft.com/office/drawing/2014/main" id="{164835A7-C751-9A22-B83F-1EA26F4F78B5}"/>
                </a:ext>
              </a:extLst>
            </p:cNvPr>
            <p:cNvSpPr/>
            <p:nvPr/>
          </p:nvSpPr>
          <p:spPr>
            <a:xfrm flipV="1">
              <a:off x="3316514" y="1836057"/>
              <a:ext cx="2489200" cy="2489200"/>
            </a:xfrm>
            <a:custGeom>
              <a:avLst/>
              <a:gdLst>
                <a:gd name="connsiteX0" fmla="*/ 456300 w 2489200"/>
                <a:gd name="connsiteY0" fmla="*/ 2462900 h 2489200"/>
                <a:gd name="connsiteX1" fmla="*/ 430900 w 2489200"/>
                <a:gd name="connsiteY1" fmla="*/ 2437500 h 2489200"/>
                <a:gd name="connsiteX2" fmla="*/ 405500 w 2489200"/>
                <a:gd name="connsiteY2" fmla="*/ 2361300 h 2489200"/>
                <a:gd name="connsiteX3" fmla="*/ 430900 w 2489200"/>
                <a:gd name="connsiteY3" fmla="*/ 2285100 h 2489200"/>
                <a:gd name="connsiteX4" fmla="*/ 456300 w 2489200"/>
                <a:gd name="connsiteY4" fmla="*/ 2259700 h 2489200"/>
                <a:gd name="connsiteX5" fmla="*/ 430900 w 2489200"/>
                <a:gd name="connsiteY5" fmla="*/ 2234300 h 2489200"/>
                <a:gd name="connsiteX6" fmla="*/ 405500 w 2489200"/>
                <a:gd name="connsiteY6" fmla="*/ 2183500 h 2489200"/>
                <a:gd name="connsiteX7" fmla="*/ 430900 w 2489200"/>
                <a:gd name="connsiteY7" fmla="*/ 2132700 h 2489200"/>
                <a:gd name="connsiteX8" fmla="*/ 456300 w 2489200"/>
                <a:gd name="connsiteY8" fmla="*/ 2081900 h 2489200"/>
                <a:gd name="connsiteX9" fmla="*/ 456300 w 2489200"/>
                <a:gd name="connsiteY9" fmla="*/ 2031100 h 2489200"/>
                <a:gd name="connsiteX10" fmla="*/ 405500 w 2489200"/>
                <a:gd name="connsiteY10" fmla="*/ 2031100 h 2489200"/>
                <a:gd name="connsiteX11" fmla="*/ 354700 w 2489200"/>
                <a:gd name="connsiteY11" fmla="*/ 2056500 h 2489200"/>
                <a:gd name="connsiteX12" fmla="*/ 329300 w 2489200"/>
                <a:gd name="connsiteY12" fmla="*/ 2081900 h 2489200"/>
                <a:gd name="connsiteX13" fmla="*/ 303900 w 2489200"/>
                <a:gd name="connsiteY13" fmla="*/ 2056500 h 2489200"/>
                <a:gd name="connsiteX14" fmla="*/ 278500 w 2489200"/>
                <a:gd name="connsiteY14" fmla="*/ 2031100 h 2489200"/>
                <a:gd name="connsiteX15" fmla="*/ 253100 w 2489200"/>
                <a:gd name="connsiteY15" fmla="*/ 2005700 h 2489200"/>
                <a:gd name="connsiteX16" fmla="*/ 278500 w 2489200"/>
                <a:gd name="connsiteY16" fmla="*/ 1980300 h 2489200"/>
                <a:gd name="connsiteX17" fmla="*/ 303900 w 2489200"/>
                <a:gd name="connsiteY17" fmla="*/ 1954900 h 2489200"/>
                <a:gd name="connsiteX18" fmla="*/ 227700 w 2489200"/>
                <a:gd name="connsiteY18" fmla="*/ 1929500 h 2489200"/>
                <a:gd name="connsiteX19" fmla="*/ 151500 w 2489200"/>
                <a:gd name="connsiteY19" fmla="*/ 1904100 h 2489200"/>
                <a:gd name="connsiteX20" fmla="*/ 126100 w 2489200"/>
                <a:gd name="connsiteY20" fmla="*/ 1878700 h 2489200"/>
                <a:gd name="connsiteX21" fmla="*/ 100700 w 2489200"/>
                <a:gd name="connsiteY21" fmla="*/ 1904100 h 2489200"/>
                <a:gd name="connsiteX22" fmla="*/ 49900 w 2489200"/>
                <a:gd name="connsiteY22" fmla="*/ 1929500 h 2489200"/>
                <a:gd name="connsiteX23" fmla="*/ -900 w 2489200"/>
                <a:gd name="connsiteY23" fmla="*/ 1904100 h 2489200"/>
                <a:gd name="connsiteX24" fmla="*/ 24500 w 2489200"/>
                <a:gd name="connsiteY24" fmla="*/ 1878700 h 2489200"/>
                <a:gd name="connsiteX25" fmla="*/ 49900 w 2489200"/>
                <a:gd name="connsiteY25" fmla="*/ 1853300 h 2489200"/>
                <a:gd name="connsiteX26" fmla="*/ 75300 w 2489200"/>
                <a:gd name="connsiteY26" fmla="*/ 1827900 h 2489200"/>
                <a:gd name="connsiteX27" fmla="*/ 100700 w 2489200"/>
                <a:gd name="connsiteY27" fmla="*/ 1777100 h 2489200"/>
                <a:gd name="connsiteX28" fmla="*/ 126100 w 2489200"/>
                <a:gd name="connsiteY28" fmla="*/ 1726300 h 2489200"/>
                <a:gd name="connsiteX29" fmla="*/ 151500 w 2489200"/>
                <a:gd name="connsiteY29" fmla="*/ 1802500 h 2489200"/>
                <a:gd name="connsiteX30" fmla="*/ 176900 w 2489200"/>
                <a:gd name="connsiteY30" fmla="*/ 1878700 h 2489200"/>
                <a:gd name="connsiteX31" fmla="*/ 202300 w 2489200"/>
                <a:gd name="connsiteY31" fmla="*/ 1853300 h 2489200"/>
                <a:gd name="connsiteX32" fmla="*/ 227700 w 2489200"/>
                <a:gd name="connsiteY32" fmla="*/ 1827900 h 2489200"/>
                <a:gd name="connsiteX33" fmla="*/ 253100 w 2489200"/>
                <a:gd name="connsiteY33" fmla="*/ 1777100 h 2489200"/>
                <a:gd name="connsiteX34" fmla="*/ 253100 w 2489200"/>
                <a:gd name="connsiteY34" fmla="*/ 1726300 h 2489200"/>
                <a:gd name="connsiteX35" fmla="*/ 303900 w 2489200"/>
                <a:gd name="connsiteY35" fmla="*/ 1726300 h 2489200"/>
                <a:gd name="connsiteX36" fmla="*/ 354700 w 2489200"/>
                <a:gd name="connsiteY36" fmla="*/ 1700900 h 2489200"/>
                <a:gd name="connsiteX37" fmla="*/ 303900 w 2489200"/>
                <a:gd name="connsiteY37" fmla="*/ 1675500 h 2489200"/>
                <a:gd name="connsiteX38" fmla="*/ 253100 w 2489200"/>
                <a:gd name="connsiteY38" fmla="*/ 1650100 h 2489200"/>
                <a:gd name="connsiteX39" fmla="*/ 227700 w 2489200"/>
                <a:gd name="connsiteY39" fmla="*/ 1624700 h 2489200"/>
                <a:gd name="connsiteX40" fmla="*/ 202300 w 2489200"/>
                <a:gd name="connsiteY40" fmla="*/ 1548500 h 2489200"/>
                <a:gd name="connsiteX41" fmla="*/ 202300 w 2489200"/>
                <a:gd name="connsiteY41" fmla="*/ 1472300 h 2489200"/>
                <a:gd name="connsiteX42" fmla="*/ 253100 w 2489200"/>
                <a:gd name="connsiteY42" fmla="*/ 1472300 h 2489200"/>
                <a:gd name="connsiteX43" fmla="*/ 303900 w 2489200"/>
                <a:gd name="connsiteY43" fmla="*/ 1446900 h 2489200"/>
                <a:gd name="connsiteX44" fmla="*/ 278500 w 2489200"/>
                <a:gd name="connsiteY44" fmla="*/ 1421500 h 2489200"/>
                <a:gd name="connsiteX45" fmla="*/ 253100 w 2489200"/>
                <a:gd name="connsiteY45" fmla="*/ 1396100 h 2489200"/>
                <a:gd name="connsiteX46" fmla="*/ 202300 w 2489200"/>
                <a:gd name="connsiteY46" fmla="*/ 1370700 h 2489200"/>
                <a:gd name="connsiteX47" fmla="*/ 151500 w 2489200"/>
                <a:gd name="connsiteY47" fmla="*/ 1370700 h 2489200"/>
                <a:gd name="connsiteX48" fmla="*/ 151500 w 2489200"/>
                <a:gd name="connsiteY48" fmla="*/ 1421500 h 2489200"/>
                <a:gd name="connsiteX49" fmla="*/ 126100 w 2489200"/>
                <a:gd name="connsiteY49" fmla="*/ 1472300 h 2489200"/>
                <a:gd name="connsiteX50" fmla="*/ 100700 w 2489200"/>
                <a:gd name="connsiteY50" fmla="*/ 1497700 h 2489200"/>
                <a:gd name="connsiteX51" fmla="*/ 126100 w 2489200"/>
                <a:gd name="connsiteY51" fmla="*/ 1523100 h 2489200"/>
                <a:gd name="connsiteX52" fmla="*/ 151500 w 2489200"/>
                <a:gd name="connsiteY52" fmla="*/ 1599300 h 2489200"/>
                <a:gd name="connsiteX53" fmla="*/ 126100 w 2489200"/>
                <a:gd name="connsiteY53" fmla="*/ 1675500 h 2489200"/>
                <a:gd name="connsiteX54" fmla="*/ 100700 w 2489200"/>
                <a:gd name="connsiteY54" fmla="*/ 1650100 h 2489200"/>
                <a:gd name="connsiteX55" fmla="*/ 49900 w 2489200"/>
                <a:gd name="connsiteY55" fmla="*/ 1624700 h 2489200"/>
                <a:gd name="connsiteX56" fmla="*/ -900 w 2489200"/>
                <a:gd name="connsiteY56" fmla="*/ 1624700 h 2489200"/>
                <a:gd name="connsiteX57" fmla="*/ -900 w 2489200"/>
                <a:gd name="connsiteY57" fmla="*/ 1573900 h 2489200"/>
                <a:gd name="connsiteX58" fmla="*/ 24500 w 2489200"/>
                <a:gd name="connsiteY58" fmla="*/ 1523100 h 2489200"/>
                <a:gd name="connsiteX59" fmla="*/ 49900 w 2489200"/>
                <a:gd name="connsiteY59" fmla="*/ 1472300 h 2489200"/>
                <a:gd name="connsiteX60" fmla="*/ 24500 w 2489200"/>
                <a:gd name="connsiteY60" fmla="*/ 1421500 h 2489200"/>
                <a:gd name="connsiteX61" fmla="*/ -900 w 2489200"/>
                <a:gd name="connsiteY61" fmla="*/ 1294500 h 2489200"/>
                <a:gd name="connsiteX62" fmla="*/ 24500 w 2489200"/>
                <a:gd name="connsiteY62" fmla="*/ 1167500 h 2489200"/>
                <a:gd name="connsiteX63" fmla="*/ 49900 w 2489200"/>
                <a:gd name="connsiteY63" fmla="*/ 1142100 h 2489200"/>
                <a:gd name="connsiteX64" fmla="*/ 24500 w 2489200"/>
                <a:gd name="connsiteY64" fmla="*/ 1116700 h 2489200"/>
                <a:gd name="connsiteX65" fmla="*/ -900 w 2489200"/>
                <a:gd name="connsiteY65" fmla="*/ 1015100 h 2489200"/>
                <a:gd name="connsiteX66" fmla="*/ 24500 w 2489200"/>
                <a:gd name="connsiteY66" fmla="*/ 913500 h 2489200"/>
                <a:gd name="connsiteX67" fmla="*/ 49900 w 2489200"/>
                <a:gd name="connsiteY67" fmla="*/ 888100 h 2489200"/>
                <a:gd name="connsiteX68" fmla="*/ 24500 w 2489200"/>
                <a:gd name="connsiteY68" fmla="*/ 862700 h 2489200"/>
                <a:gd name="connsiteX69" fmla="*/ -900 w 2489200"/>
                <a:gd name="connsiteY69" fmla="*/ 837300 h 2489200"/>
                <a:gd name="connsiteX70" fmla="*/ 24500 w 2489200"/>
                <a:gd name="connsiteY70" fmla="*/ 811900 h 2489200"/>
                <a:gd name="connsiteX71" fmla="*/ 49900 w 2489200"/>
                <a:gd name="connsiteY71" fmla="*/ 761100 h 2489200"/>
                <a:gd name="connsiteX72" fmla="*/ 24500 w 2489200"/>
                <a:gd name="connsiteY72" fmla="*/ 710300 h 2489200"/>
                <a:gd name="connsiteX73" fmla="*/ -900 w 2489200"/>
                <a:gd name="connsiteY73" fmla="*/ 659500 h 2489200"/>
                <a:gd name="connsiteX74" fmla="*/ 24500 w 2489200"/>
                <a:gd name="connsiteY74" fmla="*/ 608700 h 2489200"/>
                <a:gd name="connsiteX75" fmla="*/ 49900 w 2489200"/>
                <a:gd name="connsiteY75" fmla="*/ 532500 h 2489200"/>
                <a:gd name="connsiteX76" fmla="*/ 24500 w 2489200"/>
                <a:gd name="connsiteY76" fmla="*/ 456300 h 2489200"/>
                <a:gd name="connsiteX77" fmla="*/ -900 w 2489200"/>
                <a:gd name="connsiteY77" fmla="*/ 430900 h 2489200"/>
                <a:gd name="connsiteX78" fmla="*/ 75300 w 2489200"/>
                <a:gd name="connsiteY78" fmla="*/ 405500 h 2489200"/>
                <a:gd name="connsiteX79" fmla="*/ 151500 w 2489200"/>
                <a:gd name="connsiteY79" fmla="*/ 430900 h 2489200"/>
                <a:gd name="connsiteX80" fmla="*/ 176900 w 2489200"/>
                <a:gd name="connsiteY80" fmla="*/ 456300 h 2489200"/>
                <a:gd name="connsiteX81" fmla="*/ 202300 w 2489200"/>
                <a:gd name="connsiteY81" fmla="*/ 481700 h 2489200"/>
                <a:gd name="connsiteX82" fmla="*/ 151500 w 2489200"/>
                <a:gd name="connsiteY82" fmla="*/ 507100 h 2489200"/>
                <a:gd name="connsiteX83" fmla="*/ 100700 w 2489200"/>
                <a:gd name="connsiteY83" fmla="*/ 532500 h 2489200"/>
                <a:gd name="connsiteX84" fmla="*/ 126100 w 2489200"/>
                <a:gd name="connsiteY84" fmla="*/ 557900 h 2489200"/>
                <a:gd name="connsiteX85" fmla="*/ 151500 w 2489200"/>
                <a:gd name="connsiteY85" fmla="*/ 583300 h 2489200"/>
                <a:gd name="connsiteX86" fmla="*/ 176900 w 2489200"/>
                <a:gd name="connsiteY86" fmla="*/ 608700 h 2489200"/>
                <a:gd name="connsiteX87" fmla="*/ 202300 w 2489200"/>
                <a:gd name="connsiteY87" fmla="*/ 583300 h 2489200"/>
                <a:gd name="connsiteX88" fmla="*/ 227700 w 2489200"/>
                <a:gd name="connsiteY88" fmla="*/ 557900 h 2489200"/>
                <a:gd name="connsiteX89" fmla="*/ 253100 w 2489200"/>
                <a:gd name="connsiteY89" fmla="*/ 532500 h 2489200"/>
                <a:gd name="connsiteX90" fmla="*/ 303900 w 2489200"/>
                <a:gd name="connsiteY90" fmla="*/ 507100 h 2489200"/>
                <a:gd name="connsiteX91" fmla="*/ 354700 w 2489200"/>
                <a:gd name="connsiteY91" fmla="*/ 481700 h 2489200"/>
                <a:gd name="connsiteX92" fmla="*/ 329300 w 2489200"/>
                <a:gd name="connsiteY92" fmla="*/ 456300 h 2489200"/>
                <a:gd name="connsiteX93" fmla="*/ 303900 w 2489200"/>
                <a:gd name="connsiteY93" fmla="*/ 430900 h 2489200"/>
                <a:gd name="connsiteX94" fmla="*/ 329300 w 2489200"/>
                <a:gd name="connsiteY94" fmla="*/ 405500 h 2489200"/>
                <a:gd name="connsiteX95" fmla="*/ 354700 w 2489200"/>
                <a:gd name="connsiteY95" fmla="*/ 430900 h 2489200"/>
                <a:gd name="connsiteX96" fmla="*/ 380100 w 2489200"/>
                <a:gd name="connsiteY96" fmla="*/ 456300 h 2489200"/>
                <a:gd name="connsiteX97" fmla="*/ 405500 w 2489200"/>
                <a:gd name="connsiteY97" fmla="*/ 481700 h 2489200"/>
                <a:gd name="connsiteX98" fmla="*/ 430900 w 2489200"/>
                <a:gd name="connsiteY98" fmla="*/ 507100 h 2489200"/>
                <a:gd name="connsiteX99" fmla="*/ 456300 w 2489200"/>
                <a:gd name="connsiteY99" fmla="*/ 634100 h 2489200"/>
                <a:gd name="connsiteX100" fmla="*/ 481700 w 2489200"/>
                <a:gd name="connsiteY100" fmla="*/ 761100 h 2489200"/>
                <a:gd name="connsiteX101" fmla="*/ 507100 w 2489200"/>
                <a:gd name="connsiteY101" fmla="*/ 735700 h 2489200"/>
                <a:gd name="connsiteX102" fmla="*/ 557900 w 2489200"/>
                <a:gd name="connsiteY102" fmla="*/ 710300 h 2489200"/>
                <a:gd name="connsiteX103" fmla="*/ 608700 w 2489200"/>
                <a:gd name="connsiteY103" fmla="*/ 684900 h 2489200"/>
                <a:gd name="connsiteX104" fmla="*/ 557900 w 2489200"/>
                <a:gd name="connsiteY104" fmla="*/ 659500 h 2489200"/>
                <a:gd name="connsiteX105" fmla="*/ 507100 w 2489200"/>
                <a:gd name="connsiteY105" fmla="*/ 659500 h 2489200"/>
                <a:gd name="connsiteX106" fmla="*/ 507100 w 2489200"/>
                <a:gd name="connsiteY106" fmla="*/ 608700 h 2489200"/>
                <a:gd name="connsiteX107" fmla="*/ 507100 w 2489200"/>
                <a:gd name="connsiteY107" fmla="*/ 557900 h 2489200"/>
                <a:gd name="connsiteX108" fmla="*/ 557900 w 2489200"/>
                <a:gd name="connsiteY108" fmla="*/ 557900 h 2489200"/>
                <a:gd name="connsiteX109" fmla="*/ 608700 w 2489200"/>
                <a:gd name="connsiteY109" fmla="*/ 557900 h 2489200"/>
                <a:gd name="connsiteX110" fmla="*/ 608700 w 2489200"/>
                <a:gd name="connsiteY110" fmla="*/ 507100 h 2489200"/>
                <a:gd name="connsiteX111" fmla="*/ 583300 w 2489200"/>
                <a:gd name="connsiteY111" fmla="*/ 456300 h 2489200"/>
                <a:gd name="connsiteX112" fmla="*/ 557900 w 2489200"/>
                <a:gd name="connsiteY112" fmla="*/ 481700 h 2489200"/>
                <a:gd name="connsiteX113" fmla="*/ 532500 w 2489200"/>
                <a:gd name="connsiteY113" fmla="*/ 507100 h 2489200"/>
                <a:gd name="connsiteX114" fmla="*/ 507100 w 2489200"/>
                <a:gd name="connsiteY114" fmla="*/ 456300 h 2489200"/>
                <a:gd name="connsiteX115" fmla="*/ 481700 w 2489200"/>
                <a:gd name="connsiteY115" fmla="*/ 405500 h 2489200"/>
                <a:gd name="connsiteX116" fmla="*/ 456300 w 2489200"/>
                <a:gd name="connsiteY116" fmla="*/ 354700 h 2489200"/>
                <a:gd name="connsiteX117" fmla="*/ 456300 w 2489200"/>
                <a:gd name="connsiteY117" fmla="*/ 303900 h 2489200"/>
                <a:gd name="connsiteX118" fmla="*/ 507100 w 2489200"/>
                <a:gd name="connsiteY118" fmla="*/ 303900 h 2489200"/>
                <a:gd name="connsiteX119" fmla="*/ 557900 w 2489200"/>
                <a:gd name="connsiteY119" fmla="*/ 303900 h 2489200"/>
                <a:gd name="connsiteX120" fmla="*/ 557900 w 2489200"/>
                <a:gd name="connsiteY120" fmla="*/ 253100 h 2489200"/>
                <a:gd name="connsiteX121" fmla="*/ 557900 w 2489200"/>
                <a:gd name="connsiteY121" fmla="*/ 202300 h 2489200"/>
                <a:gd name="connsiteX122" fmla="*/ 507100 w 2489200"/>
                <a:gd name="connsiteY122" fmla="*/ 202300 h 2489200"/>
                <a:gd name="connsiteX123" fmla="*/ 456300 w 2489200"/>
                <a:gd name="connsiteY123" fmla="*/ 176900 h 2489200"/>
                <a:gd name="connsiteX124" fmla="*/ 430900 w 2489200"/>
                <a:gd name="connsiteY124" fmla="*/ 151500 h 2489200"/>
                <a:gd name="connsiteX125" fmla="*/ 405500 w 2489200"/>
                <a:gd name="connsiteY125" fmla="*/ 100700 h 2489200"/>
                <a:gd name="connsiteX126" fmla="*/ 430900 w 2489200"/>
                <a:gd name="connsiteY126" fmla="*/ 49900 h 2489200"/>
                <a:gd name="connsiteX127" fmla="*/ 456300 w 2489200"/>
                <a:gd name="connsiteY127" fmla="*/ 75300 h 2489200"/>
                <a:gd name="connsiteX128" fmla="*/ 481700 w 2489200"/>
                <a:gd name="connsiteY128" fmla="*/ 100700 h 2489200"/>
                <a:gd name="connsiteX129" fmla="*/ 507100 w 2489200"/>
                <a:gd name="connsiteY129" fmla="*/ 75300 h 2489200"/>
                <a:gd name="connsiteX130" fmla="*/ 532500 w 2489200"/>
                <a:gd name="connsiteY130" fmla="*/ 49900 h 2489200"/>
                <a:gd name="connsiteX131" fmla="*/ 557900 w 2489200"/>
                <a:gd name="connsiteY131" fmla="*/ 24500 h 2489200"/>
                <a:gd name="connsiteX132" fmla="*/ 583300 w 2489200"/>
                <a:gd name="connsiteY132" fmla="*/ -900 h 2489200"/>
                <a:gd name="connsiteX133" fmla="*/ 608700 w 2489200"/>
                <a:gd name="connsiteY133" fmla="*/ 49900 h 2489200"/>
                <a:gd name="connsiteX134" fmla="*/ 634100 w 2489200"/>
                <a:gd name="connsiteY134" fmla="*/ 100700 h 2489200"/>
                <a:gd name="connsiteX135" fmla="*/ 659500 w 2489200"/>
                <a:gd name="connsiteY135" fmla="*/ 126100 h 2489200"/>
                <a:gd name="connsiteX136" fmla="*/ 608700 w 2489200"/>
                <a:gd name="connsiteY136" fmla="*/ 151500 h 2489200"/>
                <a:gd name="connsiteX137" fmla="*/ 557900 w 2489200"/>
                <a:gd name="connsiteY137" fmla="*/ 176900 h 2489200"/>
                <a:gd name="connsiteX138" fmla="*/ 583300 w 2489200"/>
                <a:gd name="connsiteY138" fmla="*/ 202300 h 2489200"/>
                <a:gd name="connsiteX139" fmla="*/ 608700 w 2489200"/>
                <a:gd name="connsiteY139" fmla="*/ 227700 h 2489200"/>
                <a:gd name="connsiteX140" fmla="*/ 684900 w 2489200"/>
                <a:gd name="connsiteY140" fmla="*/ 253100 h 2489200"/>
                <a:gd name="connsiteX141" fmla="*/ 761100 w 2489200"/>
                <a:gd name="connsiteY141" fmla="*/ 227700 h 2489200"/>
                <a:gd name="connsiteX142" fmla="*/ 735700 w 2489200"/>
                <a:gd name="connsiteY142" fmla="*/ 202300 h 2489200"/>
                <a:gd name="connsiteX143" fmla="*/ 710300 w 2489200"/>
                <a:gd name="connsiteY143" fmla="*/ 176900 h 2489200"/>
                <a:gd name="connsiteX144" fmla="*/ 761100 w 2489200"/>
                <a:gd name="connsiteY144" fmla="*/ 151500 h 2489200"/>
                <a:gd name="connsiteX145" fmla="*/ 811900 w 2489200"/>
                <a:gd name="connsiteY145" fmla="*/ 176900 h 2489200"/>
                <a:gd name="connsiteX146" fmla="*/ 837300 w 2489200"/>
                <a:gd name="connsiteY146" fmla="*/ 202300 h 2489200"/>
                <a:gd name="connsiteX147" fmla="*/ 862700 w 2489200"/>
                <a:gd name="connsiteY147" fmla="*/ 227700 h 2489200"/>
                <a:gd name="connsiteX148" fmla="*/ 888100 w 2489200"/>
                <a:gd name="connsiteY148" fmla="*/ 253100 h 2489200"/>
                <a:gd name="connsiteX149" fmla="*/ 913500 w 2489200"/>
                <a:gd name="connsiteY149" fmla="*/ 202300 h 2489200"/>
                <a:gd name="connsiteX150" fmla="*/ 913500 w 2489200"/>
                <a:gd name="connsiteY150" fmla="*/ 151500 h 2489200"/>
                <a:gd name="connsiteX151" fmla="*/ 989700 w 2489200"/>
                <a:gd name="connsiteY151" fmla="*/ 151500 h 2489200"/>
                <a:gd name="connsiteX152" fmla="*/ 1065900 w 2489200"/>
                <a:gd name="connsiteY152" fmla="*/ 126100 h 2489200"/>
                <a:gd name="connsiteX153" fmla="*/ 1091300 w 2489200"/>
                <a:gd name="connsiteY153" fmla="*/ 100700 h 2489200"/>
                <a:gd name="connsiteX154" fmla="*/ 1116700 w 2489200"/>
                <a:gd name="connsiteY154" fmla="*/ 126100 h 2489200"/>
                <a:gd name="connsiteX155" fmla="*/ 1142100 w 2489200"/>
                <a:gd name="connsiteY155" fmla="*/ 151500 h 2489200"/>
                <a:gd name="connsiteX156" fmla="*/ 1167500 w 2489200"/>
                <a:gd name="connsiteY156" fmla="*/ 75300 h 2489200"/>
                <a:gd name="connsiteX157" fmla="*/ 1192900 w 2489200"/>
                <a:gd name="connsiteY157" fmla="*/ -900 h 2489200"/>
                <a:gd name="connsiteX158" fmla="*/ 1218300 w 2489200"/>
                <a:gd name="connsiteY158" fmla="*/ 49900 h 2489200"/>
                <a:gd name="connsiteX159" fmla="*/ 1243700 w 2489200"/>
                <a:gd name="connsiteY159" fmla="*/ 100700 h 2489200"/>
                <a:gd name="connsiteX160" fmla="*/ 1269100 w 2489200"/>
                <a:gd name="connsiteY160" fmla="*/ 49900 h 2489200"/>
                <a:gd name="connsiteX161" fmla="*/ 1294500 w 2489200"/>
                <a:gd name="connsiteY161" fmla="*/ -900 h 2489200"/>
                <a:gd name="connsiteX162" fmla="*/ 1319900 w 2489200"/>
                <a:gd name="connsiteY162" fmla="*/ 24500 h 2489200"/>
                <a:gd name="connsiteX163" fmla="*/ 1345300 w 2489200"/>
                <a:gd name="connsiteY163" fmla="*/ 49900 h 2489200"/>
                <a:gd name="connsiteX164" fmla="*/ 1370700 w 2489200"/>
                <a:gd name="connsiteY164" fmla="*/ 24500 h 2489200"/>
                <a:gd name="connsiteX165" fmla="*/ 1396100 w 2489200"/>
                <a:gd name="connsiteY165" fmla="*/ -900 h 2489200"/>
                <a:gd name="connsiteX166" fmla="*/ 1421500 w 2489200"/>
                <a:gd name="connsiteY166" fmla="*/ 24500 h 2489200"/>
                <a:gd name="connsiteX167" fmla="*/ 1446900 w 2489200"/>
                <a:gd name="connsiteY167" fmla="*/ 49900 h 2489200"/>
                <a:gd name="connsiteX168" fmla="*/ 1472300 w 2489200"/>
                <a:gd name="connsiteY168" fmla="*/ 24500 h 2489200"/>
                <a:gd name="connsiteX169" fmla="*/ 1523100 w 2489200"/>
                <a:gd name="connsiteY169" fmla="*/ -900 h 2489200"/>
                <a:gd name="connsiteX170" fmla="*/ 1573900 w 2489200"/>
                <a:gd name="connsiteY170" fmla="*/ 24500 h 2489200"/>
                <a:gd name="connsiteX171" fmla="*/ 1599300 w 2489200"/>
                <a:gd name="connsiteY171" fmla="*/ 49900 h 2489200"/>
                <a:gd name="connsiteX172" fmla="*/ 1624700 w 2489200"/>
                <a:gd name="connsiteY172" fmla="*/ 75300 h 2489200"/>
                <a:gd name="connsiteX173" fmla="*/ 1599300 w 2489200"/>
                <a:gd name="connsiteY173" fmla="*/ 100700 h 2489200"/>
                <a:gd name="connsiteX174" fmla="*/ 1573900 w 2489200"/>
                <a:gd name="connsiteY174" fmla="*/ 126100 h 2489200"/>
                <a:gd name="connsiteX175" fmla="*/ 1548500 w 2489200"/>
                <a:gd name="connsiteY175" fmla="*/ 151500 h 2489200"/>
                <a:gd name="connsiteX176" fmla="*/ 1523100 w 2489200"/>
                <a:gd name="connsiteY176" fmla="*/ 176900 h 2489200"/>
                <a:gd name="connsiteX177" fmla="*/ 1497700 w 2489200"/>
                <a:gd name="connsiteY177" fmla="*/ 202300 h 2489200"/>
                <a:gd name="connsiteX178" fmla="*/ 1472300 w 2489200"/>
                <a:gd name="connsiteY178" fmla="*/ 227700 h 2489200"/>
                <a:gd name="connsiteX179" fmla="*/ 1523100 w 2489200"/>
                <a:gd name="connsiteY179" fmla="*/ 253100 h 2489200"/>
                <a:gd name="connsiteX180" fmla="*/ 1573900 w 2489200"/>
                <a:gd name="connsiteY180" fmla="*/ 227700 h 2489200"/>
                <a:gd name="connsiteX181" fmla="*/ 1599300 w 2489200"/>
                <a:gd name="connsiteY181" fmla="*/ 202300 h 2489200"/>
                <a:gd name="connsiteX182" fmla="*/ 1624700 w 2489200"/>
                <a:gd name="connsiteY182" fmla="*/ 176900 h 2489200"/>
                <a:gd name="connsiteX183" fmla="*/ 1675500 w 2489200"/>
                <a:gd name="connsiteY183" fmla="*/ 151500 h 2489200"/>
                <a:gd name="connsiteX184" fmla="*/ 1726300 w 2489200"/>
                <a:gd name="connsiteY184" fmla="*/ 126100 h 2489200"/>
                <a:gd name="connsiteX185" fmla="*/ 1777100 w 2489200"/>
                <a:gd name="connsiteY185" fmla="*/ 100700 h 2489200"/>
                <a:gd name="connsiteX186" fmla="*/ 1827900 w 2489200"/>
                <a:gd name="connsiteY186" fmla="*/ 75300 h 2489200"/>
                <a:gd name="connsiteX187" fmla="*/ 1802500 w 2489200"/>
                <a:gd name="connsiteY187" fmla="*/ 49900 h 2489200"/>
                <a:gd name="connsiteX188" fmla="*/ 1777100 w 2489200"/>
                <a:gd name="connsiteY188" fmla="*/ 24500 h 2489200"/>
                <a:gd name="connsiteX189" fmla="*/ 1802500 w 2489200"/>
                <a:gd name="connsiteY189" fmla="*/ -900 h 2489200"/>
                <a:gd name="connsiteX190" fmla="*/ 1827900 w 2489200"/>
                <a:gd name="connsiteY190" fmla="*/ 24500 h 2489200"/>
                <a:gd name="connsiteX191" fmla="*/ 1853300 w 2489200"/>
                <a:gd name="connsiteY191" fmla="*/ 49900 h 2489200"/>
                <a:gd name="connsiteX192" fmla="*/ 1878700 w 2489200"/>
                <a:gd name="connsiteY192" fmla="*/ 24500 h 2489200"/>
                <a:gd name="connsiteX193" fmla="*/ 1904100 w 2489200"/>
                <a:gd name="connsiteY193" fmla="*/ -900 h 2489200"/>
                <a:gd name="connsiteX194" fmla="*/ 1929500 w 2489200"/>
                <a:gd name="connsiteY194" fmla="*/ 24500 h 2489200"/>
                <a:gd name="connsiteX195" fmla="*/ 1980300 w 2489200"/>
                <a:gd name="connsiteY195" fmla="*/ 49900 h 2489200"/>
                <a:gd name="connsiteX196" fmla="*/ 2031100 w 2489200"/>
                <a:gd name="connsiteY196" fmla="*/ 24500 h 2489200"/>
                <a:gd name="connsiteX197" fmla="*/ 2107300 w 2489200"/>
                <a:gd name="connsiteY197" fmla="*/ -900 h 2489200"/>
                <a:gd name="connsiteX198" fmla="*/ 2183500 w 2489200"/>
                <a:gd name="connsiteY198" fmla="*/ -900 h 2489200"/>
                <a:gd name="connsiteX199" fmla="*/ 2183500 w 2489200"/>
                <a:gd name="connsiteY199" fmla="*/ 49900 h 2489200"/>
                <a:gd name="connsiteX200" fmla="*/ 2158100 w 2489200"/>
                <a:gd name="connsiteY200" fmla="*/ 100700 h 2489200"/>
                <a:gd name="connsiteX201" fmla="*/ 2132700 w 2489200"/>
                <a:gd name="connsiteY201" fmla="*/ 126100 h 2489200"/>
                <a:gd name="connsiteX202" fmla="*/ 2208900 w 2489200"/>
                <a:gd name="connsiteY202" fmla="*/ 151500 h 2489200"/>
                <a:gd name="connsiteX203" fmla="*/ 2285100 w 2489200"/>
                <a:gd name="connsiteY203" fmla="*/ 151500 h 2489200"/>
                <a:gd name="connsiteX204" fmla="*/ 2285100 w 2489200"/>
                <a:gd name="connsiteY204" fmla="*/ 75300 h 2489200"/>
                <a:gd name="connsiteX205" fmla="*/ 2310500 w 2489200"/>
                <a:gd name="connsiteY205" fmla="*/ -900 h 2489200"/>
                <a:gd name="connsiteX206" fmla="*/ 2335900 w 2489200"/>
                <a:gd name="connsiteY206" fmla="*/ 49900 h 2489200"/>
                <a:gd name="connsiteX207" fmla="*/ 2335900 w 2489200"/>
                <a:gd name="connsiteY207" fmla="*/ 100700 h 2489200"/>
                <a:gd name="connsiteX208" fmla="*/ 2386700 w 2489200"/>
                <a:gd name="connsiteY208" fmla="*/ 100700 h 2489200"/>
                <a:gd name="connsiteX209" fmla="*/ 2437500 w 2489200"/>
                <a:gd name="connsiteY209" fmla="*/ 100700 h 2489200"/>
                <a:gd name="connsiteX210" fmla="*/ 2437500 w 2489200"/>
                <a:gd name="connsiteY210" fmla="*/ 49900 h 2489200"/>
                <a:gd name="connsiteX211" fmla="*/ 2462900 w 2489200"/>
                <a:gd name="connsiteY211" fmla="*/ -900 h 2489200"/>
                <a:gd name="connsiteX212" fmla="*/ 2488300 w 2489200"/>
                <a:gd name="connsiteY212" fmla="*/ 151500 h 2489200"/>
                <a:gd name="connsiteX213" fmla="*/ 2462900 w 2489200"/>
                <a:gd name="connsiteY213" fmla="*/ 303900 h 2489200"/>
                <a:gd name="connsiteX214" fmla="*/ 2437500 w 2489200"/>
                <a:gd name="connsiteY214" fmla="*/ 253100 h 2489200"/>
                <a:gd name="connsiteX215" fmla="*/ 2412100 w 2489200"/>
                <a:gd name="connsiteY215" fmla="*/ 202300 h 2489200"/>
                <a:gd name="connsiteX216" fmla="*/ 2386700 w 2489200"/>
                <a:gd name="connsiteY216" fmla="*/ 253100 h 2489200"/>
                <a:gd name="connsiteX217" fmla="*/ 2361300 w 2489200"/>
                <a:gd name="connsiteY217" fmla="*/ 303900 h 2489200"/>
                <a:gd name="connsiteX218" fmla="*/ 2335900 w 2489200"/>
                <a:gd name="connsiteY218" fmla="*/ 278500 h 2489200"/>
                <a:gd name="connsiteX219" fmla="*/ 2310500 w 2489200"/>
                <a:gd name="connsiteY219" fmla="*/ 253100 h 2489200"/>
                <a:gd name="connsiteX220" fmla="*/ 2285100 w 2489200"/>
                <a:gd name="connsiteY220" fmla="*/ 354700 h 2489200"/>
                <a:gd name="connsiteX221" fmla="*/ 2285100 w 2489200"/>
                <a:gd name="connsiteY221" fmla="*/ 456300 h 2489200"/>
                <a:gd name="connsiteX222" fmla="*/ 2208900 w 2489200"/>
                <a:gd name="connsiteY222" fmla="*/ 456300 h 2489200"/>
                <a:gd name="connsiteX223" fmla="*/ 2132700 w 2489200"/>
                <a:gd name="connsiteY223" fmla="*/ 456300 h 2489200"/>
                <a:gd name="connsiteX224" fmla="*/ 2132700 w 2489200"/>
                <a:gd name="connsiteY224" fmla="*/ 507100 h 2489200"/>
                <a:gd name="connsiteX225" fmla="*/ 2107300 w 2489200"/>
                <a:gd name="connsiteY225" fmla="*/ 557900 h 2489200"/>
                <a:gd name="connsiteX226" fmla="*/ 2081900 w 2489200"/>
                <a:gd name="connsiteY226" fmla="*/ 507100 h 2489200"/>
                <a:gd name="connsiteX227" fmla="*/ 2056500 w 2489200"/>
                <a:gd name="connsiteY227" fmla="*/ 456300 h 2489200"/>
                <a:gd name="connsiteX228" fmla="*/ 2031100 w 2489200"/>
                <a:gd name="connsiteY228" fmla="*/ 354700 h 2489200"/>
                <a:gd name="connsiteX229" fmla="*/ 2005700 w 2489200"/>
                <a:gd name="connsiteY229" fmla="*/ 253100 h 2489200"/>
                <a:gd name="connsiteX230" fmla="*/ 1980300 w 2489200"/>
                <a:gd name="connsiteY230" fmla="*/ 227700 h 2489200"/>
                <a:gd name="connsiteX231" fmla="*/ 2031100 w 2489200"/>
                <a:gd name="connsiteY231" fmla="*/ 202300 h 2489200"/>
                <a:gd name="connsiteX232" fmla="*/ 2081900 w 2489200"/>
                <a:gd name="connsiteY232" fmla="*/ 202300 h 2489200"/>
                <a:gd name="connsiteX233" fmla="*/ 2081900 w 2489200"/>
                <a:gd name="connsiteY233" fmla="*/ 126100 h 2489200"/>
                <a:gd name="connsiteX234" fmla="*/ 2056500 w 2489200"/>
                <a:gd name="connsiteY234" fmla="*/ 49900 h 2489200"/>
                <a:gd name="connsiteX235" fmla="*/ 2031100 w 2489200"/>
                <a:gd name="connsiteY235" fmla="*/ 100700 h 2489200"/>
                <a:gd name="connsiteX236" fmla="*/ 2005700 w 2489200"/>
                <a:gd name="connsiteY236" fmla="*/ 151500 h 2489200"/>
                <a:gd name="connsiteX237" fmla="*/ 1980300 w 2489200"/>
                <a:gd name="connsiteY237" fmla="*/ 126100 h 2489200"/>
                <a:gd name="connsiteX238" fmla="*/ 1954900 w 2489200"/>
                <a:gd name="connsiteY238" fmla="*/ 100700 h 2489200"/>
                <a:gd name="connsiteX239" fmla="*/ 1929500 w 2489200"/>
                <a:gd name="connsiteY239" fmla="*/ 176900 h 2489200"/>
                <a:gd name="connsiteX240" fmla="*/ 1904100 w 2489200"/>
                <a:gd name="connsiteY240" fmla="*/ 253100 h 2489200"/>
                <a:gd name="connsiteX241" fmla="*/ 1878700 w 2489200"/>
                <a:gd name="connsiteY241" fmla="*/ 278500 h 2489200"/>
                <a:gd name="connsiteX242" fmla="*/ 1904100 w 2489200"/>
                <a:gd name="connsiteY242" fmla="*/ 303900 h 2489200"/>
                <a:gd name="connsiteX243" fmla="*/ 1929500 w 2489200"/>
                <a:gd name="connsiteY243" fmla="*/ 329300 h 2489200"/>
                <a:gd name="connsiteX244" fmla="*/ 1954900 w 2489200"/>
                <a:gd name="connsiteY244" fmla="*/ 354700 h 2489200"/>
                <a:gd name="connsiteX245" fmla="*/ 1980300 w 2489200"/>
                <a:gd name="connsiteY245" fmla="*/ 380100 h 2489200"/>
                <a:gd name="connsiteX246" fmla="*/ 1954900 w 2489200"/>
                <a:gd name="connsiteY246" fmla="*/ 405500 h 2489200"/>
                <a:gd name="connsiteX247" fmla="*/ 1929500 w 2489200"/>
                <a:gd name="connsiteY247" fmla="*/ 430900 h 2489200"/>
                <a:gd name="connsiteX248" fmla="*/ 1954900 w 2489200"/>
                <a:gd name="connsiteY248" fmla="*/ 456300 h 2489200"/>
                <a:gd name="connsiteX249" fmla="*/ 1980300 w 2489200"/>
                <a:gd name="connsiteY249" fmla="*/ 481700 h 2489200"/>
                <a:gd name="connsiteX250" fmla="*/ 2005700 w 2489200"/>
                <a:gd name="connsiteY250" fmla="*/ 507100 h 2489200"/>
                <a:gd name="connsiteX251" fmla="*/ 2031100 w 2489200"/>
                <a:gd name="connsiteY251" fmla="*/ 557900 h 2489200"/>
                <a:gd name="connsiteX252" fmla="*/ 2031100 w 2489200"/>
                <a:gd name="connsiteY252" fmla="*/ 608700 h 2489200"/>
                <a:gd name="connsiteX253" fmla="*/ 1980300 w 2489200"/>
                <a:gd name="connsiteY253" fmla="*/ 608700 h 2489200"/>
                <a:gd name="connsiteX254" fmla="*/ 1929500 w 2489200"/>
                <a:gd name="connsiteY254" fmla="*/ 634100 h 2489200"/>
                <a:gd name="connsiteX255" fmla="*/ 1878700 w 2489200"/>
                <a:gd name="connsiteY255" fmla="*/ 659500 h 2489200"/>
                <a:gd name="connsiteX256" fmla="*/ 1827900 w 2489200"/>
                <a:gd name="connsiteY256" fmla="*/ 684900 h 2489200"/>
                <a:gd name="connsiteX257" fmla="*/ 1853300 w 2489200"/>
                <a:gd name="connsiteY257" fmla="*/ 710300 h 2489200"/>
                <a:gd name="connsiteX258" fmla="*/ 1878700 w 2489200"/>
                <a:gd name="connsiteY258" fmla="*/ 735700 h 2489200"/>
                <a:gd name="connsiteX259" fmla="*/ 1904100 w 2489200"/>
                <a:gd name="connsiteY259" fmla="*/ 761100 h 2489200"/>
                <a:gd name="connsiteX260" fmla="*/ 1929500 w 2489200"/>
                <a:gd name="connsiteY260" fmla="*/ 786500 h 2489200"/>
                <a:gd name="connsiteX261" fmla="*/ 1878700 w 2489200"/>
                <a:gd name="connsiteY261" fmla="*/ 811900 h 2489200"/>
                <a:gd name="connsiteX262" fmla="*/ 1827900 w 2489200"/>
                <a:gd name="connsiteY262" fmla="*/ 837300 h 2489200"/>
                <a:gd name="connsiteX263" fmla="*/ 1853300 w 2489200"/>
                <a:gd name="connsiteY263" fmla="*/ 862700 h 2489200"/>
                <a:gd name="connsiteX264" fmla="*/ 1878700 w 2489200"/>
                <a:gd name="connsiteY264" fmla="*/ 913500 h 2489200"/>
                <a:gd name="connsiteX265" fmla="*/ 1904100 w 2489200"/>
                <a:gd name="connsiteY265" fmla="*/ 964300 h 2489200"/>
                <a:gd name="connsiteX266" fmla="*/ 1929500 w 2489200"/>
                <a:gd name="connsiteY266" fmla="*/ 913500 h 2489200"/>
                <a:gd name="connsiteX267" fmla="*/ 1954900 w 2489200"/>
                <a:gd name="connsiteY267" fmla="*/ 862700 h 2489200"/>
                <a:gd name="connsiteX268" fmla="*/ 1980300 w 2489200"/>
                <a:gd name="connsiteY268" fmla="*/ 837300 h 2489200"/>
                <a:gd name="connsiteX269" fmla="*/ 2031100 w 2489200"/>
                <a:gd name="connsiteY269" fmla="*/ 811900 h 2489200"/>
                <a:gd name="connsiteX270" fmla="*/ 2081900 w 2489200"/>
                <a:gd name="connsiteY270" fmla="*/ 786500 h 2489200"/>
                <a:gd name="connsiteX271" fmla="*/ 2031100 w 2489200"/>
                <a:gd name="connsiteY271" fmla="*/ 761100 h 2489200"/>
                <a:gd name="connsiteX272" fmla="*/ 1980300 w 2489200"/>
                <a:gd name="connsiteY272" fmla="*/ 735700 h 2489200"/>
                <a:gd name="connsiteX273" fmla="*/ 2031100 w 2489200"/>
                <a:gd name="connsiteY273" fmla="*/ 710300 h 2489200"/>
                <a:gd name="connsiteX274" fmla="*/ 2081900 w 2489200"/>
                <a:gd name="connsiteY274" fmla="*/ 735700 h 2489200"/>
                <a:gd name="connsiteX275" fmla="*/ 2158100 w 2489200"/>
                <a:gd name="connsiteY275" fmla="*/ 761100 h 2489200"/>
                <a:gd name="connsiteX276" fmla="*/ 2234300 w 2489200"/>
                <a:gd name="connsiteY276" fmla="*/ 761100 h 2489200"/>
                <a:gd name="connsiteX277" fmla="*/ 2234300 w 2489200"/>
                <a:gd name="connsiteY277" fmla="*/ 710300 h 2489200"/>
                <a:gd name="connsiteX278" fmla="*/ 2234300 w 2489200"/>
                <a:gd name="connsiteY278" fmla="*/ 659500 h 2489200"/>
                <a:gd name="connsiteX279" fmla="*/ 2158100 w 2489200"/>
                <a:gd name="connsiteY279" fmla="*/ 659500 h 2489200"/>
                <a:gd name="connsiteX280" fmla="*/ 2081900 w 2489200"/>
                <a:gd name="connsiteY280" fmla="*/ 634100 h 2489200"/>
                <a:gd name="connsiteX281" fmla="*/ 2132700 w 2489200"/>
                <a:gd name="connsiteY281" fmla="*/ 608700 h 2489200"/>
                <a:gd name="connsiteX282" fmla="*/ 2183500 w 2489200"/>
                <a:gd name="connsiteY282" fmla="*/ 583300 h 2489200"/>
                <a:gd name="connsiteX283" fmla="*/ 2208900 w 2489200"/>
                <a:gd name="connsiteY283" fmla="*/ 557900 h 2489200"/>
                <a:gd name="connsiteX284" fmla="*/ 2234300 w 2489200"/>
                <a:gd name="connsiteY284" fmla="*/ 532500 h 2489200"/>
                <a:gd name="connsiteX285" fmla="*/ 2259700 w 2489200"/>
                <a:gd name="connsiteY285" fmla="*/ 507100 h 2489200"/>
                <a:gd name="connsiteX286" fmla="*/ 2285100 w 2489200"/>
                <a:gd name="connsiteY286" fmla="*/ 532500 h 2489200"/>
                <a:gd name="connsiteX287" fmla="*/ 2310500 w 2489200"/>
                <a:gd name="connsiteY287" fmla="*/ 557900 h 2489200"/>
                <a:gd name="connsiteX288" fmla="*/ 2335900 w 2489200"/>
                <a:gd name="connsiteY288" fmla="*/ 608700 h 2489200"/>
                <a:gd name="connsiteX289" fmla="*/ 2361300 w 2489200"/>
                <a:gd name="connsiteY289" fmla="*/ 659500 h 2489200"/>
                <a:gd name="connsiteX290" fmla="*/ 2386700 w 2489200"/>
                <a:gd name="connsiteY290" fmla="*/ 634100 h 2489200"/>
                <a:gd name="connsiteX291" fmla="*/ 2437500 w 2489200"/>
                <a:gd name="connsiteY291" fmla="*/ 608700 h 2489200"/>
                <a:gd name="connsiteX292" fmla="*/ 2488300 w 2489200"/>
                <a:gd name="connsiteY292" fmla="*/ 608700 h 2489200"/>
                <a:gd name="connsiteX293" fmla="*/ 2488300 w 2489200"/>
                <a:gd name="connsiteY293" fmla="*/ 659500 h 2489200"/>
                <a:gd name="connsiteX294" fmla="*/ 2462900 w 2489200"/>
                <a:gd name="connsiteY294" fmla="*/ 710300 h 2489200"/>
                <a:gd name="connsiteX295" fmla="*/ 2437500 w 2489200"/>
                <a:gd name="connsiteY295" fmla="*/ 735700 h 2489200"/>
                <a:gd name="connsiteX296" fmla="*/ 2462900 w 2489200"/>
                <a:gd name="connsiteY296" fmla="*/ 761100 h 2489200"/>
                <a:gd name="connsiteX297" fmla="*/ 2488300 w 2489200"/>
                <a:gd name="connsiteY297" fmla="*/ 786500 h 2489200"/>
                <a:gd name="connsiteX298" fmla="*/ 2462900 w 2489200"/>
                <a:gd name="connsiteY298" fmla="*/ 811900 h 2489200"/>
                <a:gd name="connsiteX299" fmla="*/ 2437500 w 2489200"/>
                <a:gd name="connsiteY299" fmla="*/ 837300 h 2489200"/>
                <a:gd name="connsiteX300" fmla="*/ 2462900 w 2489200"/>
                <a:gd name="connsiteY300" fmla="*/ 862700 h 2489200"/>
                <a:gd name="connsiteX301" fmla="*/ 2488300 w 2489200"/>
                <a:gd name="connsiteY301" fmla="*/ 888100 h 2489200"/>
                <a:gd name="connsiteX302" fmla="*/ 2462900 w 2489200"/>
                <a:gd name="connsiteY302" fmla="*/ 913500 h 2489200"/>
                <a:gd name="connsiteX303" fmla="*/ 2437500 w 2489200"/>
                <a:gd name="connsiteY303" fmla="*/ 938900 h 2489200"/>
                <a:gd name="connsiteX304" fmla="*/ 2462900 w 2489200"/>
                <a:gd name="connsiteY304" fmla="*/ 964300 h 2489200"/>
                <a:gd name="connsiteX305" fmla="*/ 2488300 w 2489200"/>
                <a:gd name="connsiteY305" fmla="*/ 989700 h 2489200"/>
                <a:gd name="connsiteX306" fmla="*/ 2437500 w 2489200"/>
                <a:gd name="connsiteY306" fmla="*/ 1015100 h 2489200"/>
                <a:gd name="connsiteX307" fmla="*/ 2386700 w 2489200"/>
                <a:gd name="connsiteY307" fmla="*/ 1040500 h 2489200"/>
                <a:gd name="connsiteX308" fmla="*/ 2361300 w 2489200"/>
                <a:gd name="connsiteY308" fmla="*/ 1065900 h 2489200"/>
                <a:gd name="connsiteX309" fmla="*/ 2335900 w 2489200"/>
                <a:gd name="connsiteY309" fmla="*/ 1040500 h 2489200"/>
                <a:gd name="connsiteX310" fmla="*/ 2310500 w 2489200"/>
                <a:gd name="connsiteY310" fmla="*/ 1015100 h 2489200"/>
                <a:gd name="connsiteX311" fmla="*/ 2285100 w 2489200"/>
                <a:gd name="connsiteY311" fmla="*/ 1065900 h 2489200"/>
                <a:gd name="connsiteX312" fmla="*/ 2310500 w 2489200"/>
                <a:gd name="connsiteY312" fmla="*/ 1116700 h 2489200"/>
                <a:gd name="connsiteX313" fmla="*/ 2335900 w 2489200"/>
                <a:gd name="connsiteY313" fmla="*/ 1142100 h 2489200"/>
                <a:gd name="connsiteX314" fmla="*/ 2361300 w 2489200"/>
                <a:gd name="connsiteY314" fmla="*/ 1167500 h 2489200"/>
                <a:gd name="connsiteX315" fmla="*/ 2386700 w 2489200"/>
                <a:gd name="connsiteY315" fmla="*/ 1142100 h 2489200"/>
                <a:gd name="connsiteX316" fmla="*/ 2412100 w 2489200"/>
                <a:gd name="connsiteY316" fmla="*/ 1116700 h 2489200"/>
                <a:gd name="connsiteX317" fmla="*/ 2437500 w 2489200"/>
                <a:gd name="connsiteY317" fmla="*/ 1091300 h 2489200"/>
                <a:gd name="connsiteX318" fmla="*/ 2462900 w 2489200"/>
                <a:gd name="connsiteY318" fmla="*/ 1065900 h 2489200"/>
                <a:gd name="connsiteX319" fmla="*/ 2488300 w 2489200"/>
                <a:gd name="connsiteY319" fmla="*/ 1142100 h 2489200"/>
                <a:gd name="connsiteX320" fmla="*/ 2462900 w 2489200"/>
                <a:gd name="connsiteY320" fmla="*/ 1218300 h 2489200"/>
                <a:gd name="connsiteX321" fmla="*/ 2437500 w 2489200"/>
                <a:gd name="connsiteY321" fmla="*/ 1243700 h 2489200"/>
                <a:gd name="connsiteX322" fmla="*/ 2462900 w 2489200"/>
                <a:gd name="connsiteY322" fmla="*/ 1269100 h 2489200"/>
                <a:gd name="connsiteX323" fmla="*/ 2488300 w 2489200"/>
                <a:gd name="connsiteY323" fmla="*/ 1319900 h 2489200"/>
                <a:gd name="connsiteX324" fmla="*/ 2462900 w 2489200"/>
                <a:gd name="connsiteY324" fmla="*/ 1370700 h 2489200"/>
                <a:gd name="connsiteX325" fmla="*/ 2437500 w 2489200"/>
                <a:gd name="connsiteY325" fmla="*/ 1421500 h 2489200"/>
                <a:gd name="connsiteX326" fmla="*/ 2412100 w 2489200"/>
                <a:gd name="connsiteY326" fmla="*/ 1472300 h 2489200"/>
                <a:gd name="connsiteX327" fmla="*/ 2386700 w 2489200"/>
                <a:gd name="connsiteY327" fmla="*/ 1497700 h 2489200"/>
                <a:gd name="connsiteX328" fmla="*/ 2361300 w 2489200"/>
                <a:gd name="connsiteY328" fmla="*/ 1523100 h 2489200"/>
                <a:gd name="connsiteX329" fmla="*/ 2335900 w 2489200"/>
                <a:gd name="connsiteY329" fmla="*/ 1497700 h 2489200"/>
                <a:gd name="connsiteX330" fmla="*/ 2361300 w 2489200"/>
                <a:gd name="connsiteY330" fmla="*/ 1472300 h 2489200"/>
                <a:gd name="connsiteX331" fmla="*/ 2386700 w 2489200"/>
                <a:gd name="connsiteY331" fmla="*/ 1446900 h 2489200"/>
                <a:gd name="connsiteX332" fmla="*/ 2361300 w 2489200"/>
                <a:gd name="connsiteY332" fmla="*/ 1421500 h 2489200"/>
                <a:gd name="connsiteX333" fmla="*/ 2335900 w 2489200"/>
                <a:gd name="connsiteY333" fmla="*/ 1396100 h 2489200"/>
                <a:gd name="connsiteX334" fmla="*/ 2310500 w 2489200"/>
                <a:gd name="connsiteY334" fmla="*/ 1370700 h 2489200"/>
                <a:gd name="connsiteX335" fmla="*/ 2285100 w 2489200"/>
                <a:gd name="connsiteY335" fmla="*/ 1396100 h 2489200"/>
                <a:gd name="connsiteX336" fmla="*/ 2234300 w 2489200"/>
                <a:gd name="connsiteY336" fmla="*/ 1421500 h 2489200"/>
                <a:gd name="connsiteX337" fmla="*/ 2183500 w 2489200"/>
                <a:gd name="connsiteY337" fmla="*/ 1396100 h 2489200"/>
                <a:gd name="connsiteX338" fmla="*/ 2132700 w 2489200"/>
                <a:gd name="connsiteY338" fmla="*/ 1370700 h 2489200"/>
                <a:gd name="connsiteX339" fmla="*/ 2081900 w 2489200"/>
                <a:gd name="connsiteY339" fmla="*/ 1396100 h 2489200"/>
                <a:gd name="connsiteX340" fmla="*/ 2056500 w 2489200"/>
                <a:gd name="connsiteY340" fmla="*/ 1421500 h 2489200"/>
                <a:gd name="connsiteX341" fmla="*/ 2031100 w 2489200"/>
                <a:gd name="connsiteY341" fmla="*/ 1396100 h 2489200"/>
                <a:gd name="connsiteX342" fmla="*/ 2005700 w 2489200"/>
                <a:gd name="connsiteY342" fmla="*/ 1370700 h 2489200"/>
                <a:gd name="connsiteX343" fmla="*/ 1980300 w 2489200"/>
                <a:gd name="connsiteY343" fmla="*/ 1421500 h 2489200"/>
                <a:gd name="connsiteX344" fmla="*/ 2005700 w 2489200"/>
                <a:gd name="connsiteY344" fmla="*/ 1472300 h 2489200"/>
                <a:gd name="connsiteX345" fmla="*/ 2031100 w 2489200"/>
                <a:gd name="connsiteY345" fmla="*/ 1497700 h 2489200"/>
                <a:gd name="connsiteX346" fmla="*/ 2056500 w 2489200"/>
                <a:gd name="connsiteY346" fmla="*/ 1523100 h 2489200"/>
                <a:gd name="connsiteX347" fmla="*/ 2081900 w 2489200"/>
                <a:gd name="connsiteY347" fmla="*/ 1548500 h 2489200"/>
                <a:gd name="connsiteX348" fmla="*/ 2107300 w 2489200"/>
                <a:gd name="connsiteY348" fmla="*/ 1573900 h 2489200"/>
                <a:gd name="connsiteX349" fmla="*/ 2132700 w 2489200"/>
                <a:gd name="connsiteY349" fmla="*/ 1599300 h 2489200"/>
                <a:gd name="connsiteX350" fmla="*/ 2158100 w 2489200"/>
                <a:gd name="connsiteY350" fmla="*/ 1624700 h 2489200"/>
                <a:gd name="connsiteX351" fmla="*/ 2183500 w 2489200"/>
                <a:gd name="connsiteY351" fmla="*/ 1650100 h 2489200"/>
                <a:gd name="connsiteX352" fmla="*/ 2208900 w 2489200"/>
                <a:gd name="connsiteY352" fmla="*/ 1675500 h 2489200"/>
                <a:gd name="connsiteX353" fmla="*/ 2234300 w 2489200"/>
                <a:gd name="connsiteY353" fmla="*/ 1700900 h 2489200"/>
                <a:gd name="connsiteX354" fmla="*/ 2259700 w 2489200"/>
                <a:gd name="connsiteY354" fmla="*/ 1726300 h 2489200"/>
                <a:gd name="connsiteX355" fmla="*/ 2285100 w 2489200"/>
                <a:gd name="connsiteY355" fmla="*/ 1675500 h 2489200"/>
                <a:gd name="connsiteX356" fmla="*/ 2259700 w 2489200"/>
                <a:gd name="connsiteY356" fmla="*/ 1624700 h 2489200"/>
                <a:gd name="connsiteX357" fmla="*/ 2234300 w 2489200"/>
                <a:gd name="connsiteY357" fmla="*/ 1599300 h 2489200"/>
                <a:gd name="connsiteX358" fmla="*/ 2259700 w 2489200"/>
                <a:gd name="connsiteY358" fmla="*/ 1573900 h 2489200"/>
                <a:gd name="connsiteX359" fmla="*/ 2285100 w 2489200"/>
                <a:gd name="connsiteY359" fmla="*/ 1599300 h 2489200"/>
                <a:gd name="connsiteX360" fmla="*/ 2310500 w 2489200"/>
                <a:gd name="connsiteY360" fmla="*/ 1624700 h 2489200"/>
                <a:gd name="connsiteX361" fmla="*/ 2335900 w 2489200"/>
                <a:gd name="connsiteY361" fmla="*/ 1599300 h 2489200"/>
                <a:gd name="connsiteX362" fmla="*/ 2386700 w 2489200"/>
                <a:gd name="connsiteY362" fmla="*/ 1573900 h 2489200"/>
                <a:gd name="connsiteX363" fmla="*/ 2437500 w 2489200"/>
                <a:gd name="connsiteY363" fmla="*/ 1599300 h 2489200"/>
                <a:gd name="connsiteX364" fmla="*/ 2462900 w 2489200"/>
                <a:gd name="connsiteY364" fmla="*/ 1624700 h 2489200"/>
                <a:gd name="connsiteX365" fmla="*/ 2488300 w 2489200"/>
                <a:gd name="connsiteY365" fmla="*/ 1675500 h 2489200"/>
                <a:gd name="connsiteX366" fmla="*/ 2488300 w 2489200"/>
                <a:gd name="connsiteY366" fmla="*/ 1726300 h 2489200"/>
                <a:gd name="connsiteX367" fmla="*/ 2437500 w 2489200"/>
                <a:gd name="connsiteY367" fmla="*/ 1726300 h 2489200"/>
                <a:gd name="connsiteX368" fmla="*/ 2386700 w 2489200"/>
                <a:gd name="connsiteY368" fmla="*/ 1726300 h 2489200"/>
                <a:gd name="connsiteX369" fmla="*/ 2386700 w 2489200"/>
                <a:gd name="connsiteY369" fmla="*/ 1777100 h 2489200"/>
                <a:gd name="connsiteX370" fmla="*/ 2412100 w 2489200"/>
                <a:gd name="connsiteY370" fmla="*/ 1827900 h 2489200"/>
                <a:gd name="connsiteX371" fmla="*/ 2437500 w 2489200"/>
                <a:gd name="connsiteY371" fmla="*/ 1802500 h 2489200"/>
                <a:gd name="connsiteX372" fmla="*/ 2462900 w 2489200"/>
                <a:gd name="connsiteY372" fmla="*/ 1777100 h 2489200"/>
                <a:gd name="connsiteX373" fmla="*/ 2488300 w 2489200"/>
                <a:gd name="connsiteY373" fmla="*/ 1802500 h 2489200"/>
                <a:gd name="connsiteX374" fmla="*/ 2462900 w 2489200"/>
                <a:gd name="connsiteY374" fmla="*/ 1827900 h 2489200"/>
                <a:gd name="connsiteX375" fmla="*/ 2437500 w 2489200"/>
                <a:gd name="connsiteY375" fmla="*/ 1878700 h 2489200"/>
                <a:gd name="connsiteX376" fmla="*/ 2462900 w 2489200"/>
                <a:gd name="connsiteY376" fmla="*/ 1929500 h 2489200"/>
                <a:gd name="connsiteX377" fmla="*/ 2488300 w 2489200"/>
                <a:gd name="connsiteY377" fmla="*/ 1954900 h 2489200"/>
                <a:gd name="connsiteX378" fmla="*/ 2412100 w 2489200"/>
                <a:gd name="connsiteY378" fmla="*/ 1980300 h 2489200"/>
                <a:gd name="connsiteX379" fmla="*/ 2335900 w 2489200"/>
                <a:gd name="connsiteY379" fmla="*/ 2005700 h 2489200"/>
                <a:gd name="connsiteX380" fmla="*/ 2386700 w 2489200"/>
                <a:gd name="connsiteY380" fmla="*/ 2031100 h 2489200"/>
                <a:gd name="connsiteX381" fmla="*/ 2437500 w 2489200"/>
                <a:gd name="connsiteY381" fmla="*/ 2056500 h 2489200"/>
                <a:gd name="connsiteX382" fmla="*/ 2361300 w 2489200"/>
                <a:gd name="connsiteY382" fmla="*/ 2081900 h 2489200"/>
                <a:gd name="connsiteX383" fmla="*/ 2285100 w 2489200"/>
                <a:gd name="connsiteY383" fmla="*/ 2056500 h 2489200"/>
                <a:gd name="connsiteX384" fmla="*/ 2259700 w 2489200"/>
                <a:gd name="connsiteY384" fmla="*/ 2031100 h 2489200"/>
                <a:gd name="connsiteX385" fmla="*/ 2234300 w 2489200"/>
                <a:gd name="connsiteY385" fmla="*/ 2056500 h 2489200"/>
                <a:gd name="connsiteX386" fmla="*/ 2208900 w 2489200"/>
                <a:gd name="connsiteY386" fmla="*/ 2081900 h 2489200"/>
                <a:gd name="connsiteX387" fmla="*/ 2183500 w 2489200"/>
                <a:gd name="connsiteY387" fmla="*/ 2005700 h 2489200"/>
                <a:gd name="connsiteX388" fmla="*/ 2208900 w 2489200"/>
                <a:gd name="connsiteY388" fmla="*/ 1929500 h 2489200"/>
                <a:gd name="connsiteX389" fmla="*/ 2234300 w 2489200"/>
                <a:gd name="connsiteY389" fmla="*/ 1904100 h 2489200"/>
                <a:gd name="connsiteX390" fmla="*/ 2208900 w 2489200"/>
                <a:gd name="connsiteY390" fmla="*/ 1878700 h 2489200"/>
                <a:gd name="connsiteX391" fmla="*/ 2183500 w 2489200"/>
                <a:gd name="connsiteY391" fmla="*/ 1853300 h 2489200"/>
                <a:gd name="connsiteX392" fmla="*/ 2208900 w 2489200"/>
                <a:gd name="connsiteY392" fmla="*/ 1827900 h 2489200"/>
                <a:gd name="connsiteX393" fmla="*/ 2234300 w 2489200"/>
                <a:gd name="connsiteY393" fmla="*/ 1853300 h 2489200"/>
                <a:gd name="connsiteX394" fmla="*/ 2259700 w 2489200"/>
                <a:gd name="connsiteY394" fmla="*/ 1878700 h 2489200"/>
                <a:gd name="connsiteX395" fmla="*/ 2285100 w 2489200"/>
                <a:gd name="connsiteY395" fmla="*/ 1853300 h 2489200"/>
                <a:gd name="connsiteX396" fmla="*/ 2310500 w 2489200"/>
                <a:gd name="connsiteY396" fmla="*/ 1827900 h 2489200"/>
                <a:gd name="connsiteX397" fmla="*/ 2335900 w 2489200"/>
                <a:gd name="connsiteY397" fmla="*/ 1802500 h 2489200"/>
                <a:gd name="connsiteX398" fmla="*/ 2285100 w 2489200"/>
                <a:gd name="connsiteY398" fmla="*/ 1777100 h 2489200"/>
                <a:gd name="connsiteX399" fmla="*/ 2234300 w 2489200"/>
                <a:gd name="connsiteY399" fmla="*/ 1751700 h 2489200"/>
                <a:gd name="connsiteX400" fmla="*/ 2183500 w 2489200"/>
                <a:gd name="connsiteY400" fmla="*/ 1726300 h 2489200"/>
                <a:gd name="connsiteX401" fmla="*/ 2132700 w 2489200"/>
                <a:gd name="connsiteY401" fmla="*/ 1751700 h 2489200"/>
                <a:gd name="connsiteX402" fmla="*/ 2107300 w 2489200"/>
                <a:gd name="connsiteY402" fmla="*/ 1777100 h 2489200"/>
                <a:gd name="connsiteX403" fmla="*/ 2081900 w 2489200"/>
                <a:gd name="connsiteY403" fmla="*/ 1827900 h 2489200"/>
                <a:gd name="connsiteX404" fmla="*/ 2107300 w 2489200"/>
                <a:gd name="connsiteY404" fmla="*/ 1878700 h 2489200"/>
                <a:gd name="connsiteX405" fmla="*/ 2132700 w 2489200"/>
                <a:gd name="connsiteY405" fmla="*/ 1904100 h 2489200"/>
                <a:gd name="connsiteX406" fmla="*/ 2107300 w 2489200"/>
                <a:gd name="connsiteY406" fmla="*/ 1929500 h 2489200"/>
                <a:gd name="connsiteX407" fmla="*/ 2081900 w 2489200"/>
                <a:gd name="connsiteY407" fmla="*/ 1980300 h 2489200"/>
                <a:gd name="connsiteX408" fmla="*/ 2107300 w 2489200"/>
                <a:gd name="connsiteY408" fmla="*/ 2031100 h 2489200"/>
                <a:gd name="connsiteX409" fmla="*/ 2132700 w 2489200"/>
                <a:gd name="connsiteY409" fmla="*/ 2056500 h 2489200"/>
                <a:gd name="connsiteX410" fmla="*/ 2081900 w 2489200"/>
                <a:gd name="connsiteY410" fmla="*/ 2081900 h 2489200"/>
                <a:gd name="connsiteX411" fmla="*/ 2031100 w 2489200"/>
                <a:gd name="connsiteY411" fmla="*/ 2056500 h 2489200"/>
                <a:gd name="connsiteX412" fmla="*/ 2005700 w 2489200"/>
                <a:gd name="connsiteY412" fmla="*/ 2031100 h 2489200"/>
                <a:gd name="connsiteX413" fmla="*/ 1980300 w 2489200"/>
                <a:gd name="connsiteY413" fmla="*/ 2056500 h 2489200"/>
                <a:gd name="connsiteX414" fmla="*/ 1954900 w 2489200"/>
                <a:gd name="connsiteY414" fmla="*/ 2081900 h 2489200"/>
                <a:gd name="connsiteX415" fmla="*/ 1929500 w 2489200"/>
                <a:gd name="connsiteY415" fmla="*/ 2056500 h 2489200"/>
                <a:gd name="connsiteX416" fmla="*/ 1904100 w 2489200"/>
                <a:gd name="connsiteY416" fmla="*/ 2031100 h 2489200"/>
                <a:gd name="connsiteX417" fmla="*/ 1878700 w 2489200"/>
                <a:gd name="connsiteY417" fmla="*/ 2005700 h 2489200"/>
                <a:gd name="connsiteX418" fmla="*/ 1827900 w 2489200"/>
                <a:gd name="connsiteY418" fmla="*/ 1980300 h 2489200"/>
                <a:gd name="connsiteX419" fmla="*/ 1777100 w 2489200"/>
                <a:gd name="connsiteY419" fmla="*/ 1954900 h 2489200"/>
                <a:gd name="connsiteX420" fmla="*/ 1827900 w 2489200"/>
                <a:gd name="connsiteY420" fmla="*/ 1929500 h 2489200"/>
                <a:gd name="connsiteX421" fmla="*/ 1878700 w 2489200"/>
                <a:gd name="connsiteY421" fmla="*/ 1954900 h 2489200"/>
                <a:gd name="connsiteX422" fmla="*/ 1904100 w 2489200"/>
                <a:gd name="connsiteY422" fmla="*/ 1980300 h 2489200"/>
                <a:gd name="connsiteX423" fmla="*/ 1929500 w 2489200"/>
                <a:gd name="connsiteY423" fmla="*/ 1929500 h 2489200"/>
                <a:gd name="connsiteX424" fmla="*/ 1929500 w 2489200"/>
                <a:gd name="connsiteY424" fmla="*/ 1878700 h 2489200"/>
                <a:gd name="connsiteX425" fmla="*/ 1878700 w 2489200"/>
                <a:gd name="connsiteY425" fmla="*/ 1878700 h 2489200"/>
                <a:gd name="connsiteX426" fmla="*/ 1827900 w 2489200"/>
                <a:gd name="connsiteY426" fmla="*/ 1853300 h 2489200"/>
                <a:gd name="connsiteX427" fmla="*/ 1878700 w 2489200"/>
                <a:gd name="connsiteY427" fmla="*/ 1827900 h 2489200"/>
                <a:gd name="connsiteX428" fmla="*/ 1929500 w 2489200"/>
                <a:gd name="connsiteY428" fmla="*/ 1802500 h 2489200"/>
                <a:gd name="connsiteX429" fmla="*/ 1954900 w 2489200"/>
                <a:gd name="connsiteY429" fmla="*/ 1777100 h 2489200"/>
                <a:gd name="connsiteX430" fmla="*/ 1980300 w 2489200"/>
                <a:gd name="connsiteY430" fmla="*/ 1751700 h 2489200"/>
                <a:gd name="connsiteX431" fmla="*/ 1954900 w 2489200"/>
                <a:gd name="connsiteY431" fmla="*/ 1726300 h 2489200"/>
                <a:gd name="connsiteX432" fmla="*/ 1929500 w 2489200"/>
                <a:gd name="connsiteY432" fmla="*/ 1700900 h 2489200"/>
                <a:gd name="connsiteX433" fmla="*/ 1954900 w 2489200"/>
                <a:gd name="connsiteY433" fmla="*/ 1675500 h 2489200"/>
                <a:gd name="connsiteX434" fmla="*/ 1980300 w 2489200"/>
                <a:gd name="connsiteY434" fmla="*/ 1650100 h 2489200"/>
                <a:gd name="connsiteX435" fmla="*/ 1954900 w 2489200"/>
                <a:gd name="connsiteY435" fmla="*/ 1624700 h 2489200"/>
                <a:gd name="connsiteX436" fmla="*/ 1929500 w 2489200"/>
                <a:gd name="connsiteY436" fmla="*/ 1573900 h 2489200"/>
                <a:gd name="connsiteX437" fmla="*/ 1954900 w 2489200"/>
                <a:gd name="connsiteY437" fmla="*/ 1523100 h 2489200"/>
                <a:gd name="connsiteX438" fmla="*/ 1980300 w 2489200"/>
                <a:gd name="connsiteY438" fmla="*/ 1497700 h 2489200"/>
                <a:gd name="connsiteX439" fmla="*/ 1954900 w 2489200"/>
                <a:gd name="connsiteY439" fmla="*/ 1472300 h 2489200"/>
                <a:gd name="connsiteX440" fmla="*/ 1929500 w 2489200"/>
                <a:gd name="connsiteY440" fmla="*/ 1446900 h 2489200"/>
                <a:gd name="connsiteX441" fmla="*/ 1904100 w 2489200"/>
                <a:gd name="connsiteY441" fmla="*/ 1421500 h 2489200"/>
                <a:gd name="connsiteX442" fmla="*/ 1878700 w 2489200"/>
                <a:gd name="connsiteY442" fmla="*/ 1446900 h 2489200"/>
                <a:gd name="connsiteX443" fmla="*/ 1853300 w 2489200"/>
                <a:gd name="connsiteY443" fmla="*/ 1472300 h 2489200"/>
                <a:gd name="connsiteX444" fmla="*/ 1827900 w 2489200"/>
                <a:gd name="connsiteY444" fmla="*/ 1497700 h 2489200"/>
                <a:gd name="connsiteX445" fmla="*/ 1853300 w 2489200"/>
                <a:gd name="connsiteY445" fmla="*/ 1523100 h 2489200"/>
                <a:gd name="connsiteX446" fmla="*/ 1878700 w 2489200"/>
                <a:gd name="connsiteY446" fmla="*/ 1573900 h 2489200"/>
                <a:gd name="connsiteX447" fmla="*/ 1853300 w 2489200"/>
                <a:gd name="connsiteY447" fmla="*/ 1624700 h 2489200"/>
                <a:gd name="connsiteX448" fmla="*/ 1827900 w 2489200"/>
                <a:gd name="connsiteY448" fmla="*/ 1599300 h 2489200"/>
                <a:gd name="connsiteX449" fmla="*/ 1802500 w 2489200"/>
                <a:gd name="connsiteY449" fmla="*/ 1573900 h 2489200"/>
                <a:gd name="connsiteX450" fmla="*/ 1777100 w 2489200"/>
                <a:gd name="connsiteY450" fmla="*/ 1650100 h 2489200"/>
                <a:gd name="connsiteX451" fmla="*/ 1802500 w 2489200"/>
                <a:gd name="connsiteY451" fmla="*/ 1726300 h 2489200"/>
                <a:gd name="connsiteX452" fmla="*/ 1827900 w 2489200"/>
                <a:gd name="connsiteY452" fmla="*/ 1700900 h 2489200"/>
                <a:gd name="connsiteX453" fmla="*/ 1853300 w 2489200"/>
                <a:gd name="connsiteY453" fmla="*/ 1675500 h 2489200"/>
                <a:gd name="connsiteX454" fmla="*/ 1878700 w 2489200"/>
                <a:gd name="connsiteY454" fmla="*/ 1700900 h 2489200"/>
                <a:gd name="connsiteX455" fmla="*/ 1853300 w 2489200"/>
                <a:gd name="connsiteY455" fmla="*/ 1726300 h 2489200"/>
                <a:gd name="connsiteX456" fmla="*/ 1827900 w 2489200"/>
                <a:gd name="connsiteY456" fmla="*/ 1751700 h 2489200"/>
                <a:gd name="connsiteX457" fmla="*/ 1802500 w 2489200"/>
                <a:gd name="connsiteY457" fmla="*/ 1777100 h 2489200"/>
                <a:gd name="connsiteX458" fmla="*/ 1777100 w 2489200"/>
                <a:gd name="connsiteY458" fmla="*/ 1751700 h 2489200"/>
                <a:gd name="connsiteX459" fmla="*/ 1751700 w 2489200"/>
                <a:gd name="connsiteY459" fmla="*/ 1726300 h 2489200"/>
                <a:gd name="connsiteX460" fmla="*/ 1726300 w 2489200"/>
                <a:gd name="connsiteY460" fmla="*/ 1700900 h 2489200"/>
                <a:gd name="connsiteX461" fmla="*/ 1700900 w 2489200"/>
                <a:gd name="connsiteY461" fmla="*/ 1675500 h 2489200"/>
                <a:gd name="connsiteX462" fmla="*/ 1675500 w 2489200"/>
                <a:gd name="connsiteY462" fmla="*/ 1650100 h 2489200"/>
                <a:gd name="connsiteX463" fmla="*/ 1700900 w 2489200"/>
                <a:gd name="connsiteY463" fmla="*/ 1624700 h 2489200"/>
                <a:gd name="connsiteX464" fmla="*/ 1726300 w 2489200"/>
                <a:gd name="connsiteY464" fmla="*/ 1599300 h 2489200"/>
                <a:gd name="connsiteX465" fmla="*/ 1751700 w 2489200"/>
                <a:gd name="connsiteY465" fmla="*/ 1573900 h 2489200"/>
                <a:gd name="connsiteX466" fmla="*/ 1777100 w 2489200"/>
                <a:gd name="connsiteY466" fmla="*/ 1472300 h 2489200"/>
                <a:gd name="connsiteX467" fmla="*/ 1777100 w 2489200"/>
                <a:gd name="connsiteY467" fmla="*/ 1370700 h 2489200"/>
                <a:gd name="connsiteX468" fmla="*/ 1827900 w 2489200"/>
                <a:gd name="connsiteY468" fmla="*/ 1370700 h 2489200"/>
                <a:gd name="connsiteX469" fmla="*/ 1878700 w 2489200"/>
                <a:gd name="connsiteY469" fmla="*/ 1345300 h 2489200"/>
                <a:gd name="connsiteX470" fmla="*/ 1853300 w 2489200"/>
                <a:gd name="connsiteY470" fmla="*/ 1319900 h 2489200"/>
                <a:gd name="connsiteX471" fmla="*/ 1827900 w 2489200"/>
                <a:gd name="connsiteY471" fmla="*/ 1294500 h 2489200"/>
                <a:gd name="connsiteX472" fmla="*/ 1878700 w 2489200"/>
                <a:gd name="connsiteY472" fmla="*/ 1269100 h 2489200"/>
                <a:gd name="connsiteX473" fmla="*/ 1929500 w 2489200"/>
                <a:gd name="connsiteY473" fmla="*/ 1243700 h 2489200"/>
                <a:gd name="connsiteX474" fmla="*/ 1878700 w 2489200"/>
                <a:gd name="connsiteY474" fmla="*/ 1218300 h 2489200"/>
                <a:gd name="connsiteX475" fmla="*/ 1827900 w 2489200"/>
                <a:gd name="connsiteY475" fmla="*/ 1192900 h 2489200"/>
                <a:gd name="connsiteX476" fmla="*/ 1878700 w 2489200"/>
                <a:gd name="connsiteY476" fmla="*/ 1167500 h 2489200"/>
                <a:gd name="connsiteX477" fmla="*/ 1929500 w 2489200"/>
                <a:gd name="connsiteY477" fmla="*/ 1192900 h 2489200"/>
                <a:gd name="connsiteX478" fmla="*/ 1954900 w 2489200"/>
                <a:gd name="connsiteY478" fmla="*/ 1218300 h 2489200"/>
                <a:gd name="connsiteX479" fmla="*/ 1980300 w 2489200"/>
                <a:gd name="connsiteY479" fmla="*/ 1167500 h 2489200"/>
                <a:gd name="connsiteX480" fmla="*/ 1980300 w 2489200"/>
                <a:gd name="connsiteY480" fmla="*/ 1116700 h 2489200"/>
                <a:gd name="connsiteX481" fmla="*/ 2107300 w 2489200"/>
                <a:gd name="connsiteY481" fmla="*/ 1116700 h 2489200"/>
                <a:gd name="connsiteX482" fmla="*/ 2234300 w 2489200"/>
                <a:gd name="connsiteY482" fmla="*/ 1091300 h 2489200"/>
                <a:gd name="connsiteX483" fmla="*/ 2208900 w 2489200"/>
                <a:gd name="connsiteY483" fmla="*/ 1065900 h 2489200"/>
                <a:gd name="connsiteX484" fmla="*/ 2183500 w 2489200"/>
                <a:gd name="connsiteY484" fmla="*/ 1040500 h 2489200"/>
                <a:gd name="connsiteX485" fmla="*/ 2208900 w 2489200"/>
                <a:gd name="connsiteY485" fmla="*/ 1015100 h 2489200"/>
                <a:gd name="connsiteX486" fmla="*/ 2234300 w 2489200"/>
                <a:gd name="connsiteY486" fmla="*/ 989700 h 2489200"/>
                <a:gd name="connsiteX487" fmla="*/ 2183500 w 2489200"/>
                <a:gd name="connsiteY487" fmla="*/ 964300 h 2489200"/>
                <a:gd name="connsiteX488" fmla="*/ 2132700 w 2489200"/>
                <a:gd name="connsiteY488" fmla="*/ 964300 h 2489200"/>
                <a:gd name="connsiteX489" fmla="*/ 2132700 w 2489200"/>
                <a:gd name="connsiteY489" fmla="*/ 1015100 h 2489200"/>
                <a:gd name="connsiteX490" fmla="*/ 2107300 w 2489200"/>
                <a:gd name="connsiteY490" fmla="*/ 1065900 h 2489200"/>
                <a:gd name="connsiteX491" fmla="*/ 2081900 w 2489200"/>
                <a:gd name="connsiteY491" fmla="*/ 1040500 h 2489200"/>
                <a:gd name="connsiteX492" fmla="*/ 2056500 w 2489200"/>
                <a:gd name="connsiteY492" fmla="*/ 1015100 h 2489200"/>
                <a:gd name="connsiteX493" fmla="*/ 2031100 w 2489200"/>
                <a:gd name="connsiteY493" fmla="*/ 1040500 h 2489200"/>
                <a:gd name="connsiteX494" fmla="*/ 1980300 w 2489200"/>
                <a:gd name="connsiteY494" fmla="*/ 1065900 h 2489200"/>
                <a:gd name="connsiteX495" fmla="*/ 1929500 w 2489200"/>
                <a:gd name="connsiteY495" fmla="*/ 1091300 h 2489200"/>
                <a:gd name="connsiteX496" fmla="*/ 1853300 w 2489200"/>
                <a:gd name="connsiteY496" fmla="*/ 1116700 h 2489200"/>
                <a:gd name="connsiteX497" fmla="*/ 1777100 w 2489200"/>
                <a:gd name="connsiteY497" fmla="*/ 1116700 h 2489200"/>
                <a:gd name="connsiteX498" fmla="*/ 1777100 w 2489200"/>
                <a:gd name="connsiteY498" fmla="*/ 1218300 h 2489200"/>
                <a:gd name="connsiteX499" fmla="*/ 1751700 w 2489200"/>
                <a:gd name="connsiteY499" fmla="*/ 1319900 h 2489200"/>
                <a:gd name="connsiteX500" fmla="*/ 1726300 w 2489200"/>
                <a:gd name="connsiteY500" fmla="*/ 1370700 h 2489200"/>
                <a:gd name="connsiteX501" fmla="*/ 1700900 w 2489200"/>
                <a:gd name="connsiteY501" fmla="*/ 1421500 h 2489200"/>
                <a:gd name="connsiteX502" fmla="*/ 1675500 w 2489200"/>
                <a:gd name="connsiteY502" fmla="*/ 1446900 h 2489200"/>
                <a:gd name="connsiteX503" fmla="*/ 1700900 w 2489200"/>
                <a:gd name="connsiteY503" fmla="*/ 1472300 h 2489200"/>
                <a:gd name="connsiteX504" fmla="*/ 1726300 w 2489200"/>
                <a:gd name="connsiteY504" fmla="*/ 1497700 h 2489200"/>
                <a:gd name="connsiteX505" fmla="*/ 1675500 w 2489200"/>
                <a:gd name="connsiteY505" fmla="*/ 1523100 h 2489200"/>
                <a:gd name="connsiteX506" fmla="*/ 1624700 w 2489200"/>
                <a:gd name="connsiteY506" fmla="*/ 1523100 h 2489200"/>
                <a:gd name="connsiteX507" fmla="*/ 1624700 w 2489200"/>
                <a:gd name="connsiteY507" fmla="*/ 1573900 h 2489200"/>
                <a:gd name="connsiteX508" fmla="*/ 1599300 w 2489200"/>
                <a:gd name="connsiteY508" fmla="*/ 1624700 h 2489200"/>
                <a:gd name="connsiteX509" fmla="*/ 1573900 w 2489200"/>
                <a:gd name="connsiteY509" fmla="*/ 1675500 h 2489200"/>
                <a:gd name="connsiteX510" fmla="*/ 1573900 w 2489200"/>
                <a:gd name="connsiteY510" fmla="*/ 1726300 h 2489200"/>
                <a:gd name="connsiteX511" fmla="*/ 1624700 w 2489200"/>
                <a:gd name="connsiteY511" fmla="*/ 1726300 h 2489200"/>
                <a:gd name="connsiteX512" fmla="*/ 1675500 w 2489200"/>
                <a:gd name="connsiteY512" fmla="*/ 1751700 h 2489200"/>
                <a:gd name="connsiteX513" fmla="*/ 1700900 w 2489200"/>
                <a:gd name="connsiteY513" fmla="*/ 1777100 h 2489200"/>
                <a:gd name="connsiteX514" fmla="*/ 1726300 w 2489200"/>
                <a:gd name="connsiteY514" fmla="*/ 1802500 h 2489200"/>
                <a:gd name="connsiteX515" fmla="*/ 1700900 w 2489200"/>
                <a:gd name="connsiteY515" fmla="*/ 1827900 h 2489200"/>
                <a:gd name="connsiteX516" fmla="*/ 1675500 w 2489200"/>
                <a:gd name="connsiteY516" fmla="*/ 1853300 h 2489200"/>
                <a:gd name="connsiteX517" fmla="*/ 1700900 w 2489200"/>
                <a:gd name="connsiteY517" fmla="*/ 1878700 h 2489200"/>
                <a:gd name="connsiteX518" fmla="*/ 1726300 w 2489200"/>
                <a:gd name="connsiteY518" fmla="*/ 1929500 h 2489200"/>
                <a:gd name="connsiteX519" fmla="*/ 1700900 w 2489200"/>
                <a:gd name="connsiteY519" fmla="*/ 1980300 h 2489200"/>
                <a:gd name="connsiteX520" fmla="*/ 1675500 w 2489200"/>
                <a:gd name="connsiteY520" fmla="*/ 1929500 h 2489200"/>
                <a:gd name="connsiteX521" fmla="*/ 1650100 w 2489200"/>
                <a:gd name="connsiteY521" fmla="*/ 1878700 h 2489200"/>
                <a:gd name="connsiteX522" fmla="*/ 1624700 w 2489200"/>
                <a:gd name="connsiteY522" fmla="*/ 1954900 h 2489200"/>
                <a:gd name="connsiteX523" fmla="*/ 1650100 w 2489200"/>
                <a:gd name="connsiteY523" fmla="*/ 2031100 h 2489200"/>
                <a:gd name="connsiteX524" fmla="*/ 1675500 w 2489200"/>
                <a:gd name="connsiteY524" fmla="*/ 2056500 h 2489200"/>
                <a:gd name="connsiteX525" fmla="*/ 1700900 w 2489200"/>
                <a:gd name="connsiteY525" fmla="*/ 2081900 h 2489200"/>
                <a:gd name="connsiteX526" fmla="*/ 1726300 w 2489200"/>
                <a:gd name="connsiteY526" fmla="*/ 2056500 h 2489200"/>
                <a:gd name="connsiteX527" fmla="*/ 1777100 w 2489200"/>
                <a:gd name="connsiteY527" fmla="*/ 2031100 h 2489200"/>
                <a:gd name="connsiteX528" fmla="*/ 1827900 w 2489200"/>
                <a:gd name="connsiteY528" fmla="*/ 2056500 h 2489200"/>
                <a:gd name="connsiteX529" fmla="*/ 1853300 w 2489200"/>
                <a:gd name="connsiteY529" fmla="*/ 2081900 h 2489200"/>
                <a:gd name="connsiteX530" fmla="*/ 1878700 w 2489200"/>
                <a:gd name="connsiteY530" fmla="*/ 2132700 h 2489200"/>
                <a:gd name="connsiteX531" fmla="*/ 1904100 w 2489200"/>
                <a:gd name="connsiteY531" fmla="*/ 2183500 h 2489200"/>
                <a:gd name="connsiteX532" fmla="*/ 1929500 w 2489200"/>
                <a:gd name="connsiteY532" fmla="*/ 2158100 h 2489200"/>
                <a:gd name="connsiteX533" fmla="*/ 1954900 w 2489200"/>
                <a:gd name="connsiteY533" fmla="*/ 2132700 h 2489200"/>
                <a:gd name="connsiteX534" fmla="*/ 1980300 w 2489200"/>
                <a:gd name="connsiteY534" fmla="*/ 2183500 h 2489200"/>
                <a:gd name="connsiteX535" fmla="*/ 1980300 w 2489200"/>
                <a:gd name="connsiteY535" fmla="*/ 2234300 h 2489200"/>
                <a:gd name="connsiteX536" fmla="*/ 1929500 w 2489200"/>
                <a:gd name="connsiteY536" fmla="*/ 2234300 h 2489200"/>
                <a:gd name="connsiteX537" fmla="*/ 1878700 w 2489200"/>
                <a:gd name="connsiteY537" fmla="*/ 2208900 h 2489200"/>
                <a:gd name="connsiteX538" fmla="*/ 1853300 w 2489200"/>
                <a:gd name="connsiteY538" fmla="*/ 2183500 h 2489200"/>
                <a:gd name="connsiteX539" fmla="*/ 1827900 w 2489200"/>
                <a:gd name="connsiteY539" fmla="*/ 2208900 h 2489200"/>
                <a:gd name="connsiteX540" fmla="*/ 1802500 w 2489200"/>
                <a:gd name="connsiteY540" fmla="*/ 2234300 h 2489200"/>
                <a:gd name="connsiteX541" fmla="*/ 1777100 w 2489200"/>
                <a:gd name="connsiteY541" fmla="*/ 2259700 h 2489200"/>
                <a:gd name="connsiteX542" fmla="*/ 1853300 w 2489200"/>
                <a:gd name="connsiteY542" fmla="*/ 2285100 h 2489200"/>
                <a:gd name="connsiteX543" fmla="*/ 1929500 w 2489200"/>
                <a:gd name="connsiteY543" fmla="*/ 2310500 h 2489200"/>
                <a:gd name="connsiteX544" fmla="*/ 1904100 w 2489200"/>
                <a:gd name="connsiteY544" fmla="*/ 2335900 h 2489200"/>
                <a:gd name="connsiteX545" fmla="*/ 1878700 w 2489200"/>
                <a:gd name="connsiteY545" fmla="*/ 2386700 h 2489200"/>
                <a:gd name="connsiteX546" fmla="*/ 1853300 w 2489200"/>
                <a:gd name="connsiteY546" fmla="*/ 2437500 h 2489200"/>
                <a:gd name="connsiteX547" fmla="*/ 1827900 w 2489200"/>
                <a:gd name="connsiteY547" fmla="*/ 2386700 h 2489200"/>
                <a:gd name="connsiteX548" fmla="*/ 1802500 w 2489200"/>
                <a:gd name="connsiteY548" fmla="*/ 2335900 h 2489200"/>
                <a:gd name="connsiteX549" fmla="*/ 1777100 w 2489200"/>
                <a:gd name="connsiteY549" fmla="*/ 2310500 h 2489200"/>
                <a:gd name="connsiteX550" fmla="*/ 1751700 w 2489200"/>
                <a:gd name="connsiteY550" fmla="*/ 2285100 h 2489200"/>
                <a:gd name="connsiteX551" fmla="*/ 1726300 w 2489200"/>
                <a:gd name="connsiteY551" fmla="*/ 2259700 h 2489200"/>
                <a:gd name="connsiteX552" fmla="*/ 1751700 w 2489200"/>
                <a:gd name="connsiteY552" fmla="*/ 2234300 h 2489200"/>
                <a:gd name="connsiteX553" fmla="*/ 1777100 w 2489200"/>
                <a:gd name="connsiteY553" fmla="*/ 2208900 h 2489200"/>
                <a:gd name="connsiteX554" fmla="*/ 1751700 w 2489200"/>
                <a:gd name="connsiteY554" fmla="*/ 2183500 h 2489200"/>
                <a:gd name="connsiteX555" fmla="*/ 1726300 w 2489200"/>
                <a:gd name="connsiteY555" fmla="*/ 2158100 h 2489200"/>
                <a:gd name="connsiteX556" fmla="*/ 1700900 w 2489200"/>
                <a:gd name="connsiteY556" fmla="*/ 2132700 h 2489200"/>
                <a:gd name="connsiteX557" fmla="*/ 1675500 w 2489200"/>
                <a:gd name="connsiteY557" fmla="*/ 2183500 h 2489200"/>
                <a:gd name="connsiteX558" fmla="*/ 1650100 w 2489200"/>
                <a:gd name="connsiteY558" fmla="*/ 2234300 h 2489200"/>
                <a:gd name="connsiteX559" fmla="*/ 1624700 w 2489200"/>
                <a:gd name="connsiteY559" fmla="*/ 2259700 h 2489200"/>
                <a:gd name="connsiteX560" fmla="*/ 1599300 w 2489200"/>
                <a:gd name="connsiteY560" fmla="*/ 2285100 h 2489200"/>
                <a:gd name="connsiteX561" fmla="*/ 1573900 w 2489200"/>
                <a:gd name="connsiteY561" fmla="*/ 2335900 h 2489200"/>
                <a:gd name="connsiteX562" fmla="*/ 1573900 w 2489200"/>
                <a:gd name="connsiteY562" fmla="*/ 2386700 h 2489200"/>
                <a:gd name="connsiteX563" fmla="*/ 1523100 w 2489200"/>
                <a:gd name="connsiteY563" fmla="*/ 2386700 h 2489200"/>
                <a:gd name="connsiteX564" fmla="*/ 1472300 w 2489200"/>
                <a:gd name="connsiteY564" fmla="*/ 2412100 h 2489200"/>
                <a:gd name="connsiteX565" fmla="*/ 1446900 w 2489200"/>
                <a:gd name="connsiteY565" fmla="*/ 2437500 h 2489200"/>
                <a:gd name="connsiteX566" fmla="*/ 1421500 w 2489200"/>
                <a:gd name="connsiteY566" fmla="*/ 2462900 h 2489200"/>
                <a:gd name="connsiteX567" fmla="*/ 1396100 w 2489200"/>
                <a:gd name="connsiteY567" fmla="*/ 2488300 h 2489200"/>
                <a:gd name="connsiteX568" fmla="*/ 1370700 w 2489200"/>
                <a:gd name="connsiteY568" fmla="*/ 2462900 h 2489200"/>
                <a:gd name="connsiteX569" fmla="*/ 1345300 w 2489200"/>
                <a:gd name="connsiteY569" fmla="*/ 2437500 h 2489200"/>
                <a:gd name="connsiteX570" fmla="*/ 1319900 w 2489200"/>
                <a:gd name="connsiteY570" fmla="*/ 2361300 h 2489200"/>
                <a:gd name="connsiteX571" fmla="*/ 1319900 w 2489200"/>
                <a:gd name="connsiteY571" fmla="*/ 2285100 h 2489200"/>
                <a:gd name="connsiteX572" fmla="*/ 1269100 w 2489200"/>
                <a:gd name="connsiteY572" fmla="*/ 2285100 h 2489200"/>
                <a:gd name="connsiteX573" fmla="*/ 1218300 w 2489200"/>
                <a:gd name="connsiteY573" fmla="*/ 2285100 h 2489200"/>
                <a:gd name="connsiteX574" fmla="*/ 1218300 w 2489200"/>
                <a:gd name="connsiteY574" fmla="*/ 2335900 h 2489200"/>
                <a:gd name="connsiteX575" fmla="*/ 1243700 w 2489200"/>
                <a:gd name="connsiteY575" fmla="*/ 2386700 h 2489200"/>
                <a:gd name="connsiteX576" fmla="*/ 1269100 w 2489200"/>
                <a:gd name="connsiteY576" fmla="*/ 2412100 h 2489200"/>
                <a:gd name="connsiteX577" fmla="*/ 1192900 w 2489200"/>
                <a:gd name="connsiteY577" fmla="*/ 2437500 h 2489200"/>
                <a:gd name="connsiteX578" fmla="*/ 1116700 w 2489200"/>
                <a:gd name="connsiteY578" fmla="*/ 2412100 h 2489200"/>
                <a:gd name="connsiteX579" fmla="*/ 1091300 w 2489200"/>
                <a:gd name="connsiteY579" fmla="*/ 2386700 h 2489200"/>
                <a:gd name="connsiteX580" fmla="*/ 1065900 w 2489200"/>
                <a:gd name="connsiteY580" fmla="*/ 2361300 h 2489200"/>
                <a:gd name="connsiteX581" fmla="*/ 1091300 w 2489200"/>
                <a:gd name="connsiteY581" fmla="*/ 2335900 h 2489200"/>
                <a:gd name="connsiteX582" fmla="*/ 1116700 w 2489200"/>
                <a:gd name="connsiteY582" fmla="*/ 2361300 h 2489200"/>
                <a:gd name="connsiteX583" fmla="*/ 1142100 w 2489200"/>
                <a:gd name="connsiteY583" fmla="*/ 2386700 h 2489200"/>
                <a:gd name="connsiteX584" fmla="*/ 1167500 w 2489200"/>
                <a:gd name="connsiteY584" fmla="*/ 2335900 h 2489200"/>
                <a:gd name="connsiteX585" fmla="*/ 1142100 w 2489200"/>
                <a:gd name="connsiteY585" fmla="*/ 2285100 h 2489200"/>
                <a:gd name="connsiteX586" fmla="*/ 1116700 w 2489200"/>
                <a:gd name="connsiteY586" fmla="*/ 2259700 h 2489200"/>
                <a:gd name="connsiteX587" fmla="*/ 1040500 w 2489200"/>
                <a:gd name="connsiteY587" fmla="*/ 2234300 h 2489200"/>
                <a:gd name="connsiteX588" fmla="*/ 964300 w 2489200"/>
                <a:gd name="connsiteY588" fmla="*/ 2259700 h 2489200"/>
                <a:gd name="connsiteX589" fmla="*/ 938900 w 2489200"/>
                <a:gd name="connsiteY589" fmla="*/ 2285100 h 2489200"/>
                <a:gd name="connsiteX590" fmla="*/ 913500 w 2489200"/>
                <a:gd name="connsiteY590" fmla="*/ 2310500 h 2489200"/>
                <a:gd name="connsiteX591" fmla="*/ 964300 w 2489200"/>
                <a:gd name="connsiteY591" fmla="*/ 2335900 h 2489200"/>
                <a:gd name="connsiteX592" fmla="*/ 1015100 w 2489200"/>
                <a:gd name="connsiteY592" fmla="*/ 2335900 h 2489200"/>
                <a:gd name="connsiteX593" fmla="*/ 1015100 w 2489200"/>
                <a:gd name="connsiteY593" fmla="*/ 2386700 h 2489200"/>
                <a:gd name="connsiteX594" fmla="*/ 1015100 w 2489200"/>
                <a:gd name="connsiteY594" fmla="*/ 2437500 h 2489200"/>
                <a:gd name="connsiteX595" fmla="*/ 964300 w 2489200"/>
                <a:gd name="connsiteY595" fmla="*/ 2437500 h 2489200"/>
                <a:gd name="connsiteX596" fmla="*/ 913500 w 2489200"/>
                <a:gd name="connsiteY596" fmla="*/ 2462900 h 2489200"/>
                <a:gd name="connsiteX597" fmla="*/ 862700 w 2489200"/>
                <a:gd name="connsiteY597" fmla="*/ 2488300 h 2489200"/>
                <a:gd name="connsiteX598" fmla="*/ 811900 w 2489200"/>
                <a:gd name="connsiteY598" fmla="*/ 2488300 h 2489200"/>
                <a:gd name="connsiteX599" fmla="*/ 811900 w 2489200"/>
                <a:gd name="connsiteY599" fmla="*/ 2437500 h 2489200"/>
                <a:gd name="connsiteX600" fmla="*/ 786500 w 2489200"/>
                <a:gd name="connsiteY600" fmla="*/ 2386700 h 2489200"/>
                <a:gd name="connsiteX601" fmla="*/ 761100 w 2489200"/>
                <a:gd name="connsiteY601" fmla="*/ 2437500 h 2489200"/>
                <a:gd name="connsiteX602" fmla="*/ 735700 w 2489200"/>
                <a:gd name="connsiteY602" fmla="*/ 2488300 h 2489200"/>
                <a:gd name="connsiteX603" fmla="*/ 710300 w 2489200"/>
                <a:gd name="connsiteY603" fmla="*/ 2437500 h 2489200"/>
                <a:gd name="connsiteX604" fmla="*/ 735700 w 2489200"/>
                <a:gd name="connsiteY604" fmla="*/ 2386700 h 2489200"/>
                <a:gd name="connsiteX605" fmla="*/ 761100 w 2489200"/>
                <a:gd name="connsiteY605" fmla="*/ 2361300 h 2489200"/>
                <a:gd name="connsiteX606" fmla="*/ 684900 w 2489200"/>
                <a:gd name="connsiteY606" fmla="*/ 2335900 h 2489200"/>
                <a:gd name="connsiteX607" fmla="*/ 608700 w 2489200"/>
                <a:gd name="connsiteY607" fmla="*/ 2310500 h 2489200"/>
                <a:gd name="connsiteX608" fmla="*/ 659500 w 2489200"/>
                <a:gd name="connsiteY608" fmla="*/ 2285100 h 2489200"/>
                <a:gd name="connsiteX609" fmla="*/ 710300 w 2489200"/>
                <a:gd name="connsiteY609" fmla="*/ 2259700 h 2489200"/>
                <a:gd name="connsiteX610" fmla="*/ 735700 w 2489200"/>
                <a:gd name="connsiteY610" fmla="*/ 2234300 h 2489200"/>
                <a:gd name="connsiteX611" fmla="*/ 761100 w 2489200"/>
                <a:gd name="connsiteY611" fmla="*/ 2208900 h 2489200"/>
                <a:gd name="connsiteX612" fmla="*/ 735700 w 2489200"/>
                <a:gd name="connsiteY612" fmla="*/ 2183500 h 2489200"/>
                <a:gd name="connsiteX613" fmla="*/ 710300 w 2489200"/>
                <a:gd name="connsiteY613" fmla="*/ 2158100 h 2489200"/>
                <a:gd name="connsiteX614" fmla="*/ 735700 w 2489200"/>
                <a:gd name="connsiteY614" fmla="*/ 2132700 h 2489200"/>
                <a:gd name="connsiteX615" fmla="*/ 761100 w 2489200"/>
                <a:gd name="connsiteY615" fmla="*/ 2158100 h 2489200"/>
                <a:gd name="connsiteX616" fmla="*/ 786500 w 2489200"/>
                <a:gd name="connsiteY616" fmla="*/ 2183500 h 2489200"/>
                <a:gd name="connsiteX617" fmla="*/ 811900 w 2489200"/>
                <a:gd name="connsiteY617" fmla="*/ 2158100 h 2489200"/>
                <a:gd name="connsiteX618" fmla="*/ 837300 w 2489200"/>
                <a:gd name="connsiteY618" fmla="*/ 2132700 h 2489200"/>
                <a:gd name="connsiteX619" fmla="*/ 862700 w 2489200"/>
                <a:gd name="connsiteY619" fmla="*/ 2081900 h 2489200"/>
                <a:gd name="connsiteX620" fmla="*/ 888100 w 2489200"/>
                <a:gd name="connsiteY620" fmla="*/ 2031100 h 2489200"/>
                <a:gd name="connsiteX621" fmla="*/ 913500 w 2489200"/>
                <a:gd name="connsiteY621" fmla="*/ 1980300 h 2489200"/>
                <a:gd name="connsiteX622" fmla="*/ 888100 w 2489200"/>
                <a:gd name="connsiteY622" fmla="*/ 1929500 h 2489200"/>
                <a:gd name="connsiteX623" fmla="*/ 862700 w 2489200"/>
                <a:gd name="connsiteY623" fmla="*/ 1853300 h 2489200"/>
                <a:gd name="connsiteX624" fmla="*/ 888100 w 2489200"/>
                <a:gd name="connsiteY624" fmla="*/ 1777100 h 2489200"/>
                <a:gd name="connsiteX625" fmla="*/ 913500 w 2489200"/>
                <a:gd name="connsiteY625" fmla="*/ 1802500 h 2489200"/>
                <a:gd name="connsiteX626" fmla="*/ 938900 w 2489200"/>
                <a:gd name="connsiteY626" fmla="*/ 1827900 h 2489200"/>
                <a:gd name="connsiteX627" fmla="*/ 964300 w 2489200"/>
                <a:gd name="connsiteY627" fmla="*/ 1853300 h 2489200"/>
                <a:gd name="connsiteX628" fmla="*/ 989700 w 2489200"/>
                <a:gd name="connsiteY628" fmla="*/ 1878700 h 2489200"/>
                <a:gd name="connsiteX629" fmla="*/ 1015100 w 2489200"/>
                <a:gd name="connsiteY629" fmla="*/ 1904100 h 2489200"/>
                <a:gd name="connsiteX630" fmla="*/ 1040500 w 2489200"/>
                <a:gd name="connsiteY630" fmla="*/ 1929500 h 2489200"/>
                <a:gd name="connsiteX631" fmla="*/ 1065900 w 2489200"/>
                <a:gd name="connsiteY631" fmla="*/ 1904100 h 2489200"/>
                <a:gd name="connsiteX632" fmla="*/ 1091300 w 2489200"/>
                <a:gd name="connsiteY632" fmla="*/ 1878700 h 2489200"/>
                <a:gd name="connsiteX633" fmla="*/ 1116700 w 2489200"/>
                <a:gd name="connsiteY633" fmla="*/ 1853300 h 2489200"/>
                <a:gd name="connsiteX634" fmla="*/ 1065900 w 2489200"/>
                <a:gd name="connsiteY634" fmla="*/ 1827900 h 2489200"/>
                <a:gd name="connsiteX635" fmla="*/ 1015100 w 2489200"/>
                <a:gd name="connsiteY635" fmla="*/ 1802500 h 2489200"/>
                <a:gd name="connsiteX636" fmla="*/ 989700 w 2489200"/>
                <a:gd name="connsiteY636" fmla="*/ 1777100 h 2489200"/>
                <a:gd name="connsiteX637" fmla="*/ 964300 w 2489200"/>
                <a:gd name="connsiteY637" fmla="*/ 1751700 h 2489200"/>
                <a:gd name="connsiteX638" fmla="*/ 938900 w 2489200"/>
                <a:gd name="connsiteY638" fmla="*/ 1726300 h 2489200"/>
                <a:gd name="connsiteX639" fmla="*/ 913500 w 2489200"/>
                <a:gd name="connsiteY639" fmla="*/ 1700900 h 2489200"/>
                <a:gd name="connsiteX640" fmla="*/ 837300 w 2489200"/>
                <a:gd name="connsiteY640" fmla="*/ 1675500 h 2489200"/>
                <a:gd name="connsiteX641" fmla="*/ 761100 w 2489200"/>
                <a:gd name="connsiteY641" fmla="*/ 1675500 h 2489200"/>
                <a:gd name="connsiteX642" fmla="*/ 761100 w 2489200"/>
                <a:gd name="connsiteY642" fmla="*/ 1726300 h 2489200"/>
                <a:gd name="connsiteX643" fmla="*/ 786500 w 2489200"/>
                <a:gd name="connsiteY643" fmla="*/ 1777100 h 2489200"/>
                <a:gd name="connsiteX644" fmla="*/ 811900 w 2489200"/>
                <a:gd name="connsiteY644" fmla="*/ 1802500 h 2489200"/>
                <a:gd name="connsiteX645" fmla="*/ 786500 w 2489200"/>
                <a:gd name="connsiteY645" fmla="*/ 1827900 h 2489200"/>
                <a:gd name="connsiteX646" fmla="*/ 761100 w 2489200"/>
                <a:gd name="connsiteY646" fmla="*/ 1802500 h 2489200"/>
                <a:gd name="connsiteX647" fmla="*/ 735700 w 2489200"/>
                <a:gd name="connsiteY647" fmla="*/ 1777100 h 2489200"/>
                <a:gd name="connsiteX648" fmla="*/ 710300 w 2489200"/>
                <a:gd name="connsiteY648" fmla="*/ 1853300 h 2489200"/>
                <a:gd name="connsiteX649" fmla="*/ 735700 w 2489200"/>
                <a:gd name="connsiteY649" fmla="*/ 1929500 h 2489200"/>
                <a:gd name="connsiteX650" fmla="*/ 761100 w 2489200"/>
                <a:gd name="connsiteY650" fmla="*/ 1904100 h 2489200"/>
                <a:gd name="connsiteX651" fmla="*/ 786500 w 2489200"/>
                <a:gd name="connsiteY651" fmla="*/ 1878700 h 2489200"/>
                <a:gd name="connsiteX652" fmla="*/ 811900 w 2489200"/>
                <a:gd name="connsiteY652" fmla="*/ 1904100 h 2489200"/>
                <a:gd name="connsiteX653" fmla="*/ 786500 w 2489200"/>
                <a:gd name="connsiteY653" fmla="*/ 1929500 h 2489200"/>
                <a:gd name="connsiteX654" fmla="*/ 761100 w 2489200"/>
                <a:gd name="connsiteY654" fmla="*/ 1954900 h 2489200"/>
                <a:gd name="connsiteX655" fmla="*/ 786500 w 2489200"/>
                <a:gd name="connsiteY655" fmla="*/ 1980300 h 2489200"/>
                <a:gd name="connsiteX656" fmla="*/ 811900 w 2489200"/>
                <a:gd name="connsiteY656" fmla="*/ 2005700 h 2489200"/>
                <a:gd name="connsiteX657" fmla="*/ 786500 w 2489200"/>
                <a:gd name="connsiteY657" fmla="*/ 2031100 h 2489200"/>
                <a:gd name="connsiteX658" fmla="*/ 761100 w 2489200"/>
                <a:gd name="connsiteY658" fmla="*/ 2056500 h 2489200"/>
                <a:gd name="connsiteX659" fmla="*/ 710300 w 2489200"/>
                <a:gd name="connsiteY659" fmla="*/ 2081900 h 2489200"/>
                <a:gd name="connsiteX660" fmla="*/ 659500 w 2489200"/>
                <a:gd name="connsiteY660" fmla="*/ 2081900 h 2489200"/>
                <a:gd name="connsiteX661" fmla="*/ 659500 w 2489200"/>
                <a:gd name="connsiteY661" fmla="*/ 2158100 h 2489200"/>
                <a:gd name="connsiteX662" fmla="*/ 659500 w 2489200"/>
                <a:gd name="connsiteY662" fmla="*/ 2234300 h 2489200"/>
                <a:gd name="connsiteX663" fmla="*/ 608700 w 2489200"/>
                <a:gd name="connsiteY663" fmla="*/ 2234300 h 2489200"/>
                <a:gd name="connsiteX664" fmla="*/ 557900 w 2489200"/>
                <a:gd name="connsiteY664" fmla="*/ 2208900 h 2489200"/>
                <a:gd name="connsiteX665" fmla="*/ 532500 w 2489200"/>
                <a:gd name="connsiteY665" fmla="*/ 2183500 h 2489200"/>
                <a:gd name="connsiteX666" fmla="*/ 507100 w 2489200"/>
                <a:gd name="connsiteY666" fmla="*/ 2234300 h 2489200"/>
                <a:gd name="connsiteX667" fmla="*/ 532500 w 2489200"/>
                <a:gd name="connsiteY667" fmla="*/ 2285100 h 2489200"/>
                <a:gd name="connsiteX668" fmla="*/ 557900 w 2489200"/>
                <a:gd name="connsiteY668" fmla="*/ 2335900 h 2489200"/>
                <a:gd name="connsiteX669" fmla="*/ 583300 w 2489200"/>
                <a:gd name="connsiteY669" fmla="*/ 2386700 h 2489200"/>
                <a:gd name="connsiteX670" fmla="*/ 608700 w 2489200"/>
                <a:gd name="connsiteY670" fmla="*/ 2437500 h 2489200"/>
                <a:gd name="connsiteX671" fmla="*/ 583300 w 2489200"/>
                <a:gd name="connsiteY671" fmla="*/ 2488300 h 2489200"/>
                <a:gd name="connsiteX672" fmla="*/ 557900 w 2489200"/>
                <a:gd name="connsiteY672" fmla="*/ 2462900 h 2489200"/>
                <a:gd name="connsiteX673" fmla="*/ 532500 w 2489200"/>
                <a:gd name="connsiteY673" fmla="*/ 2437500 h 2489200"/>
                <a:gd name="connsiteX674" fmla="*/ 507100 w 2489200"/>
                <a:gd name="connsiteY674" fmla="*/ 2462900 h 2489200"/>
                <a:gd name="connsiteX675" fmla="*/ 481700 w 2489200"/>
                <a:gd name="connsiteY675" fmla="*/ 2488300 h 2489200"/>
                <a:gd name="connsiteX676" fmla="*/ 456300 w 2489200"/>
                <a:gd name="connsiteY676" fmla="*/ 2462900 h 2489200"/>
                <a:gd name="connsiteX677" fmla="*/ 1421500 w 2489200"/>
                <a:gd name="connsiteY677" fmla="*/ 2412100 h 2489200"/>
                <a:gd name="connsiteX678" fmla="*/ 1396100 w 2489200"/>
                <a:gd name="connsiteY678" fmla="*/ 2386700 h 2489200"/>
                <a:gd name="connsiteX679" fmla="*/ 1370700 w 2489200"/>
                <a:gd name="connsiteY679" fmla="*/ 2412100 h 2489200"/>
                <a:gd name="connsiteX680" fmla="*/ 1396100 w 2489200"/>
                <a:gd name="connsiteY680" fmla="*/ 2437500 h 2489200"/>
                <a:gd name="connsiteX681" fmla="*/ 1421500 w 2489200"/>
                <a:gd name="connsiteY681" fmla="*/ 2412100 h 2489200"/>
                <a:gd name="connsiteX682" fmla="*/ 507100 w 2489200"/>
                <a:gd name="connsiteY682" fmla="*/ 2335900 h 2489200"/>
                <a:gd name="connsiteX683" fmla="*/ 481700 w 2489200"/>
                <a:gd name="connsiteY683" fmla="*/ 2285100 h 2489200"/>
                <a:gd name="connsiteX684" fmla="*/ 456300 w 2489200"/>
                <a:gd name="connsiteY684" fmla="*/ 2335900 h 2489200"/>
                <a:gd name="connsiteX685" fmla="*/ 481700 w 2489200"/>
                <a:gd name="connsiteY685" fmla="*/ 2386700 h 2489200"/>
                <a:gd name="connsiteX686" fmla="*/ 507100 w 2489200"/>
                <a:gd name="connsiteY686" fmla="*/ 2335900 h 2489200"/>
                <a:gd name="connsiteX687" fmla="*/ 913500 w 2489200"/>
                <a:gd name="connsiteY687" fmla="*/ 2361300 h 2489200"/>
                <a:gd name="connsiteX688" fmla="*/ 862700 w 2489200"/>
                <a:gd name="connsiteY688" fmla="*/ 2335900 h 2489200"/>
                <a:gd name="connsiteX689" fmla="*/ 811900 w 2489200"/>
                <a:gd name="connsiteY689" fmla="*/ 2361300 h 2489200"/>
                <a:gd name="connsiteX690" fmla="*/ 862700 w 2489200"/>
                <a:gd name="connsiteY690" fmla="*/ 2386700 h 2489200"/>
                <a:gd name="connsiteX691" fmla="*/ 913500 w 2489200"/>
                <a:gd name="connsiteY691" fmla="*/ 2361300 h 2489200"/>
                <a:gd name="connsiteX692" fmla="*/ 1523100 w 2489200"/>
                <a:gd name="connsiteY692" fmla="*/ 2310500 h 2489200"/>
                <a:gd name="connsiteX693" fmla="*/ 1548500 w 2489200"/>
                <a:gd name="connsiteY693" fmla="*/ 2285100 h 2489200"/>
                <a:gd name="connsiteX694" fmla="*/ 1573900 w 2489200"/>
                <a:gd name="connsiteY694" fmla="*/ 2259700 h 2489200"/>
                <a:gd name="connsiteX695" fmla="*/ 1599300 w 2489200"/>
                <a:gd name="connsiteY695" fmla="*/ 2234300 h 2489200"/>
                <a:gd name="connsiteX696" fmla="*/ 1624700 w 2489200"/>
                <a:gd name="connsiteY696" fmla="*/ 2132700 h 2489200"/>
                <a:gd name="connsiteX697" fmla="*/ 1599300 w 2489200"/>
                <a:gd name="connsiteY697" fmla="*/ 2031100 h 2489200"/>
                <a:gd name="connsiteX698" fmla="*/ 1573900 w 2489200"/>
                <a:gd name="connsiteY698" fmla="*/ 2005700 h 2489200"/>
                <a:gd name="connsiteX699" fmla="*/ 1548500 w 2489200"/>
                <a:gd name="connsiteY699" fmla="*/ 1980300 h 2489200"/>
                <a:gd name="connsiteX700" fmla="*/ 1523100 w 2489200"/>
                <a:gd name="connsiteY700" fmla="*/ 1954900 h 2489200"/>
                <a:gd name="connsiteX701" fmla="*/ 1548500 w 2489200"/>
                <a:gd name="connsiteY701" fmla="*/ 1929500 h 2489200"/>
                <a:gd name="connsiteX702" fmla="*/ 1573900 w 2489200"/>
                <a:gd name="connsiteY702" fmla="*/ 1904100 h 2489200"/>
                <a:gd name="connsiteX703" fmla="*/ 1497700 w 2489200"/>
                <a:gd name="connsiteY703" fmla="*/ 1878700 h 2489200"/>
                <a:gd name="connsiteX704" fmla="*/ 1421500 w 2489200"/>
                <a:gd name="connsiteY704" fmla="*/ 1853300 h 2489200"/>
                <a:gd name="connsiteX705" fmla="*/ 1396100 w 2489200"/>
                <a:gd name="connsiteY705" fmla="*/ 1827900 h 2489200"/>
                <a:gd name="connsiteX706" fmla="*/ 1370700 w 2489200"/>
                <a:gd name="connsiteY706" fmla="*/ 1853300 h 2489200"/>
                <a:gd name="connsiteX707" fmla="*/ 1345300 w 2489200"/>
                <a:gd name="connsiteY707" fmla="*/ 1878700 h 2489200"/>
                <a:gd name="connsiteX708" fmla="*/ 1319900 w 2489200"/>
                <a:gd name="connsiteY708" fmla="*/ 1904100 h 2489200"/>
                <a:gd name="connsiteX709" fmla="*/ 1294500 w 2489200"/>
                <a:gd name="connsiteY709" fmla="*/ 1929500 h 2489200"/>
                <a:gd name="connsiteX710" fmla="*/ 1269100 w 2489200"/>
                <a:gd name="connsiteY710" fmla="*/ 1904100 h 2489200"/>
                <a:gd name="connsiteX711" fmla="*/ 1218300 w 2489200"/>
                <a:gd name="connsiteY711" fmla="*/ 1878700 h 2489200"/>
                <a:gd name="connsiteX712" fmla="*/ 1167500 w 2489200"/>
                <a:gd name="connsiteY712" fmla="*/ 1904100 h 2489200"/>
                <a:gd name="connsiteX713" fmla="*/ 1142100 w 2489200"/>
                <a:gd name="connsiteY713" fmla="*/ 1929500 h 2489200"/>
                <a:gd name="connsiteX714" fmla="*/ 1116700 w 2489200"/>
                <a:gd name="connsiteY714" fmla="*/ 1954900 h 2489200"/>
                <a:gd name="connsiteX715" fmla="*/ 1040500 w 2489200"/>
                <a:gd name="connsiteY715" fmla="*/ 1980300 h 2489200"/>
                <a:gd name="connsiteX716" fmla="*/ 964300 w 2489200"/>
                <a:gd name="connsiteY716" fmla="*/ 1980300 h 2489200"/>
                <a:gd name="connsiteX717" fmla="*/ 964300 w 2489200"/>
                <a:gd name="connsiteY717" fmla="*/ 2031100 h 2489200"/>
                <a:gd name="connsiteX718" fmla="*/ 938900 w 2489200"/>
                <a:gd name="connsiteY718" fmla="*/ 2081900 h 2489200"/>
                <a:gd name="connsiteX719" fmla="*/ 913500 w 2489200"/>
                <a:gd name="connsiteY719" fmla="*/ 2107300 h 2489200"/>
                <a:gd name="connsiteX720" fmla="*/ 888100 w 2489200"/>
                <a:gd name="connsiteY720" fmla="*/ 2132700 h 2489200"/>
                <a:gd name="connsiteX721" fmla="*/ 862700 w 2489200"/>
                <a:gd name="connsiteY721" fmla="*/ 2158100 h 2489200"/>
                <a:gd name="connsiteX722" fmla="*/ 837300 w 2489200"/>
                <a:gd name="connsiteY722" fmla="*/ 2183500 h 2489200"/>
                <a:gd name="connsiteX723" fmla="*/ 811900 w 2489200"/>
                <a:gd name="connsiteY723" fmla="*/ 2208900 h 2489200"/>
                <a:gd name="connsiteX724" fmla="*/ 837300 w 2489200"/>
                <a:gd name="connsiteY724" fmla="*/ 2234300 h 2489200"/>
                <a:gd name="connsiteX725" fmla="*/ 862700 w 2489200"/>
                <a:gd name="connsiteY725" fmla="*/ 2259700 h 2489200"/>
                <a:gd name="connsiteX726" fmla="*/ 888100 w 2489200"/>
                <a:gd name="connsiteY726" fmla="*/ 2285100 h 2489200"/>
                <a:gd name="connsiteX727" fmla="*/ 913500 w 2489200"/>
                <a:gd name="connsiteY727" fmla="*/ 2259700 h 2489200"/>
                <a:gd name="connsiteX728" fmla="*/ 938900 w 2489200"/>
                <a:gd name="connsiteY728" fmla="*/ 2234300 h 2489200"/>
                <a:gd name="connsiteX729" fmla="*/ 964300 w 2489200"/>
                <a:gd name="connsiteY729" fmla="*/ 2208900 h 2489200"/>
                <a:gd name="connsiteX730" fmla="*/ 989700 w 2489200"/>
                <a:gd name="connsiteY730" fmla="*/ 2183500 h 2489200"/>
                <a:gd name="connsiteX731" fmla="*/ 1015100 w 2489200"/>
                <a:gd name="connsiteY731" fmla="*/ 2158100 h 2489200"/>
                <a:gd name="connsiteX732" fmla="*/ 1040500 w 2489200"/>
                <a:gd name="connsiteY732" fmla="*/ 2132700 h 2489200"/>
                <a:gd name="connsiteX733" fmla="*/ 1065900 w 2489200"/>
                <a:gd name="connsiteY733" fmla="*/ 2158100 h 2489200"/>
                <a:gd name="connsiteX734" fmla="*/ 1091300 w 2489200"/>
                <a:gd name="connsiteY734" fmla="*/ 2183500 h 2489200"/>
                <a:gd name="connsiteX735" fmla="*/ 1116700 w 2489200"/>
                <a:gd name="connsiteY735" fmla="*/ 2132700 h 2489200"/>
                <a:gd name="connsiteX736" fmla="*/ 1091300 w 2489200"/>
                <a:gd name="connsiteY736" fmla="*/ 2081900 h 2489200"/>
                <a:gd name="connsiteX737" fmla="*/ 1065900 w 2489200"/>
                <a:gd name="connsiteY737" fmla="*/ 2056500 h 2489200"/>
                <a:gd name="connsiteX738" fmla="*/ 1116700 w 2489200"/>
                <a:gd name="connsiteY738" fmla="*/ 2031100 h 2489200"/>
                <a:gd name="connsiteX739" fmla="*/ 1167500 w 2489200"/>
                <a:gd name="connsiteY739" fmla="*/ 2031100 h 2489200"/>
                <a:gd name="connsiteX740" fmla="*/ 1167500 w 2489200"/>
                <a:gd name="connsiteY740" fmla="*/ 1980300 h 2489200"/>
                <a:gd name="connsiteX741" fmla="*/ 1192900 w 2489200"/>
                <a:gd name="connsiteY741" fmla="*/ 1929500 h 2489200"/>
                <a:gd name="connsiteX742" fmla="*/ 1218300 w 2489200"/>
                <a:gd name="connsiteY742" fmla="*/ 1954900 h 2489200"/>
                <a:gd name="connsiteX743" fmla="*/ 1243700 w 2489200"/>
                <a:gd name="connsiteY743" fmla="*/ 1980300 h 2489200"/>
                <a:gd name="connsiteX744" fmla="*/ 1269100 w 2489200"/>
                <a:gd name="connsiteY744" fmla="*/ 2005700 h 2489200"/>
                <a:gd name="connsiteX745" fmla="*/ 1319900 w 2489200"/>
                <a:gd name="connsiteY745" fmla="*/ 2031100 h 2489200"/>
                <a:gd name="connsiteX746" fmla="*/ 1370700 w 2489200"/>
                <a:gd name="connsiteY746" fmla="*/ 2031100 h 2489200"/>
                <a:gd name="connsiteX747" fmla="*/ 1370700 w 2489200"/>
                <a:gd name="connsiteY747" fmla="*/ 1980300 h 2489200"/>
                <a:gd name="connsiteX748" fmla="*/ 1396100 w 2489200"/>
                <a:gd name="connsiteY748" fmla="*/ 1929500 h 2489200"/>
                <a:gd name="connsiteX749" fmla="*/ 1421500 w 2489200"/>
                <a:gd name="connsiteY749" fmla="*/ 1954900 h 2489200"/>
                <a:gd name="connsiteX750" fmla="*/ 1472300 w 2489200"/>
                <a:gd name="connsiteY750" fmla="*/ 1980300 h 2489200"/>
                <a:gd name="connsiteX751" fmla="*/ 1523100 w 2489200"/>
                <a:gd name="connsiteY751" fmla="*/ 1980300 h 2489200"/>
                <a:gd name="connsiteX752" fmla="*/ 1523100 w 2489200"/>
                <a:gd name="connsiteY752" fmla="*/ 2056500 h 2489200"/>
                <a:gd name="connsiteX753" fmla="*/ 1497700 w 2489200"/>
                <a:gd name="connsiteY753" fmla="*/ 2132700 h 2489200"/>
                <a:gd name="connsiteX754" fmla="*/ 1472300 w 2489200"/>
                <a:gd name="connsiteY754" fmla="*/ 2081900 h 2489200"/>
                <a:gd name="connsiteX755" fmla="*/ 1446900 w 2489200"/>
                <a:gd name="connsiteY755" fmla="*/ 2031100 h 2489200"/>
                <a:gd name="connsiteX756" fmla="*/ 1421500 w 2489200"/>
                <a:gd name="connsiteY756" fmla="*/ 2081900 h 2489200"/>
                <a:gd name="connsiteX757" fmla="*/ 1396100 w 2489200"/>
                <a:gd name="connsiteY757" fmla="*/ 2132700 h 2489200"/>
                <a:gd name="connsiteX758" fmla="*/ 1370700 w 2489200"/>
                <a:gd name="connsiteY758" fmla="*/ 2158100 h 2489200"/>
                <a:gd name="connsiteX759" fmla="*/ 1396100 w 2489200"/>
                <a:gd name="connsiteY759" fmla="*/ 2183500 h 2489200"/>
                <a:gd name="connsiteX760" fmla="*/ 1421500 w 2489200"/>
                <a:gd name="connsiteY760" fmla="*/ 2208900 h 2489200"/>
                <a:gd name="connsiteX761" fmla="*/ 1446900 w 2489200"/>
                <a:gd name="connsiteY761" fmla="*/ 2234300 h 2489200"/>
                <a:gd name="connsiteX762" fmla="*/ 1472300 w 2489200"/>
                <a:gd name="connsiteY762" fmla="*/ 2208900 h 2489200"/>
                <a:gd name="connsiteX763" fmla="*/ 1497700 w 2489200"/>
                <a:gd name="connsiteY763" fmla="*/ 2183500 h 2489200"/>
                <a:gd name="connsiteX764" fmla="*/ 1523100 w 2489200"/>
                <a:gd name="connsiteY764" fmla="*/ 2158100 h 2489200"/>
                <a:gd name="connsiteX765" fmla="*/ 1548500 w 2489200"/>
                <a:gd name="connsiteY765" fmla="*/ 2132700 h 2489200"/>
                <a:gd name="connsiteX766" fmla="*/ 1573900 w 2489200"/>
                <a:gd name="connsiteY766" fmla="*/ 2183500 h 2489200"/>
                <a:gd name="connsiteX767" fmla="*/ 1548500 w 2489200"/>
                <a:gd name="connsiteY767" fmla="*/ 2234300 h 2489200"/>
                <a:gd name="connsiteX768" fmla="*/ 1523100 w 2489200"/>
                <a:gd name="connsiteY768" fmla="*/ 2259700 h 2489200"/>
                <a:gd name="connsiteX769" fmla="*/ 1446900 w 2489200"/>
                <a:gd name="connsiteY769" fmla="*/ 2285100 h 2489200"/>
                <a:gd name="connsiteX770" fmla="*/ 1370700 w 2489200"/>
                <a:gd name="connsiteY770" fmla="*/ 2310500 h 2489200"/>
                <a:gd name="connsiteX771" fmla="*/ 1446900 w 2489200"/>
                <a:gd name="connsiteY771" fmla="*/ 2335900 h 2489200"/>
                <a:gd name="connsiteX772" fmla="*/ 1523100 w 2489200"/>
                <a:gd name="connsiteY772" fmla="*/ 2310500 h 2489200"/>
                <a:gd name="connsiteX773" fmla="*/ 1319900 w 2489200"/>
                <a:gd name="connsiteY773" fmla="*/ 2158100 h 2489200"/>
                <a:gd name="connsiteX774" fmla="*/ 1319900 w 2489200"/>
                <a:gd name="connsiteY774" fmla="*/ 2081900 h 2489200"/>
                <a:gd name="connsiteX775" fmla="*/ 1243700 w 2489200"/>
                <a:gd name="connsiteY775" fmla="*/ 2081900 h 2489200"/>
                <a:gd name="connsiteX776" fmla="*/ 1167500 w 2489200"/>
                <a:gd name="connsiteY776" fmla="*/ 2081900 h 2489200"/>
                <a:gd name="connsiteX777" fmla="*/ 1167500 w 2489200"/>
                <a:gd name="connsiteY777" fmla="*/ 2158100 h 2489200"/>
                <a:gd name="connsiteX778" fmla="*/ 1167500 w 2489200"/>
                <a:gd name="connsiteY778" fmla="*/ 2234300 h 2489200"/>
                <a:gd name="connsiteX779" fmla="*/ 1243700 w 2489200"/>
                <a:gd name="connsiteY779" fmla="*/ 2234300 h 2489200"/>
                <a:gd name="connsiteX780" fmla="*/ 1319900 w 2489200"/>
                <a:gd name="connsiteY780" fmla="*/ 2234300 h 2489200"/>
                <a:gd name="connsiteX781" fmla="*/ 1319900 w 2489200"/>
                <a:gd name="connsiteY781" fmla="*/ 2158100 h 2489200"/>
                <a:gd name="connsiteX782" fmla="*/ 507100 w 2489200"/>
                <a:gd name="connsiteY782" fmla="*/ 2158100 h 2489200"/>
                <a:gd name="connsiteX783" fmla="*/ 532500 w 2489200"/>
                <a:gd name="connsiteY783" fmla="*/ 2132700 h 2489200"/>
                <a:gd name="connsiteX784" fmla="*/ 557900 w 2489200"/>
                <a:gd name="connsiteY784" fmla="*/ 2158100 h 2489200"/>
                <a:gd name="connsiteX785" fmla="*/ 583300 w 2489200"/>
                <a:gd name="connsiteY785" fmla="*/ 2183500 h 2489200"/>
                <a:gd name="connsiteX786" fmla="*/ 608700 w 2489200"/>
                <a:gd name="connsiteY786" fmla="*/ 2158100 h 2489200"/>
                <a:gd name="connsiteX787" fmla="*/ 583300 w 2489200"/>
                <a:gd name="connsiteY787" fmla="*/ 2132700 h 2489200"/>
                <a:gd name="connsiteX788" fmla="*/ 557900 w 2489200"/>
                <a:gd name="connsiteY788" fmla="*/ 2056500 h 2489200"/>
                <a:gd name="connsiteX789" fmla="*/ 583300 w 2489200"/>
                <a:gd name="connsiteY789" fmla="*/ 1980300 h 2489200"/>
                <a:gd name="connsiteX790" fmla="*/ 608700 w 2489200"/>
                <a:gd name="connsiteY790" fmla="*/ 2005700 h 2489200"/>
                <a:gd name="connsiteX791" fmla="*/ 684900 w 2489200"/>
                <a:gd name="connsiteY791" fmla="*/ 2031100 h 2489200"/>
                <a:gd name="connsiteX792" fmla="*/ 761100 w 2489200"/>
                <a:gd name="connsiteY792" fmla="*/ 2005700 h 2489200"/>
                <a:gd name="connsiteX793" fmla="*/ 684900 w 2489200"/>
                <a:gd name="connsiteY793" fmla="*/ 1980300 h 2489200"/>
                <a:gd name="connsiteX794" fmla="*/ 608700 w 2489200"/>
                <a:gd name="connsiteY794" fmla="*/ 1954900 h 2489200"/>
                <a:gd name="connsiteX795" fmla="*/ 634100 w 2489200"/>
                <a:gd name="connsiteY795" fmla="*/ 1929500 h 2489200"/>
                <a:gd name="connsiteX796" fmla="*/ 659500 w 2489200"/>
                <a:gd name="connsiteY796" fmla="*/ 1878700 h 2489200"/>
                <a:gd name="connsiteX797" fmla="*/ 659500 w 2489200"/>
                <a:gd name="connsiteY797" fmla="*/ 1827900 h 2489200"/>
                <a:gd name="connsiteX798" fmla="*/ 608700 w 2489200"/>
                <a:gd name="connsiteY798" fmla="*/ 1827900 h 2489200"/>
                <a:gd name="connsiteX799" fmla="*/ 557900 w 2489200"/>
                <a:gd name="connsiteY799" fmla="*/ 1802500 h 2489200"/>
                <a:gd name="connsiteX800" fmla="*/ 532500 w 2489200"/>
                <a:gd name="connsiteY800" fmla="*/ 1777100 h 2489200"/>
                <a:gd name="connsiteX801" fmla="*/ 507100 w 2489200"/>
                <a:gd name="connsiteY801" fmla="*/ 1751700 h 2489200"/>
                <a:gd name="connsiteX802" fmla="*/ 557900 w 2489200"/>
                <a:gd name="connsiteY802" fmla="*/ 1726300 h 2489200"/>
                <a:gd name="connsiteX803" fmla="*/ 608700 w 2489200"/>
                <a:gd name="connsiteY803" fmla="*/ 1751700 h 2489200"/>
                <a:gd name="connsiteX804" fmla="*/ 659500 w 2489200"/>
                <a:gd name="connsiteY804" fmla="*/ 1777100 h 2489200"/>
                <a:gd name="connsiteX805" fmla="*/ 710300 w 2489200"/>
                <a:gd name="connsiteY805" fmla="*/ 1777100 h 2489200"/>
                <a:gd name="connsiteX806" fmla="*/ 710300 w 2489200"/>
                <a:gd name="connsiteY806" fmla="*/ 1700900 h 2489200"/>
                <a:gd name="connsiteX807" fmla="*/ 735700 w 2489200"/>
                <a:gd name="connsiteY807" fmla="*/ 1624700 h 2489200"/>
                <a:gd name="connsiteX808" fmla="*/ 761100 w 2489200"/>
                <a:gd name="connsiteY808" fmla="*/ 1599300 h 2489200"/>
                <a:gd name="connsiteX809" fmla="*/ 786500 w 2489200"/>
                <a:gd name="connsiteY809" fmla="*/ 1573900 h 2489200"/>
                <a:gd name="connsiteX810" fmla="*/ 811900 w 2489200"/>
                <a:gd name="connsiteY810" fmla="*/ 1599300 h 2489200"/>
                <a:gd name="connsiteX811" fmla="*/ 862700 w 2489200"/>
                <a:gd name="connsiteY811" fmla="*/ 1624700 h 2489200"/>
                <a:gd name="connsiteX812" fmla="*/ 913500 w 2489200"/>
                <a:gd name="connsiteY812" fmla="*/ 1650100 h 2489200"/>
                <a:gd name="connsiteX813" fmla="*/ 938900 w 2489200"/>
                <a:gd name="connsiteY813" fmla="*/ 1675500 h 2489200"/>
                <a:gd name="connsiteX814" fmla="*/ 964300 w 2489200"/>
                <a:gd name="connsiteY814" fmla="*/ 1700900 h 2489200"/>
                <a:gd name="connsiteX815" fmla="*/ 989700 w 2489200"/>
                <a:gd name="connsiteY815" fmla="*/ 1726300 h 2489200"/>
                <a:gd name="connsiteX816" fmla="*/ 1015100 w 2489200"/>
                <a:gd name="connsiteY816" fmla="*/ 1751700 h 2489200"/>
                <a:gd name="connsiteX817" fmla="*/ 1040500 w 2489200"/>
                <a:gd name="connsiteY817" fmla="*/ 1777100 h 2489200"/>
                <a:gd name="connsiteX818" fmla="*/ 1065900 w 2489200"/>
                <a:gd name="connsiteY818" fmla="*/ 1751700 h 2489200"/>
                <a:gd name="connsiteX819" fmla="*/ 1116700 w 2489200"/>
                <a:gd name="connsiteY819" fmla="*/ 1726300 h 2489200"/>
                <a:gd name="connsiteX820" fmla="*/ 1167500 w 2489200"/>
                <a:gd name="connsiteY820" fmla="*/ 1751700 h 2489200"/>
                <a:gd name="connsiteX821" fmla="*/ 1142100 w 2489200"/>
                <a:gd name="connsiteY821" fmla="*/ 1777100 h 2489200"/>
                <a:gd name="connsiteX822" fmla="*/ 1116700 w 2489200"/>
                <a:gd name="connsiteY822" fmla="*/ 1802500 h 2489200"/>
                <a:gd name="connsiteX823" fmla="*/ 1142100 w 2489200"/>
                <a:gd name="connsiteY823" fmla="*/ 1827900 h 2489200"/>
                <a:gd name="connsiteX824" fmla="*/ 1167500 w 2489200"/>
                <a:gd name="connsiteY824" fmla="*/ 1802500 h 2489200"/>
                <a:gd name="connsiteX825" fmla="*/ 1269100 w 2489200"/>
                <a:gd name="connsiteY825" fmla="*/ 1777100 h 2489200"/>
                <a:gd name="connsiteX826" fmla="*/ 1370700 w 2489200"/>
                <a:gd name="connsiteY826" fmla="*/ 1751700 h 2489200"/>
                <a:gd name="connsiteX827" fmla="*/ 1269100 w 2489200"/>
                <a:gd name="connsiteY827" fmla="*/ 1726300 h 2489200"/>
                <a:gd name="connsiteX828" fmla="*/ 1167500 w 2489200"/>
                <a:gd name="connsiteY828" fmla="*/ 1700900 h 2489200"/>
                <a:gd name="connsiteX829" fmla="*/ 1142100 w 2489200"/>
                <a:gd name="connsiteY829" fmla="*/ 1675500 h 2489200"/>
                <a:gd name="connsiteX830" fmla="*/ 1116700 w 2489200"/>
                <a:gd name="connsiteY830" fmla="*/ 1624700 h 2489200"/>
                <a:gd name="connsiteX831" fmla="*/ 1091300 w 2489200"/>
                <a:gd name="connsiteY831" fmla="*/ 1573900 h 2489200"/>
                <a:gd name="connsiteX832" fmla="*/ 1065900 w 2489200"/>
                <a:gd name="connsiteY832" fmla="*/ 1548500 h 2489200"/>
                <a:gd name="connsiteX833" fmla="*/ 1091300 w 2489200"/>
                <a:gd name="connsiteY833" fmla="*/ 1523100 h 2489200"/>
                <a:gd name="connsiteX834" fmla="*/ 1116700 w 2489200"/>
                <a:gd name="connsiteY834" fmla="*/ 1497700 h 2489200"/>
                <a:gd name="connsiteX835" fmla="*/ 1142100 w 2489200"/>
                <a:gd name="connsiteY835" fmla="*/ 1472300 h 2489200"/>
                <a:gd name="connsiteX836" fmla="*/ 1167500 w 2489200"/>
                <a:gd name="connsiteY836" fmla="*/ 1421500 h 2489200"/>
                <a:gd name="connsiteX837" fmla="*/ 1167500 w 2489200"/>
                <a:gd name="connsiteY837" fmla="*/ 1370700 h 2489200"/>
                <a:gd name="connsiteX838" fmla="*/ 1116700 w 2489200"/>
                <a:gd name="connsiteY838" fmla="*/ 1370700 h 2489200"/>
                <a:gd name="connsiteX839" fmla="*/ 1065900 w 2489200"/>
                <a:gd name="connsiteY839" fmla="*/ 1345300 h 2489200"/>
                <a:gd name="connsiteX840" fmla="*/ 1040500 w 2489200"/>
                <a:gd name="connsiteY840" fmla="*/ 1319900 h 2489200"/>
                <a:gd name="connsiteX841" fmla="*/ 1015100 w 2489200"/>
                <a:gd name="connsiteY841" fmla="*/ 1294500 h 2489200"/>
                <a:gd name="connsiteX842" fmla="*/ 989700 w 2489200"/>
                <a:gd name="connsiteY842" fmla="*/ 1269100 h 2489200"/>
                <a:gd name="connsiteX843" fmla="*/ 964300 w 2489200"/>
                <a:gd name="connsiteY843" fmla="*/ 1294500 h 2489200"/>
                <a:gd name="connsiteX844" fmla="*/ 938900 w 2489200"/>
                <a:gd name="connsiteY844" fmla="*/ 1319900 h 2489200"/>
                <a:gd name="connsiteX845" fmla="*/ 913500 w 2489200"/>
                <a:gd name="connsiteY845" fmla="*/ 1269100 h 2489200"/>
                <a:gd name="connsiteX846" fmla="*/ 888100 w 2489200"/>
                <a:gd name="connsiteY846" fmla="*/ 1218300 h 2489200"/>
                <a:gd name="connsiteX847" fmla="*/ 862700 w 2489200"/>
                <a:gd name="connsiteY847" fmla="*/ 1192900 h 2489200"/>
                <a:gd name="connsiteX848" fmla="*/ 837300 w 2489200"/>
                <a:gd name="connsiteY848" fmla="*/ 1167500 h 2489200"/>
                <a:gd name="connsiteX849" fmla="*/ 811900 w 2489200"/>
                <a:gd name="connsiteY849" fmla="*/ 1192900 h 2489200"/>
                <a:gd name="connsiteX850" fmla="*/ 786500 w 2489200"/>
                <a:gd name="connsiteY850" fmla="*/ 1218300 h 2489200"/>
                <a:gd name="connsiteX851" fmla="*/ 761100 w 2489200"/>
                <a:gd name="connsiteY851" fmla="*/ 1142100 h 2489200"/>
                <a:gd name="connsiteX852" fmla="*/ 735700 w 2489200"/>
                <a:gd name="connsiteY852" fmla="*/ 1065900 h 2489200"/>
                <a:gd name="connsiteX853" fmla="*/ 710300 w 2489200"/>
                <a:gd name="connsiteY853" fmla="*/ 1040500 h 2489200"/>
                <a:gd name="connsiteX854" fmla="*/ 684900 w 2489200"/>
                <a:gd name="connsiteY854" fmla="*/ 1015100 h 2489200"/>
                <a:gd name="connsiteX855" fmla="*/ 659500 w 2489200"/>
                <a:gd name="connsiteY855" fmla="*/ 989700 h 2489200"/>
                <a:gd name="connsiteX856" fmla="*/ 684900 w 2489200"/>
                <a:gd name="connsiteY856" fmla="*/ 964300 h 2489200"/>
                <a:gd name="connsiteX857" fmla="*/ 710300 w 2489200"/>
                <a:gd name="connsiteY857" fmla="*/ 938900 h 2489200"/>
                <a:gd name="connsiteX858" fmla="*/ 735700 w 2489200"/>
                <a:gd name="connsiteY858" fmla="*/ 913500 h 2489200"/>
                <a:gd name="connsiteX859" fmla="*/ 761100 w 2489200"/>
                <a:gd name="connsiteY859" fmla="*/ 837300 h 2489200"/>
                <a:gd name="connsiteX860" fmla="*/ 761100 w 2489200"/>
                <a:gd name="connsiteY860" fmla="*/ 761100 h 2489200"/>
                <a:gd name="connsiteX861" fmla="*/ 811900 w 2489200"/>
                <a:gd name="connsiteY861" fmla="*/ 761100 h 2489200"/>
                <a:gd name="connsiteX862" fmla="*/ 862700 w 2489200"/>
                <a:gd name="connsiteY862" fmla="*/ 786500 h 2489200"/>
                <a:gd name="connsiteX863" fmla="*/ 888100 w 2489200"/>
                <a:gd name="connsiteY863" fmla="*/ 811900 h 2489200"/>
                <a:gd name="connsiteX864" fmla="*/ 913500 w 2489200"/>
                <a:gd name="connsiteY864" fmla="*/ 837300 h 2489200"/>
                <a:gd name="connsiteX865" fmla="*/ 938900 w 2489200"/>
                <a:gd name="connsiteY865" fmla="*/ 862700 h 2489200"/>
                <a:gd name="connsiteX866" fmla="*/ 964300 w 2489200"/>
                <a:gd name="connsiteY866" fmla="*/ 938900 h 2489200"/>
                <a:gd name="connsiteX867" fmla="*/ 938900 w 2489200"/>
                <a:gd name="connsiteY867" fmla="*/ 1015100 h 2489200"/>
                <a:gd name="connsiteX868" fmla="*/ 913500 w 2489200"/>
                <a:gd name="connsiteY868" fmla="*/ 964300 h 2489200"/>
                <a:gd name="connsiteX869" fmla="*/ 888100 w 2489200"/>
                <a:gd name="connsiteY869" fmla="*/ 913500 h 2489200"/>
                <a:gd name="connsiteX870" fmla="*/ 862700 w 2489200"/>
                <a:gd name="connsiteY870" fmla="*/ 888100 h 2489200"/>
                <a:gd name="connsiteX871" fmla="*/ 837300 w 2489200"/>
                <a:gd name="connsiteY871" fmla="*/ 862700 h 2489200"/>
                <a:gd name="connsiteX872" fmla="*/ 811900 w 2489200"/>
                <a:gd name="connsiteY872" fmla="*/ 913500 h 2489200"/>
                <a:gd name="connsiteX873" fmla="*/ 786500 w 2489200"/>
                <a:gd name="connsiteY873" fmla="*/ 964300 h 2489200"/>
                <a:gd name="connsiteX874" fmla="*/ 761100 w 2489200"/>
                <a:gd name="connsiteY874" fmla="*/ 989700 h 2489200"/>
                <a:gd name="connsiteX875" fmla="*/ 811900 w 2489200"/>
                <a:gd name="connsiteY875" fmla="*/ 1015100 h 2489200"/>
                <a:gd name="connsiteX876" fmla="*/ 862700 w 2489200"/>
                <a:gd name="connsiteY876" fmla="*/ 1040500 h 2489200"/>
                <a:gd name="connsiteX877" fmla="*/ 837300 w 2489200"/>
                <a:gd name="connsiteY877" fmla="*/ 1065900 h 2489200"/>
                <a:gd name="connsiteX878" fmla="*/ 811900 w 2489200"/>
                <a:gd name="connsiteY878" fmla="*/ 1091300 h 2489200"/>
                <a:gd name="connsiteX879" fmla="*/ 888100 w 2489200"/>
                <a:gd name="connsiteY879" fmla="*/ 1116700 h 2489200"/>
                <a:gd name="connsiteX880" fmla="*/ 964300 w 2489200"/>
                <a:gd name="connsiteY880" fmla="*/ 1116700 h 2489200"/>
                <a:gd name="connsiteX881" fmla="*/ 964300 w 2489200"/>
                <a:gd name="connsiteY881" fmla="*/ 1167500 h 2489200"/>
                <a:gd name="connsiteX882" fmla="*/ 964300 w 2489200"/>
                <a:gd name="connsiteY882" fmla="*/ 1218300 h 2489200"/>
                <a:gd name="connsiteX883" fmla="*/ 1015100 w 2489200"/>
                <a:gd name="connsiteY883" fmla="*/ 1218300 h 2489200"/>
                <a:gd name="connsiteX884" fmla="*/ 1065900 w 2489200"/>
                <a:gd name="connsiteY884" fmla="*/ 1243700 h 2489200"/>
                <a:gd name="connsiteX885" fmla="*/ 1091300 w 2489200"/>
                <a:gd name="connsiteY885" fmla="*/ 1269100 h 2489200"/>
                <a:gd name="connsiteX886" fmla="*/ 1116700 w 2489200"/>
                <a:gd name="connsiteY886" fmla="*/ 1243700 h 2489200"/>
                <a:gd name="connsiteX887" fmla="*/ 1091300 w 2489200"/>
                <a:gd name="connsiteY887" fmla="*/ 1218300 h 2489200"/>
                <a:gd name="connsiteX888" fmla="*/ 1065900 w 2489200"/>
                <a:gd name="connsiteY888" fmla="*/ 1192900 h 2489200"/>
                <a:gd name="connsiteX889" fmla="*/ 1091300 w 2489200"/>
                <a:gd name="connsiteY889" fmla="*/ 1167500 h 2489200"/>
                <a:gd name="connsiteX890" fmla="*/ 1116700 w 2489200"/>
                <a:gd name="connsiteY890" fmla="*/ 1142100 h 2489200"/>
                <a:gd name="connsiteX891" fmla="*/ 1091300 w 2489200"/>
                <a:gd name="connsiteY891" fmla="*/ 1116700 h 2489200"/>
                <a:gd name="connsiteX892" fmla="*/ 1065900 w 2489200"/>
                <a:gd name="connsiteY892" fmla="*/ 1091300 h 2489200"/>
                <a:gd name="connsiteX893" fmla="*/ 1040500 w 2489200"/>
                <a:gd name="connsiteY893" fmla="*/ 1065900 h 2489200"/>
                <a:gd name="connsiteX894" fmla="*/ 1015100 w 2489200"/>
                <a:gd name="connsiteY894" fmla="*/ 1040500 h 2489200"/>
                <a:gd name="connsiteX895" fmla="*/ 1065900 w 2489200"/>
                <a:gd name="connsiteY895" fmla="*/ 1015100 h 2489200"/>
                <a:gd name="connsiteX896" fmla="*/ 1116700 w 2489200"/>
                <a:gd name="connsiteY896" fmla="*/ 1040500 h 2489200"/>
                <a:gd name="connsiteX897" fmla="*/ 1142100 w 2489200"/>
                <a:gd name="connsiteY897" fmla="*/ 1065900 h 2489200"/>
                <a:gd name="connsiteX898" fmla="*/ 1167500 w 2489200"/>
                <a:gd name="connsiteY898" fmla="*/ 1091300 h 2489200"/>
                <a:gd name="connsiteX899" fmla="*/ 1243700 w 2489200"/>
                <a:gd name="connsiteY899" fmla="*/ 1116700 h 2489200"/>
                <a:gd name="connsiteX900" fmla="*/ 1319900 w 2489200"/>
                <a:gd name="connsiteY900" fmla="*/ 1091300 h 2489200"/>
                <a:gd name="connsiteX901" fmla="*/ 1345300 w 2489200"/>
                <a:gd name="connsiteY901" fmla="*/ 1065900 h 2489200"/>
                <a:gd name="connsiteX902" fmla="*/ 1370700 w 2489200"/>
                <a:gd name="connsiteY902" fmla="*/ 1015100 h 2489200"/>
                <a:gd name="connsiteX903" fmla="*/ 1370700 w 2489200"/>
                <a:gd name="connsiteY903" fmla="*/ 964300 h 2489200"/>
                <a:gd name="connsiteX904" fmla="*/ 1446900 w 2489200"/>
                <a:gd name="connsiteY904" fmla="*/ 964300 h 2489200"/>
                <a:gd name="connsiteX905" fmla="*/ 1523100 w 2489200"/>
                <a:gd name="connsiteY905" fmla="*/ 989700 h 2489200"/>
                <a:gd name="connsiteX906" fmla="*/ 1472300 w 2489200"/>
                <a:gd name="connsiteY906" fmla="*/ 1015100 h 2489200"/>
                <a:gd name="connsiteX907" fmla="*/ 1421500 w 2489200"/>
                <a:gd name="connsiteY907" fmla="*/ 1040500 h 2489200"/>
                <a:gd name="connsiteX908" fmla="*/ 1472300 w 2489200"/>
                <a:gd name="connsiteY908" fmla="*/ 1065900 h 2489200"/>
                <a:gd name="connsiteX909" fmla="*/ 1523100 w 2489200"/>
                <a:gd name="connsiteY909" fmla="*/ 1091300 h 2489200"/>
                <a:gd name="connsiteX910" fmla="*/ 1472300 w 2489200"/>
                <a:gd name="connsiteY910" fmla="*/ 1116700 h 2489200"/>
                <a:gd name="connsiteX911" fmla="*/ 1421500 w 2489200"/>
                <a:gd name="connsiteY911" fmla="*/ 1142100 h 2489200"/>
                <a:gd name="connsiteX912" fmla="*/ 1396100 w 2489200"/>
                <a:gd name="connsiteY912" fmla="*/ 1167500 h 2489200"/>
                <a:gd name="connsiteX913" fmla="*/ 1370700 w 2489200"/>
                <a:gd name="connsiteY913" fmla="*/ 1243700 h 2489200"/>
                <a:gd name="connsiteX914" fmla="*/ 1396100 w 2489200"/>
                <a:gd name="connsiteY914" fmla="*/ 1319900 h 2489200"/>
                <a:gd name="connsiteX915" fmla="*/ 1421500 w 2489200"/>
                <a:gd name="connsiteY915" fmla="*/ 1294500 h 2489200"/>
                <a:gd name="connsiteX916" fmla="*/ 1446900 w 2489200"/>
                <a:gd name="connsiteY916" fmla="*/ 1269100 h 2489200"/>
                <a:gd name="connsiteX917" fmla="*/ 1472300 w 2489200"/>
                <a:gd name="connsiteY917" fmla="*/ 1319900 h 2489200"/>
                <a:gd name="connsiteX918" fmla="*/ 1497700 w 2489200"/>
                <a:gd name="connsiteY918" fmla="*/ 1370700 h 2489200"/>
                <a:gd name="connsiteX919" fmla="*/ 1523100 w 2489200"/>
                <a:gd name="connsiteY919" fmla="*/ 1396100 h 2489200"/>
                <a:gd name="connsiteX920" fmla="*/ 1497700 w 2489200"/>
                <a:gd name="connsiteY920" fmla="*/ 1421500 h 2489200"/>
                <a:gd name="connsiteX921" fmla="*/ 1472300 w 2489200"/>
                <a:gd name="connsiteY921" fmla="*/ 1472300 h 2489200"/>
                <a:gd name="connsiteX922" fmla="*/ 1472300 w 2489200"/>
                <a:gd name="connsiteY922" fmla="*/ 1523100 h 2489200"/>
                <a:gd name="connsiteX923" fmla="*/ 1421500 w 2489200"/>
                <a:gd name="connsiteY923" fmla="*/ 1523100 h 2489200"/>
                <a:gd name="connsiteX924" fmla="*/ 1370700 w 2489200"/>
                <a:gd name="connsiteY924" fmla="*/ 1497700 h 2489200"/>
                <a:gd name="connsiteX925" fmla="*/ 1396100 w 2489200"/>
                <a:gd name="connsiteY925" fmla="*/ 1472300 h 2489200"/>
                <a:gd name="connsiteX926" fmla="*/ 1421500 w 2489200"/>
                <a:gd name="connsiteY926" fmla="*/ 1421500 h 2489200"/>
                <a:gd name="connsiteX927" fmla="*/ 1396100 w 2489200"/>
                <a:gd name="connsiteY927" fmla="*/ 1370700 h 2489200"/>
                <a:gd name="connsiteX928" fmla="*/ 1370700 w 2489200"/>
                <a:gd name="connsiteY928" fmla="*/ 1421500 h 2489200"/>
                <a:gd name="connsiteX929" fmla="*/ 1345300 w 2489200"/>
                <a:gd name="connsiteY929" fmla="*/ 1472300 h 2489200"/>
                <a:gd name="connsiteX930" fmla="*/ 1319900 w 2489200"/>
                <a:gd name="connsiteY930" fmla="*/ 1497700 h 2489200"/>
                <a:gd name="connsiteX931" fmla="*/ 1345300 w 2489200"/>
                <a:gd name="connsiteY931" fmla="*/ 1523100 h 2489200"/>
                <a:gd name="connsiteX932" fmla="*/ 1370700 w 2489200"/>
                <a:gd name="connsiteY932" fmla="*/ 1573900 h 2489200"/>
                <a:gd name="connsiteX933" fmla="*/ 1345300 w 2489200"/>
                <a:gd name="connsiteY933" fmla="*/ 1624700 h 2489200"/>
                <a:gd name="connsiteX934" fmla="*/ 1319900 w 2489200"/>
                <a:gd name="connsiteY934" fmla="*/ 1599300 h 2489200"/>
                <a:gd name="connsiteX935" fmla="*/ 1269100 w 2489200"/>
                <a:gd name="connsiteY935" fmla="*/ 1573900 h 2489200"/>
                <a:gd name="connsiteX936" fmla="*/ 1218300 w 2489200"/>
                <a:gd name="connsiteY936" fmla="*/ 1548500 h 2489200"/>
                <a:gd name="connsiteX937" fmla="*/ 1243700 w 2489200"/>
                <a:gd name="connsiteY937" fmla="*/ 1523100 h 2489200"/>
                <a:gd name="connsiteX938" fmla="*/ 1269100 w 2489200"/>
                <a:gd name="connsiteY938" fmla="*/ 1497700 h 2489200"/>
                <a:gd name="connsiteX939" fmla="*/ 1243700 w 2489200"/>
                <a:gd name="connsiteY939" fmla="*/ 1472300 h 2489200"/>
                <a:gd name="connsiteX940" fmla="*/ 1218300 w 2489200"/>
                <a:gd name="connsiteY940" fmla="*/ 1497700 h 2489200"/>
                <a:gd name="connsiteX941" fmla="*/ 1192900 w 2489200"/>
                <a:gd name="connsiteY941" fmla="*/ 1523100 h 2489200"/>
                <a:gd name="connsiteX942" fmla="*/ 1167500 w 2489200"/>
                <a:gd name="connsiteY942" fmla="*/ 1573900 h 2489200"/>
                <a:gd name="connsiteX943" fmla="*/ 1192900 w 2489200"/>
                <a:gd name="connsiteY943" fmla="*/ 1624700 h 2489200"/>
                <a:gd name="connsiteX944" fmla="*/ 1218300 w 2489200"/>
                <a:gd name="connsiteY944" fmla="*/ 1650100 h 2489200"/>
                <a:gd name="connsiteX945" fmla="*/ 1243700 w 2489200"/>
                <a:gd name="connsiteY945" fmla="*/ 1675500 h 2489200"/>
                <a:gd name="connsiteX946" fmla="*/ 1269100 w 2489200"/>
                <a:gd name="connsiteY946" fmla="*/ 1650100 h 2489200"/>
                <a:gd name="connsiteX947" fmla="*/ 1294500 w 2489200"/>
                <a:gd name="connsiteY947" fmla="*/ 1624700 h 2489200"/>
                <a:gd name="connsiteX948" fmla="*/ 1319900 w 2489200"/>
                <a:gd name="connsiteY948" fmla="*/ 1650100 h 2489200"/>
                <a:gd name="connsiteX949" fmla="*/ 1370700 w 2489200"/>
                <a:gd name="connsiteY949" fmla="*/ 1675500 h 2489200"/>
                <a:gd name="connsiteX950" fmla="*/ 1421500 w 2489200"/>
                <a:gd name="connsiteY950" fmla="*/ 1675500 h 2489200"/>
                <a:gd name="connsiteX951" fmla="*/ 1421500 w 2489200"/>
                <a:gd name="connsiteY951" fmla="*/ 1726300 h 2489200"/>
                <a:gd name="connsiteX952" fmla="*/ 1421500 w 2489200"/>
                <a:gd name="connsiteY952" fmla="*/ 1777100 h 2489200"/>
                <a:gd name="connsiteX953" fmla="*/ 1472300 w 2489200"/>
                <a:gd name="connsiteY953" fmla="*/ 1777100 h 2489200"/>
                <a:gd name="connsiteX954" fmla="*/ 1523100 w 2489200"/>
                <a:gd name="connsiteY954" fmla="*/ 1802500 h 2489200"/>
                <a:gd name="connsiteX955" fmla="*/ 1573900 w 2489200"/>
                <a:gd name="connsiteY955" fmla="*/ 1827900 h 2489200"/>
                <a:gd name="connsiteX956" fmla="*/ 1624700 w 2489200"/>
                <a:gd name="connsiteY956" fmla="*/ 1802500 h 2489200"/>
                <a:gd name="connsiteX957" fmla="*/ 1599300 w 2489200"/>
                <a:gd name="connsiteY957" fmla="*/ 1777100 h 2489200"/>
                <a:gd name="connsiteX958" fmla="*/ 1573900 w 2489200"/>
                <a:gd name="connsiteY958" fmla="*/ 1751700 h 2489200"/>
                <a:gd name="connsiteX959" fmla="*/ 1548500 w 2489200"/>
                <a:gd name="connsiteY959" fmla="*/ 1726300 h 2489200"/>
                <a:gd name="connsiteX960" fmla="*/ 1523100 w 2489200"/>
                <a:gd name="connsiteY960" fmla="*/ 1700900 h 2489200"/>
                <a:gd name="connsiteX961" fmla="*/ 1472300 w 2489200"/>
                <a:gd name="connsiteY961" fmla="*/ 1675500 h 2489200"/>
                <a:gd name="connsiteX962" fmla="*/ 1421500 w 2489200"/>
                <a:gd name="connsiteY962" fmla="*/ 1675500 h 2489200"/>
                <a:gd name="connsiteX963" fmla="*/ 1421500 w 2489200"/>
                <a:gd name="connsiteY963" fmla="*/ 1624700 h 2489200"/>
                <a:gd name="connsiteX964" fmla="*/ 1421500 w 2489200"/>
                <a:gd name="connsiteY964" fmla="*/ 1573900 h 2489200"/>
                <a:gd name="connsiteX965" fmla="*/ 1472300 w 2489200"/>
                <a:gd name="connsiteY965" fmla="*/ 1573900 h 2489200"/>
                <a:gd name="connsiteX966" fmla="*/ 1523100 w 2489200"/>
                <a:gd name="connsiteY966" fmla="*/ 1599300 h 2489200"/>
                <a:gd name="connsiteX967" fmla="*/ 1548500 w 2489200"/>
                <a:gd name="connsiteY967" fmla="*/ 1624700 h 2489200"/>
                <a:gd name="connsiteX968" fmla="*/ 1573900 w 2489200"/>
                <a:gd name="connsiteY968" fmla="*/ 1599300 h 2489200"/>
                <a:gd name="connsiteX969" fmla="*/ 1548500 w 2489200"/>
                <a:gd name="connsiteY969" fmla="*/ 1573900 h 2489200"/>
                <a:gd name="connsiteX970" fmla="*/ 1523100 w 2489200"/>
                <a:gd name="connsiteY970" fmla="*/ 1548500 h 2489200"/>
                <a:gd name="connsiteX971" fmla="*/ 1548500 w 2489200"/>
                <a:gd name="connsiteY971" fmla="*/ 1523100 h 2489200"/>
                <a:gd name="connsiteX972" fmla="*/ 1573900 w 2489200"/>
                <a:gd name="connsiteY972" fmla="*/ 1497700 h 2489200"/>
                <a:gd name="connsiteX973" fmla="*/ 1599300 w 2489200"/>
                <a:gd name="connsiteY973" fmla="*/ 1472300 h 2489200"/>
                <a:gd name="connsiteX974" fmla="*/ 1624700 w 2489200"/>
                <a:gd name="connsiteY974" fmla="*/ 1446900 h 2489200"/>
                <a:gd name="connsiteX975" fmla="*/ 1650100 w 2489200"/>
                <a:gd name="connsiteY975" fmla="*/ 1421500 h 2489200"/>
                <a:gd name="connsiteX976" fmla="*/ 1675500 w 2489200"/>
                <a:gd name="connsiteY976" fmla="*/ 1396100 h 2489200"/>
                <a:gd name="connsiteX977" fmla="*/ 1599300 w 2489200"/>
                <a:gd name="connsiteY977" fmla="*/ 1370700 h 2489200"/>
                <a:gd name="connsiteX978" fmla="*/ 1523100 w 2489200"/>
                <a:gd name="connsiteY978" fmla="*/ 1370700 h 2489200"/>
                <a:gd name="connsiteX979" fmla="*/ 1523100 w 2489200"/>
                <a:gd name="connsiteY979" fmla="*/ 1319900 h 2489200"/>
                <a:gd name="connsiteX980" fmla="*/ 1548500 w 2489200"/>
                <a:gd name="connsiteY980" fmla="*/ 1269100 h 2489200"/>
                <a:gd name="connsiteX981" fmla="*/ 1573900 w 2489200"/>
                <a:gd name="connsiteY981" fmla="*/ 1243700 h 2489200"/>
                <a:gd name="connsiteX982" fmla="*/ 1548500 w 2489200"/>
                <a:gd name="connsiteY982" fmla="*/ 1218300 h 2489200"/>
                <a:gd name="connsiteX983" fmla="*/ 1523100 w 2489200"/>
                <a:gd name="connsiteY983" fmla="*/ 1192900 h 2489200"/>
                <a:gd name="connsiteX984" fmla="*/ 1599300 w 2489200"/>
                <a:gd name="connsiteY984" fmla="*/ 1167500 h 2489200"/>
                <a:gd name="connsiteX985" fmla="*/ 1675500 w 2489200"/>
                <a:gd name="connsiteY985" fmla="*/ 1142100 h 2489200"/>
                <a:gd name="connsiteX986" fmla="*/ 1726300 w 2489200"/>
                <a:gd name="connsiteY986" fmla="*/ 1116700 h 2489200"/>
                <a:gd name="connsiteX987" fmla="*/ 1777100 w 2489200"/>
                <a:gd name="connsiteY987" fmla="*/ 1091300 h 2489200"/>
                <a:gd name="connsiteX988" fmla="*/ 1827900 w 2489200"/>
                <a:gd name="connsiteY988" fmla="*/ 1065900 h 2489200"/>
                <a:gd name="connsiteX989" fmla="*/ 1878700 w 2489200"/>
                <a:gd name="connsiteY989" fmla="*/ 1040500 h 2489200"/>
                <a:gd name="connsiteX990" fmla="*/ 1853300 w 2489200"/>
                <a:gd name="connsiteY990" fmla="*/ 1015100 h 2489200"/>
                <a:gd name="connsiteX991" fmla="*/ 1827900 w 2489200"/>
                <a:gd name="connsiteY991" fmla="*/ 989700 h 2489200"/>
                <a:gd name="connsiteX992" fmla="*/ 1751700 w 2489200"/>
                <a:gd name="connsiteY992" fmla="*/ 964300 h 2489200"/>
                <a:gd name="connsiteX993" fmla="*/ 1675500 w 2489200"/>
                <a:gd name="connsiteY993" fmla="*/ 938900 h 2489200"/>
                <a:gd name="connsiteX994" fmla="*/ 1650100 w 2489200"/>
                <a:gd name="connsiteY994" fmla="*/ 913500 h 2489200"/>
                <a:gd name="connsiteX995" fmla="*/ 1624700 w 2489200"/>
                <a:gd name="connsiteY995" fmla="*/ 938900 h 2489200"/>
                <a:gd name="connsiteX996" fmla="*/ 1599300 w 2489200"/>
                <a:gd name="connsiteY996" fmla="*/ 964300 h 2489200"/>
                <a:gd name="connsiteX997" fmla="*/ 1573900 w 2489200"/>
                <a:gd name="connsiteY997" fmla="*/ 938900 h 2489200"/>
                <a:gd name="connsiteX998" fmla="*/ 1548500 w 2489200"/>
                <a:gd name="connsiteY998" fmla="*/ 913500 h 2489200"/>
                <a:gd name="connsiteX999" fmla="*/ 1523100 w 2489200"/>
                <a:gd name="connsiteY999" fmla="*/ 888100 h 2489200"/>
                <a:gd name="connsiteX1000" fmla="*/ 1548500 w 2489200"/>
                <a:gd name="connsiteY1000" fmla="*/ 862700 h 2489200"/>
                <a:gd name="connsiteX1001" fmla="*/ 1573900 w 2489200"/>
                <a:gd name="connsiteY1001" fmla="*/ 837300 h 2489200"/>
                <a:gd name="connsiteX1002" fmla="*/ 1548500 w 2489200"/>
                <a:gd name="connsiteY1002" fmla="*/ 811900 h 2489200"/>
                <a:gd name="connsiteX1003" fmla="*/ 1523100 w 2489200"/>
                <a:gd name="connsiteY1003" fmla="*/ 837300 h 2489200"/>
                <a:gd name="connsiteX1004" fmla="*/ 1497700 w 2489200"/>
                <a:gd name="connsiteY1004" fmla="*/ 862700 h 2489200"/>
                <a:gd name="connsiteX1005" fmla="*/ 1472300 w 2489200"/>
                <a:gd name="connsiteY1005" fmla="*/ 888100 h 2489200"/>
                <a:gd name="connsiteX1006" fmla="*/ 1421500 w 2489200"/>
                <a:gd name="connsiteY1006" fmla="*/ 913500 h 2489200"/>
                <a:gd name="connsiteX1007" fmla="*/ 1370700 w 2489200"/>
                <a:gd name="connsiteY1007" fmla="*/ 938900 h 2489200"/>
                <a:gd name="connsiteX1008" fmla="*/ 1345300 w 2489200"/>
                <a:gd name="connsiteY1008" fmla="*/ 964300 h 2489200"/>
                <a:gd name="connsiteX1009" fmla="*/ 1319900 w 2489200"/>
                <a:gd name="connsiteY1009" fmla="*/ 938900 h 2489200"/>
                <a:gd name="connsiteX1010" fmla="*/ 1294500 w 2489200"/>
                <a:gd name="connsiteY1010" fmla="*/ 913500 h 2489200"/>
                <a:gd name="connsiteX1011" fmla="*/ 1269100 w 2489200"/>
                <a:gd name="connsiteY1011" fmla="*/ 888100 h 2489200"/>
                <a:gd name="connsiteX1012" fmla="*/ 1319900 w 2489200"/>
                <a:gd name="connsiteY1012" fmla="*/ 862700 h 2489200"/>
                <a:gd name="connsiteX1013" fmla="*/ 1370700 w 2489200"/>
                <a:gd name="connsiteY1013" fmla="*/ 837300 h 2489200"/>
                <a:gd name="connsiteX1014" fmla="*/ 1421500 w 2489200"/>
                <a:gd name="connsiteY1014" fmla="*/ 811900 h 2489200"/>
                <a:gd name="connsiteX1015" fmla="*/ 1472300 w 2489200"/>
                <a:gd name="connsiteY1015" fmla="*/ 811900 h 2489200"/>
                <a:gd name="connsiteX1016" fmla="*/ 1472300 w 2489200"/>
                <a:gd name="connsiteY1016" fmla="*/ 710300 h 2489200"/>
                <a:gd name="connsiteX1017" fmla="*/ 1497700 w 2489200"/>
                <a:gd name="connsiteY1017" fmla="*/ 608700 h 2489200"/>
                <a:gd name="connsiteX1018" fmla="*/ 1523100 w 2489200"/>
                <a:gd name="connsiteY1018" fmla="*/ 532500 h 2489200"/>
                <a:gd name="connsiteX1019" fmla="*/ 1548500 w 2489200"/>
                <a:gd name="connsiteY1019" fmla="*/ 456300 h 2489200"/>
                <a:gd name="connsiteX1020" fmla="*/ 1573900 w 2489200"/>
                <a:gd name="connsiteY1020" fmla="*/ 430900 h 2489200"/>
                <a:gd name="connsiteX1021" fmla="*/ 1548500 w 2489200"/>
                <a:gd name="connsiteY1021" fmla="*/ 405500 h 2489200"/>
                <a:gd name="connsiteX1022" fmla="*/ 1523100 w 2489200"/>
                <a:gd name="connsiteY1022" fmla="*/ 430900 h 2489200"/>
                <a:gd name="connsiteX1023" fmla="*/ 1472300 w 2489200"/>
                <a:gd name="connsiteY1023" fmla="*/ 456300 h 2489200"/>
                <a:gd name="connsiteX1024" fmla="*/ 1421500 w 2489200"/>
                <a:gd name="connsiteY1024" fmla="*/ 430900 h 2489200"/>
                <a:gd name="connsiteX1025" fmla="*/ 1396100 w 2489200"/>
                <a:gd name="connsiteY1025" fmla="*/ 405500 h 2489200"/>
                <a:gd name="connsiteX1026" fmla="*/ 1370700 w 2489200"/>
                <a:gd name="connsiteY1026" fmla="*/ 456300 h 2489200"/>
                <a:gd name="connsiteX1027" fmla="*/ 1370700 w 2489200"/>
                <a:gd name="connsiteY1027" fmla="*/ 507100 h 2489200"/>
                <a:gd name="connsiteX1028" fmla="*/ 1421500 w 2489200"/>
                <a:gd name="connsiteY1028" fmla="*/ 507100 h 2489200"/>
                <a:gd name="connsiteX1029" fmla="*/ 1472300 w 2489200"/>
                <a:gd name="connsiteY1029" fmla="*/ 507100 h 2489200"/>
                <a:gd name="connsiteX1030" fmla="*/ 1472300 w 2489200"/>
                <a:gd name="connsiteY1030" fmla="*/ 557900 h 2489200"/>
                <a:gd name="connsiteX1031" fmla="*/ 1472300 w 2489200"/>
                <a:gd name="connsiteY1031" fmla="*/ 608700 h 2489200"/>
                <a:gd name="connsiteX1032" fmla="*/ 1421500 w 2489200"/>
                <a:gd name="connsiteY1032" fmla="*/ 608700 h 2489200"/>
                <a:gd name="connsiteX1033" fmla="*/ 1370700 w 2489200"/>
                <a:gd name="connsiteY1033" fmla="*/ 608700 h 2489200"/>
                <a:gd name="connsiteX1034" fmla="*/ 1370700 w 2489200"/>
                <a:gd name="connsiteY1034" fmla="*/ 659500 h 2489200"/>
                <a:gd name="connsiteX1035" fmla="*/ 1370700 w 2489200"/>
                <a:gd name="connsiteY1035" fmla="*/ 710300 h 2489200"/>
                <a:gd name="connsiteX1036" fmla="*/ 1294500 w 2489200"/>
                <a:gd name="connsiteY1036" fmla="*/ 710300 h 2489200"/>
                <a:gd name="connsiteX1037" fmla="*/ 1218300 w 2489200"/>
                <a:gd name="connsiteY1037" fmla="*/ 684900 h 2489200"/>
                <a:gd name="connsiteX1038" fmla="*/ 1192900 w 2489200"/>
                <a:gd name="connsiteY1038" fmla="*/ 659500 h 2489200"/>
                <a:gd name="connsiteX1039" fmla="*/ 1167500 w 2489200"/>
                <a:gd name="connsiteY1039" fmla="*/ 634100 h 2489200"/>
                <a:gd name="connsiteX1040" fmla="*/ 1192900 w 2489200"/>
                <a:gd name="connsiteY1040" fmla="*/ 608700 h 2489200"/>
                <a:gd name="connsiteX1041" fmla="*/ 1218300 w 2489200"/>
                <a:gd name="connsiteY1041" fmla="*/ 583300 h 2489200"/>
                <a:gd name="connsiteX1042" fmla="*/ 1192900 w 2489200"/>
                <a:gd name="connsiteY1042" fmla="*/ 557900 h 2489200"/>
                <a:gd name="connsiteX1043" fmla="*/ 1167500 w 2489200"/>
                <a:gd name="connsiteY1043" fmla="*/ 532500 h 2489200"/>
                <a:gd name="connsiteX1044" fmla="*/ 1192900 w 2489200"/>
                <a:gd name="connsiteY1044" fmla="*/ 507100 h 2489200"/>
                <a:gd name="connsiteX1045" fmla="*/ 1218300 w 2489200"/>
                <a:gd name="connsiteY1045" fmla="*/ 481700 h 2489200"/>
                <a:gd name="connsiteX1046" fmla="*/ 1167500 w 2489200"/>
                <a:gd name="connsiteY1046" fmla="*/ 456300 h 2489200"/>
                <a:gd name="connsiteX1047" fmla="*/ 1116700 w 2489200"/>
                <a:gd name="connsiteY1047" fmla="*/ 430900 h 2489200"/>
                <a:gd name="connsiteX1048" fmla="*/ 1091300 w 2489200"/>
                <a:gd name="connsiteY1048" fmla="*/ 405500 h 2489200"/>
                <a:gd name="connsiteX1049" fmla="*/ 1065900 w 2489200"/>
                <a:gd name="connsiteY1049" fmla="*/ 354700 h 2489200"/>
                <a:gd name="connsiteX1050" fmla="*/ 1091300 w 2489200"/>
                <a:gd name="connsiteY1050" fmla="*/ 303900 h 2489200"/>
                <a:gd name="connsiteX1051" fmla="*/ 1116700 w 2489200"/>
                <a:gd name="connsiteY1051" fmla="*/ 253100 h 2489200"/>
                <a:gd name="connsiteX1052" fmla="*/ 1116700 w 2489200"/>
                <a:gd name="connsiteY1052" fmla="*/ 202300 h 2489200"/>
                <a:gd name="connsiteX1053" fmla="*/ 1040500 w 2489200"/>
                <a:gd name="connsiteY1053" fmla="*/ 202300 h 2489200"/>
                <a:gd name="connsiteX1054" fmla="*/ 964300 w 2489200"/>
                <a:gd name="connsiteY1054" fmla="*/ 227700 h 2489200"/>
                <a:gd name="connsiteX1055" fmla="*/ 989700 w 2489200"/>
                <a:gd name="connsiteY1055" fmla="*/ 253100 h 2489200"/>
                <a:gd name="connsiteX1056" fmla="*/ 1015100 w 2489200"/>
                <a:gd name="connsiteY1056" fmla="*/ 278500 h 2489200"/>
                <a:gd name="connsiteX1057" fmla="*/ 989700 w 2489200"/>
                <a:gd name="connsiteY1057" fmla="*/ 303900 h 2489200"/>
                <a:gd name="connsiteX1058" fmla="*/ 964300 w 2489200"/>
                <a:gd name="connsiteY1058" fmla="*/ 329300 h 2489200"/>
                <a:gd name="connsiteX1059" fmla="*/ 938900 w 2489200"/>
                <a:gd name="connsiteY1059" fmla="*/ 354700 h 2489200"/>
                <a:gd name="connsiteX1060" fmla="*/ 913500 w 2489200"/>
                <a:gd name="connsiteY1060" fmla="*/ 380100 h 2489200"/>
                <a:gd name="connsiteX1061" fmla="*/ 862700 w 2489200"/>
                <a:gd name="connsiteY1061" fmla="*/ 405500 h 2489200"/>
                <a:gd name="connsiteX1062" fmla="*/ 811900 w 2489200"/>
                <a:gd name="connsiteY1062" fmla="*/ 405500 h 2489200"/>
                <a:gd name="connsiteX1063" fmla="*/ 811900 w 2489200"/>
                <a:gd name="connsiteY1063" fmla="*/ 456300 h 2489200"/>
                <a:gd name="connsiteX1064" fmla="*/ 786500 w 2489200"/>
                <a:gd name="connsiteY1064" fmla="*/ 507100 h 2489200"/>
                <a:gd name="connsiteX1065" fmla="*/ 761100 w 2489200"/>
                <a:gd name="connsiteY1065" fmla="*/ 456300 h 2489200"/>
                <a:gd name="connsiteX1066" fmla="*/ 761100 w 2489200"/>
                <a:gd name="connsiteY1066" fmla="*/ 405500 h 2489200"/>
                <a:gd name="connsiteX1067" fmla="*/ 710300 w 2489200"/>
                <a:gd name="connsiteY1067" fmla="*/ 405500 h 2489200"/>
                <a:gd name="connsiteX1068" fmla="*/ 659500 w 2489200"/>
                <a:gd name="connsiteY1068" fmla="*/ 380100 h 2489200"/>
                <a:gd name="connsiteX1069" fmla="*/ 684900 w 2489200"/>
                <a:gd name="connsiteY1069" fmla="*/ 354700 h 2489200"/>
                <a:gd name="connsiteX1070" fmla="*/ 710300 w 2489200"/>
                <a:gd name="connsiteY1070" fmla="*/ 329300 h 2489200"/>
                <a:gd name="connsiteX1071" fmla="*/ 684900 w 2489200"/>
                <a:gd name="connsiteY1071" fmla="*/ 303900 h 2489200"/>
                <a:gd name="connsiteX1072" fmla="*/ 659500 w 2489200"/>
                <a:gd name="connsiteY1072" fmla="*/ 329300 h 2489200"/>
                <a:gd name="connsiteX1073" fmla="*/ 608700 w 2489200"/>
                <a:gd name="connsiteY1073" fmla="*/ 354700 h 2489200"/>
                <a:gd name="connsiteX1074" fmla="*/ 557900 w 2489200"/>
                <a:gd name="connsiteY1074" fmla="*/ 380100 h 2489200"/>
                <a:gd name="connsiteX1075" fmla="*/ 608700 w 2489200"/>
                <a:gd name="connsiteY1075" fmla="*/ 405500 h 2489200"/>
                <a:gd name="connsiteX1076" fmla="*/ 659500 w 2489200"/>
                <a:gd name="connsiteY1076" fmla="*/ 405500 h 2489200"/>
                <a:gd name="connsiteX1077" fmla="*/ 659500 w 2489200"/>
                <a:gd name="connsiteY1077" fmla="*/ 456300 h 2489200"/>
                <a:gd name="connsiteX1078" fmla="*/ 659500 w 2489200"/>
                <a:gd name="connsiteY1078" fmla="*/ 507100 h 2489200"/>
                <a:gd name="connsiteX1079" fmla="*/ 710300 w 2489200"/>
                <a:gd name="connsiteY1079" fmla="*/ 507100 h 2489200"/>
                <a:gd name="connsiteX1080" fmla="*/ 761100 w 2489200"/>
                <a:gd name="connsiteY1080" fmla="*/ 507100 h 2489200"/>
                <a:gd name="connsiteX1081" fmla="*/ 761100 w 2489200"/>
                <a:gd name="connsiteY1081" fmla="*/ 557900 h 2489200"/>
                <a:gd name="connsiteX1082" fmla="*/ 735700 w 2489200"/>
                <a:gd name="connsiteY1082" fmla="*/ 608700 h 2489200"/>
                <a:gd name="connsiteX1083" fmla="*/ 710300 w 2489200"/>
                <a:gd name="connsiteY1083" fmla="*/ 583300 h 2489200"/>
                <a:gd name="connsiteX1084" fmla="*/ 684900 w 2489200"/>
                <a:gd name="connsiteY1084" fmla="*/ 557900 h 2489200"/>
                <a:gd name="connsiteX1085" fmla="*/ 659500 w 2489200"/>
                <a:gd name="connsiteY1085" fmla="*/ 634100 h 2489200"/>
                <a:gd name="connsiteX1086" fmla="*/ 634100 w 2489200"/>
                <a:gd name="connsiteY1086" fmla="*/ 710300 h 2489200"/>
                <a:gd name="connsiteX1087" fmla="*/ 608700 w 2489200"/>
                <a:gd name="connsiteY1087" fmla="*/ 735700 h 2489200"/>
                <a:gd name="connsiteX1088" fmla="*/ 583300 w 2489200"/>
                <a:gd name="connsiteY1088" fmla="*/ 761100 h 2489200"/>
                <a:gd name="connsiteX1089" fmla="*/ 557900 w 2489200"/>
                <a:gd name="connsiteY1089" fmla="*/ 786500 h 2489200"/>
                <a:gd name="connsiteX1090" fmla="*/ 532500 w 2489200"/>
                <a:gd name="connsiteY1090" fmla="*/ 811900 h 2489200"/>
                <a:gd name="connsiteX1091" fmla="*/ 507100 w 2489200"/>
                <a:gd name="connsiteY1091" fmla="*/ 837300 h 2489200"/>
                <a:gd name="connsiteX1092" fmla="*/ 405500 w 2489200"/>
                <a:gd name="connsiteY1092" fmla="*/ 862700 h 2489200"/>
                <a:gd name="connsiteX1093" fmla="*/ 303900 w 2489200"/>
                <a:gd name="connsiteY1093" fmla="*/ 837300 h 2489200"/>
                <a:gd name="connsiteX1094" fmla="*/ 329300 w 2489200"/>
                <a:gd name="connsiteY1094" fmla="*/ 811900 h 2489200"/>
                <a:gd name="connsiteX1095" fmla="*/ 354700 w 2489200"/>
                <a:gd name="connsiteY1095" fmla="*/ 786500 h 2489200"/>
                <a:gd name="connsiteX1096" fmla="*/ 329300 w 2489200"/>
                <a:gd name="connsiteY1096" fmla="*/ 761100 h 2489200"/>
                <a:gd name="connsiteX1097" fmla="*/ 303900 w 2489200"/>
                <a:gd name="connsiteY1097" fmla="*/ 735700 h 2489200"/>
                <a:gd name="connsiteX1098" fmla="*/ 329300 w 2489200"/>
                <a:gd name="connsiteY1098" fmla="*/ 710300 h 2489200"/>
                <a:gd name="connsiteX1099" fmla="*/ 354700 w 2489200"/>
                <a:gd name="connsiteY1099" fmla="*/ 684900 h 2489200"/>
                <a:gd name="connsiteX1100" fmla="*/ 380100 w 2489200"/>
                <a:gd name="connsiteY1100" fmla="*/ 659500 h 2489200"/>
                <a:gd name="connsiteX1101" fmla="*/ 405500 w 2489200"/>
                <a:gd name="connsiteY1101" fmla="*/ 608700 h 2489200"/>
                <a:gd name="connsiteX1102" fmla="*/ 405500 w 2489200"/>
                <a:gd name="connsiteY1102" fmla="*/ 557900 h 2489200"/>
                <a:gd name="connsiteX1103" fmla="*/ 354700 w 2489200"/>
                <a:gd name="connsiteY1103" fmla="*/ 557900 h 2489200"/>
                <a:gd name="connsiteX1104" fmla="*/ 303900 w 2489200"/>
                <a:gd name="connsiteY1104" fmla="*/ 583300 h 2489200"/>
                <a:gd name="connsiteX1105" fmla="*/ 329300 w 2489200"/>
                <a:gd name="connsiteY1105" fmla="*/ 608700 h 2489200"/>
                <a:gd name="connsiteX1106" fmla="*/ 354700 w 2489200"/>
                <a:gd name="connsiteY1106" fmla="*/ 634100 h 2489200"/>
                <a:gd name="connsiteX1107" fmla="*/ 303900 w 2489200"/>
                <a:gd name="connsiteY1107" fmla="*/ 659500 h 2489200"/>
                <a:gd name="connsiteX1108" fmla="*/ 253100 w 2489200"/>
                <a:gd name="connsiteY1108" fmla="*/ 634100 h 2489200"/>
                <a:gd name="connsiteX1109" fmla="*/ 227700 w 2489200"/>
                <a:gd name="connsiteY1109" fmla="*/ 608700 h 2489200"/>
                <a:gd name="connsiteX1110" fmla="*/ 202300 w 2489200"/>
                <a:gd name="connsiteY1110" fmla="*/ 634100 h 2489200"/>
                <a:gd name="connsiteX1111" fmla="*/ 227700 w 2489200"/>
                <a:gd name="connsiteY1111" fmla="*/ 659500 h 2489200"/>
                <a:gd name="connsiteX1112" fmla="*/ 253100 w 2489200"/>
                <a:gd name="connsiteY1112" fmla="*/ 684900 h 2489200"/>
                <a:gd name="connsiteX1113" fmla="*/ 227700 w 2489200"/>
                <a:gd name="connsiteY1113" fmla="*/ 710300 h 2489200"/>
                <a:gd name="connsiteX1114" fmla="*/ 202300 w 2489200"/>
                <a:gd name="connsiteY1114" fmla="*/ 735700 h 2489200"/>
                <a:gd name="connsiteX1115" fmla="*/ 227700 w 2489200"/>
                <a:gd name="connsiteY1115" fmla="*/ 761100 h 2489200"/>
                <a:gd name="connsiteX1116" fmla="*/ 253100 w 2489200"/>
                <a:gd name="connsiteY1116" fmla="*/ 811900 h 2489200"/>
                <a:gd name="connsiteX1117" fmla="*/ 227700 w 2489200"/>
                <a:gd name="connsiteY1117" fmla="*/ 862700 h 2489200"/>
                <a:gd name="connsiteX1118" fmla="*/ 202300 w 2489200"/>
                <a:gd name="connsiteY1118" fmla="*/ 837300 h 2489200"/>
                <a:gd name="connsiteX1119" fmla="*/ 176900 w 2489200"/>
                <a:gd name="connsiteY1119" fmla="*/ 811900 h 2489200"/>
                <a:gd name="connsiteX1120" fmla="*/ 151500 w 2489200"/>
                <a:gd name="connsiteY1120" fmla="*/ 786500 h 2489200"/>
                <a:gd name="connsiteX1121" fmla="*/ 126100 w 2489200"/>
                <a:gd name="connsiteY1121" fmla="*/ 761100 h 2489200"/>
                <a:gd name="connsiteX1122" fmla="*/ 100700 w 2489200"/>
                <a:gd name="connsiteY1122" fmla="*/ 786500 h 2489200"/>
                <a:gd name="connsiteX1123" fmla="*/ 75300 w 2489200"/>
                <a:gd name="connsiteY1123" fmla="*/ 811900 h 2489200"/>
                <a:gd name="connsiteX1124" fmla="*/ 49900 w 2489200"/>
                <a:gd name="connsiteY1124" fmla="*/ 837300 h 2489200"/>
                <a:gd name="connsiteX1125" fmla="*/ 75300 w 2489200"/>
                <a:gd name="connsiteY1125" fmla="*/ 862700 h 2489200"/>
                <a:gd name="connsiteX1126" fmla="*/ 100700 w 2489200"/>
                <a:gd name="connsiteY1126" fmla="*/ 888100 h 2489200"/>
                <a:gd name="connsiteX1127" fmla="*/ 126100 w 2489200"/>
                <a:gd name="connsiteY1127" fmla="*/ 913500 h 2489200"/>
                <a:gd name="connsiteX1128" fmla="*/ 151500 w 2489200"/>
                <a:gd name="connsiteY1128" fmla="*/ 938900 h 2489200"/>
                <a:gd name="connsiteX1129" fmla="*/ 176900 w 2489200"/>
                <a:gd name="connsiteY1129" fmla="*/ 964300 h 2489200"/>
                <a:gd name="connsiteX1130" fmla="*/ 202300 w 2489200"/>
                <a:gd name="connsiteY1130" fmla="*/ 989700 h 2489200"/>
                <a:gd name="connsiteX1131" fmla="*/ 176900 w 2489200"/>
                <a:gd name="connsiteY1131" fmla="*/ 1015100 h 2489200"/>
                <a:gd name="connsiteX1132" fmla="*/ 151500 w 2489200"/>
                <a:gd name="connsiteY1132" fmla="*/ 1040500 h 2489200"/>
                <a:gd name="connsiteX1133" fmla="*/ 202300 w 2489200"/>
                <a:gd name="connsiteY1133" fmla="*/ 1065900 h 2489200"/>
                <a:gd name="connsiteX1134" fmla="*/ 253100 w 2489200"/>
                <a:gd name="connsiteY1134" fmla="*/ 1040500 h 2489200"/>
                <a:gd name="connsiteX1135" fmla="*/ 303900 w 2489200"/>
                <a:gd name="connsiteY1135" fmla="*/ 1015100 h 2489200"/>
                <a:gd name="connsiteX1136" fmla="*/ 354700 w 2489200"/>
                <a:gd name="connsiteY1136" fmla="*/ 989700 h 2489200"/>
                <a:gd name="connsiteX1137" fmla="*/ 303900 w 2489200"/>
                <a:gd name="connsiteY1137" fmla="*/ 964300 h 2489200"/>
                <a:gd name="connsiteX1138" fmla="*/ 253100 w 2489200"/>
                <a:gd name="connsiteY1138" fmla="*/ 964300 h 2489200"/>
                <a:gd name="connsiteX1139" fmla="*/ 253100 w 2489200"/>
                <a:gd name="connsiteY1139" fmla="*/ 913500 h 2489200"/>
                <a:gd name="connsiteX1140" fmla="*/ 278500 w 2489200"/>
                <a:gd name="connsiteY1140" fmla="*/ 862700 h 2489200"/>
                <a:gd name="connsiteX1141" fmla="*/ 303900 w 2489200"/>
                <a:gd name="connsiteY1141" fmla="*/ 888100 h 2489200"/>
                <a:gd name="connsiteX1142" fmla="*/ 354700 w 2489200"/>
                <a:gd name="connsiteY1142" fmla="*/ 913500 h 2489200"/>
                <a:gd name="connsiteX1143" fmla="*/ 405500 w 2489200"/>
                <a:gd name="connsiteY1143" fmla="*/ 938900 h 2489200"/>
                <a:gd name="connsiteX1144" fmla="*/ 430900 w 2489200"/>
                <a:gd name="connsiteY1144" fmla="*/ 964300 h 2489200"/>
                <a:gd name="connsiteX1145" fmla="*/ 456300 w 2489200"/>
                <a:gd name="connsiteY1145" fmla="*/ 989700 h 2489200"/>
                <a:gd name="connsiteX1146" fmla="*/ 430900 w 2489200"/>
                <a:gd name="connsiteY1146" fmla="*/ 1015100 h 2489200"/>
                <a:gd name="connsiteX1147" fmla="*/ 405500 w 2489200"/>
                <a:gd name="connsiteY1147" fmla="*/ 1040500 h 2489200"/>
                <a:gd name="connsiteX1148" fmla="*/ 354700 w 2489200"/>
                <a:gd name="connsiteY1148" fmla="*/ 1065900 h 2489200"/>
                <a:gd name="connsiteX1149" fmla="*/ 303900 w 2489200"/>
                <a:gd name="connsiteY1149" fmla="*/ 1091300 h 2489200"/>
                <a:gd name="connsiteX1150" fmla="*/ 380100 w 2489200"/>
                <a:gd name="connsiteY1150" fmla="*/ 1116700 h 2489200"/>
                <a:gd name="connsiteX1151" fmla="*/ 456300 w 2489200"/>
                <a:gd name="connsiteY1151" fmla="*/ 1116700 h 2489200"/>
                <a:gd name="connsiteX1152" fmla="*/ 456300 w 2489200"/>
                <a:gd name="connsiteY1152" fmla="*/ 1065900 h 2489200"/>
                <a:gd name="connsiteX1153" fmla="*/ 481700 w 2489200"/>
                <a:gd name="connsiteY1153" fmla="*/ 1015100 h 2489200"/>
                <a:gd name="connsiteX1154" fmla="*/ 507100 w 2489200"/>
                <a:gd name="connsiteY1154" fmla="*/ 1040500 h 2489200"/>
                <a:gd name="connsiteX1155" fmla="*/ 532500 w 2489200"/>
                <a:gd name="connsiteY1155" fmla="*/ 1065900 h 2489200"/>
                <a:gd name="connsiteX1156" fmla="*/ 557900 w 2489200"/>
                <a:gd name="connsiteY1156" fmla="*/ 1116700 h 2489200"/>
                <a:gd name="connsiteX1157" fmla="*/ 532500 w 2489200"/>
                <a:gd name="connsiteY1157" fmla="*/ 1167500 h 2489200"/>
                <a:gd name="connsiteX1158" fmla="*/ 507100 w 2489200"/>
                <a:gd name="connsiteY1158" fmla="*/ 1218300 h 2489200"/>
                <a:gd name="connsiteX1159" fmla="*/ 481700 w 2489200"/>
                <a:gd name="connsiteY1159" fmla="*/ 1269100 h 2489200"/>
                <a:gd name="connsiteX1160" fmla="*/ 456300 w 2489200"/>
                <a:gd name="connsiteY1160" fmla="*/ 1319900 h 2489200"/>
                <a:gd name="connsiteX1161" fmla="*/ 456300 w 2489200"/>
                <a:gd name="connsiteY1161" fmla="*/ 1370700 h 2489200"/>
                <a:gd name="connsiteX1162" fmla="*/ 380100 w 2489200"/>
                <a:gd name="connsiteY1162" fmla="*/ 1370700 h 2489200"/>
                <a:gd name="connsiteX1163" fmla="*/ 303900 w 2489200"/>
                <a:gd name="connsiteY1163" fmla="*/ 1396100 h 2489200"/>
                <a:gd name="connsiteX1164" fmla="*/ 329300 w 2489200"/>
                <a:gd name="connsiteY1164" fmla="*/ 1421500 h 2489200"/>
                <a:gd name="connsiteX1165" fmla="*/ 354700 w 2489200"/>
                <a:gd name="connsiteY1165" fmla="*/ 1446900 h 2489200"/>
                <a:gd name="connsiteX1166" fmla="*/ 329300 w 2489200"/>
                <a:gd name="connsiteY1166" fmla="*/ 1472300 h 2489200"/>
                <a:gd name="connsiteX1167" fmla="*/ 303900 w 2489200"/>
                <a:gd name="connsiteY1167" fmla="*/ 1497700 h 2489200"/>
                <a:gd name="connsiteX1168" fmla="*/ 329300 w 2489200"/>
                <a:gd name="connsiteY1168" fmla="*/ 1523100 h 2489200"/>
                <a:gd name="connsiteX1169" fmla="*/ 354700 w 2489200"/>
                <a:gd name="connsiteY1169" fmla="*/ 1548500 h 2489200"/>
                <a:gd name="connsiteX1170" fmla="*/ 329300 w 2489200"/>
                <a:gd name="connsiteY1170" fmla="*/ 1573900 h 2489200"/>
                <a:gd name="connsiteX1171" fmla="*/ 303900 w 2489200"/>
                <a:gd name="connsiteY1171" fmla="*/ 1599300 h 2489200"/>
                <a:gd name="connsiteX1172" fmla="*/ 329300 w 2489200"/>
                <a:gd name="connsiteY1172" fmla="*/ 1624700 h 2489200"/>
                <a:gd name="connsiteX1173" fmla="*/ 354700 w 2489200"/>
                <a:gd name="connsiteY1173" fmla="*/ 1650100 h 2489200"/>
                <a:gd name="connsiteX1174" fmla="*/ 405500 w 2489200"/>
                <a:gd name="connsiteY1174" fmla="*/ 1675500 h 2489200"/>
                <a:gd name="connsiteX1175" fmla="*/ 456300 w 2489200"/>
                <a:gd name="connsiteY1175" fmla="*/ 1650100 h 2489200"/>
                <a:gd name="connsiteX1176" fmla="*/ 481700 w 2489200"/>
                <a:gd name="connsiteY1176" fmla="*/ 1624700 h 2489200"/>
                <a:gd name="connsiteX1177" fmla="*/ 507100 w 2489200"/>
                <a:gd name="connsiteY1177" fmla="*/ 1675500 h 2489200"/>
                <a:gd name="connsiteX1178" fmla="*/ 481700 w 2489200"/>
                <a:gd name="connsiteY1178" fmla="*/ 1726300 h 2489200"/>
                <a:gd name="connsiteX1179" fmla="*/ 456300 w 2489200"/>
                <a:gd name="connsiteY1179" fmla="*/ 1751700 h 2489200"/>
                <a:gd name="connsiteX1180" fmla="*/ 430900 w 2489200"/>
                <a:gd name="connsiteY1180" fmla="*/ 1777100 h 2489200"/>
                <a:gd name="connsiteX1181" fmla="*/ 405500 w 2489200"/>
                <a:gd name="connsiteY1181" fmla="*/ 1802500 h 2489200"/>
                <a:gd name="connsiteX1182" fmla="*/ 380100 w 2489200"/>
                <a:gd name="connsiteY1182" fmla="*/ 1827900 h 2489200"/>
                <a:gd name="connsiteX1183" fmla="*/ 354700 w 2489200"/>
                <a:gd name="connsiteY1183" fmla="*/ 1802500 h 2489200"/>
                <a:gd name="connsiteX1184" fmla="*/ 329300 w 2489200"/>
                <a:gd name="connsiteY1184" fmla="*/ 1777100 h 2489200"/>
                <a:gd name="connsiteX1185" fmla="*/ 303900 w 2489200"/>
                <a:gd name="connsiteY1185" fmla="*/ 1802500 h 2489200"/>
                <a:gd name="connsiteX1186" fmla="*/ 329300 w 2489200"/>
                <a:gd name="connsiteY1186" fmla="*/ 1827900 h 2489200"/>
                <a:gd name="connsiteX1187" fmla="*/ 354700 w 2489200"/>
                <a:gd name="connsiteY1187" fmla="*/ 1853300 h 2489200"/>
                <a:gd name="connsiteX1188" fmla="*/ 329300 w 2489200"/>
                <a:gd name="connsiteY1188" fmla="*/ 1878700 h 2489200"/>
                <a:gd name="connsiteX1189" fmla="*/ 303900 w 2489200"/>
                <a:gd name="connsiteY1189" fmla="*/ 1904100 h 2489200"/>
                <a:gd name="connsiteX1190" fmla="*/ 354700 w 2489200"/>
                <a:gd name="connsiteY1190" fmla="*/ 1929500 h 2489200"/>
                <a:gd name="connsiteX1191" fmla="*/ 405500 w 2489200"/>
                <a:gd name="connsiteY1191" fmla="*/ 1954900 h 2489200"/>
                <a:gd name="connsiteX1192" fmla="*/ 456300 w 2489200"/>
                <a:gd name="connsiteY1192" fmla="*/ 1980300 h 2489200"/>
                <a:gd name="connsiteX1193" fmla="*/ 507100 w 2489200"/>
                <a:gd name="connsiteY1193" fmla="*/ 1980300 h 2489200"/>
                <a:gd name="connsiteX1194" fmla="*/ 507100 w 2489200"/>
                <a:gd name="connsiteY1194" fmla="*/ 2056500 h 2489200"/>
                <a:gd name="connsiteX1195" fmla="*/ 481700 w 2489200"/>
                <a:gd name="connsiteY1195" fmla="*/ 2132700 h 2489200"/>
                <a:gd name="connsiteX1196" fmla="*/ 456300 w 2489200"/>
                <a:gd name="connsiteY1196" fmla="*/ 2158100 h 2489200"/>
                <a:gd name="connsiteX1197" fmla="*/ 481700 w 2489200"/>
                <a:gd name="connsiteY1197" fmla="*/ 2183500 h 2489200"/>
                <a:gd name="connsiteX1198" fmla="*/ 507100 w 2489200"/>
                <a:gd name="connsiteY1198" fmla="*/ 2158100 h 2489200"/>
                <a:gd name="connsiteX1199" fmla="*/ 1827900 w 2489200"/>
                <a:gd name="connsiteY1199" fmla="*/ 2132700 h 2489200"/>
                <a:gd name="connsiteX1200" fmla="*/ 1827900 w 2489200"/>
                <a:gd name="connsiteY1200" fmla="*/ 2081900 h 2489200"/>
                <a:gd name="connsiteX1201" fmla="*/ 1777100 w 2489200"/>
                <a:gd name="connsiteY1201" fmla="*/ 2081900 h 2489200"/>
                <a:gd name="connsiteX1202" fmla="*/ 1726300 w 2489200"/>
                <a:gd name="connsiteY1202" fmla="*/ 2107300 h 2489200"/>
                <a:gd name="connsiteX1203" fmla="*/ 1751700 w 2489200"/>
                <a:gd name="connsiteY1203" fmla="*/ 2132700 h 2489200"/>
                <a:gd name="connsiteX1204" fmla="*/ 1777100 w 2489200"/>
                <a:gd name="connsiteY1204" fmla="*/ 2158100 h 2489200"/>
                <a:gd name="connsiteX1205" fmla="*/ 1802500 w 2489200"/>
                <a:gd name="connsiteY1205" fmla="*/ 2183500 h 2489200"/>
                <a:gd name="connsiteX1206" fmla="*/ 1827900 w 2489200"/>
                <a:gd name="connsiteY1206" fmla="*/ 2132700 h 2489200"/>
                <a:gd name="connsiteX1207" fmla="*/ 354700 w 2489200"/>
                <a:gd name="connsiteY1207" fmla="*/ 2005700 h 2489200"/>
                <a:gd name="connsiteX1208" fmla="*/ 329300 w 2489200"/>
                <a:gd name="connsiteY1208" fmla="*/ 1980300 h 2489200"/>
                <a:gd name="connsiteX1209" fmla="*/ 303900 w 2489200"/>
                <a:gd name="connsiteY1209" fmla="*/ 2005700 h 2489200"/>
                <a:gd name="connsiteX1210" fmla="*/ 329300 w 2489200"/>
                <a:gd name="connsiteY1210" fmla="*/ 2031100 h 2489200"/>
                <a:gd name="connsiteX1211" fmla="*/ 354700 w 2489200"/>
                <a:gd name="connsiteY1211" fmla="*/ 2005700 h 2489200"/>
                <a:gd name="connsiteX1212" fmla="*/ 2031100 w 2489200"/>
                <a:gd name="connsiteY1212" fmla="*/ 1954900 h 2489200"/>
                <a:gd name="connsiteX1213" fmla="*/ 2056500 w 2489200"/>
                <a:gd name="connsiteY1213" fmla="*/ 1929500 h 2489200"/>
                <a:gd name="connsiteX1214" fmla="*/ 2081900 w 2489200"/>
                <a:gd name="connsiteY1214" fmla="*/ 1904100 h 2489200"/>
                <a:gd name="connsiteX1215" fmla="*/ 2056500 w 2489200"/>
                <a:gd name="connsiteY1215" fmla="*/ 1878700 h 2489200"/>
                <a:gd name="connsiteX1216" fmla="*/ 2031100 w 2489200"/>
                <a:gd name="connsiteY1216" fmla="*/ 1853300 h 2489200"/>
                <a:gd name="connsiteX1217" fmla="*/ 1980300 w 2489200"/>
                <a:gd name="connsiteY1217" fmla="*/ 1827900 h 2489200"/>
                <a:gd name="connsiteX1218" fmla="*/ 1929500 w 2489200"/>
                <a:gd name="connsiteY1218" fmla="*/ 1853300 h 2489200"/>
                <a:gd name="connsiteX1219" fmla="*/ 1954900 w 2489200"/>
                <a:gd name="connsiteY1219" fmla="*/ 1878700 h 2489200"/>
                <a:gd name="connsiteX1220" fmla="*/ 1980300 w 2489200"/>
                <a:gd name="connsiteY1220" fmla="*/ 1929500 h 2489200"/>
                <a:gd name="connsiteX1221" fmla="*/ 2005700 w 2489200"/>
                <a:gd name="connsiteY1221" fmla="*/ 1980300 h 2489200"/>
                <a:gd name="connsiteX1222" fmla="*/ 2031100 w 2489200"/>
                <a:gd name="connsiteY1222" fmla="*/ 1954900 h 2489200"/>
                <a:gd name="connsiteX1223" fmla="*/ 2335900 w 2489200"/>
                <a:gd name="connsiteY1223" fmla="*/ 1954900 h 2489200"/>
                <a:gd name="connsiteX1224" fmla="*/ 2310500 w 2489200"/>
                <a:gd name="connsiteY1224" fmla="*/ 1929500 h 2489200"/>
                <a:gd name="connsiteX1225" fmla="*/ 2285100 w 2489200"/>
                <a:gd name="connsiteY1225" fmla="*/ 1954900 h 2489200"/>
                <a:gd name="connsiteX1226" fmla="*/ 2310500 w 2489200"/>
                <a:gd name="connsiteY1226" fmla="*/ 1980300 h 2489200"/>
                <a:gd name="connsiteX1227" fmla="*/ 2335900 w 2489200"/>
                <a:gd name="connsiteY1227" fmla="*/ 1954900 h 2489200"/>
                <a:gd name="connsiteX1228" fmla="*/ 2386700 w 2489200"/>
                <a:gd name="connsiteY1228" fmla="*/ 1853300 h 2489200"/>
                <a:gd name="connsiteX1229" fmla="*/ 2361300 w 2489200"/>
                <a:gd name="connsiteY1229" fmla="*/ 1827900 h 2489200"/>
                <a:gd name="connsiteX1230" fmla="*/ 2335900 w 2489200"/>
                <a:gd name="connsiteY1230" fmla="*/ 1853300 h 2489200"/>
                <a:gd name="connsiteX1231" fmla="*/ 2361300 w 2489200"/>
                <a:gd name="connsiteY1231" fmla="*/ 1878700 h 2489200"/>
                <a:gd name="connsiteX1232" fmla="*/ 2386700 w 2489200"/>
                <a:gd name="connsiteY1232" fmla="*/ 1853300 h 2489200"/>
                <a:gd name="connsiteX1233" fmla="*/ 2081900 w 2489200"/>
                <a:gd name="connsiteY1233" fmla="*/ 1751700 h 2489200"/>
                <a:gd name="connsiteX1234" fmla="*/ 2107300 w 2489200"/>
                <a:gd name="connsiteY1234" fmla="*/ 1726300 h 2489200"/>
                <a:gd name="connsiteX1235" fmla="*/ 2132700 w 2489200"/>
                <a:gd name="connsiteY1235" fmla="*/ 1675500 h 2489200"/>
                <a:gd name="connsiteX1236" fmla="*/ 2107300 w 2489200"/>
                <a:gd name="connsiteY1236" fmla="*/ 1624700 h 2489200"/>
                <a:gd name="connsiteX1237" fmla="*/ 2081900 w 2489200"/>
                <a:gd name="connsiteY1237" fmla="*/ 1675500 h 2489200"/>
                <a:gd name="connsiteX1238" fmla="*/ 2056500 w 2489200"/>
                <a:gd name="connsiteY1238" fmla="*/ 1726300 h 2489200"/>
                <a:gd name="connsiteX1239" fmla="*/ 2031100 w 2489200"/>
                <a:gd name="connsiteY1239" fmla="*/ 1700900 h 2489200"/>
                <a:gd name="connsiteX1240" fmla="*/ 2005700 w 2489200"/>
                <a:gd name="connsiteY1240" fmla="*/ 1675500 h 2489200"/>
                <a:gd name="connsiteX1241" fmla="*/ 1980300 w 2489200"/>
                <a:gd name="connsiteY1241" fmla="*/ 1700900 h 2489200"/>
                <a:gd name="connsiteX1242" fmla="*/ 2005700 w 2489200"/>
                <a:gd name="connsiteY1242" fmla="*/ 1726300 h 2489200"/>
                <a:gd name="connsiteX1243" fmla="*/ 2031100 w 2489200"/>
                <a:gd name="connsiteY1243" fmla="*/ 1751700 h 2489200"/>
                <a:gd name="connsiteX1244" fmla="*/ 2056500 w 2489200"/>
                <a:gd name="connsiteY1244" fmla="*/ 1777100 h 2489200"/>
                <a:gd name="connsiteX1245" fmla="*/ 2081900 w 2489200"/>
                <a:gd name="connsiteY1245" fmla="*/ 1751700 h 2489200"/>
                <a:gd name="connsiteX1246" fmla="*/ 2386700 w 2489200"/>
                <a:gd name="connsiteY1246" fmla="*/ 1700900 h 2489200"/>
                <a:gd name="connsiteX1247" fmla="*/ 2412100 w 2489200"/>
                <a:gd name="connsiteY1247" fmla="*/ 1675500 h 2489200"/>
                <a:gd name="connsiteX1248" fmla="*/ 2437500 w 2489200"/>
                <a:gd name="connsiteY1248" fmla="*/ 1650100 h 2489200"/>
                <a:gd name="connsiteX1249" fmla="*/ 2386700 w 2489200"/>
                <a:gd name="connsiteY1249" fmla="*/ 1624700 h 2489200"/>
                <a:gd name="connsiteX1250" fmla="*/ 2335900 w 2489200"/>
                <a:gd name="connsiteY1250" fmla="*/ 1624700 h 2489200"/>
                <a:gd name="connsiteX1251" fmla="*/ 2335900 w 2489200"/>
                <a:gd name="connsiteY1251" fmla="*/ 1675500 h 2489200"/>
                <a:gd name="connsiteX1252" fmla="*/ 2361300 w 2489200"/>
                <a:gd name="connsiteY1252" fmla="*/ 1726300 h 2489200"/>
                <a:gd name="connsiteX1253" fmla="*/ 2386700 w 2489200"/>
                <a:gd name="connsiteY1253" fmla="*/ 1700900 h 2489200"/>
                <a:gd name="connsiteX1254" fmla="*/ 100700 w 2489200"/>
                <a:gd name="connsiteY1254" fmla="*/ 1548500 h 2489200"/>
                <a:gd name="connsiteX1255" fmla="*/ 75300 w 2489200"/>
                <a:gd name="connsiteY1255" fmla="*/ 1523100 h 2489200"/>
                <a:gd name="connsiteX1256" fmla="*/ 49900 w 2489200"/>
                <a:gd name="connsiteY1256" fmla="*/ 1548500 h 2489200"/>
                <a:gd name="connsiteX1257" fmla="*/ 75300 w 2489200"/>
                <a:gd name="connsiteY1257" fmla="*/ 1573900 h 2489200"/>
                <a:gd name="connsiteX1258" fmla="*/ 100700 w 2489200"/>
                <a:gd name="connsiteY1258" fmla="*/ 1548500 h 2489200"/>
                <a:gd name="connsiteX1259" fmla="*/ 2031100 w 2489200"/>
                <a:gd name="connsiteY1259" fmla="*/ 1548500 h 2489200"/>
                <a:gd name="connsiteX1260" fmla="*/ 2005700 w 2489200"/>
                <a:gd name="connsiteY1260" fmla="*/ 1523100 h 2489200"/>
                <a:gd name="connsiteX1261" fmla="*/ 1980300 w 2489200"/>
                <a:gd name="connsiteY1261" fmla="*/ 1548500 h 2489200"/>
                <a:gd name="connsiteX1262" fmla="*/ 2005700 w 2489200"/>
                <a:gd name="connsiteY1262" fmla="*/ 1573900 h 2489200"/>
                <a:gd name="connsiteX1263" fmla="*/ 2031100 w 2489200"/>
                <a:gd name="connsiteY1263" fmla="*/ 1548500 h 2489200"/>
                <a:gd name="connsiteX1264" fmla="*/ 1319900 w 2489200"/>
                <a:gd name="connsiteY1264" fmla="*/ 1396100 h 2489200"/>
                <a:gd name="connsiteX1265" fmla="*/ 1294500 w 2489200"/>
                <a:gd name="connsiteY1265" fmla="*/ 1370700 h 2489200"/>
                <a:gd name="connsiteX1266" fmla="*/ 1269100 w 2489200"/>
                <a:gd name="connsiteY1266" fmla="*/ 1396100 h 2489200"/>
                <a:gd name="connsiteX1267" fmla="*/ 1294500 w 2489200"/>
                <a:gd name="connsiteY1267" fmla="*/ 1421500 h 2489200"/>
                <a:gd name="connsiteX1268" fmla="*/ 1319900 w 2489200"/>
                <a:gd name="connsiteY1268" fmla="*/ 1396100 h 2489200"/>
                <a:gd name="connsiteX1269" fmla="*/ 151500 w 2489200"/>
                <a:gd name="connsiteY1269" fmla="*/ 1345300 h 2489200"/>
                <a:gd name="connsiteX1270" fmla="*/ 176900 w 2489200"/>
                <a:gd name="connsiteY1270" fmla="*/ 1319900 h 2489200"/>
                <a:gd name="connsiteX1271" fmla="*/ 202300 w 2489200"/>
                <a:gd name="connsiteY1271" fmla="*/ 1243700 h 2489200"/>
                <a:gd name="connsiteX1272" fmla="*/ 176900 w 2489200"/>
                <a:gd name="connsiteY1272" fmla="*/ 1167500 h 2489200"/>
                <a:gd name="connsiteX1273" fmla="*/ 151500 w 2489200"/>
                <a:gd name="connsiteY1273" fmla="*/ 1142100 h 2489200"/>
                <a:gd name="connsiteX1274" fmla="*/ 126100 w 2489200"/>
                <a:gd name="connsiteY1274" fmla="*/ 1116700 h 2489200"/>
                <a:gd name="connsiteX1275" fmla="*/ 100700 w 2489200"/>
                <a:gd name="connsiteY1275" fmla="*/ 1091300 h 2489200"/>
                <a:gd name="connsiteX1276" fmla="*/ 75300 w 2489200"/>
                <a:gd name="connsiteY1276" fmla="*/ 1065900 h 2489200"/>
                <a:gd name="connsiteX1277" fmla="*/ 49900 w 2489200"/>
                <a:gd name="connsiteY1277" fmla="*/ 1091300 h 2489200"/>
                <a:gd name="connsiteX1278" fmla="*/ 75300 w 2489200"/>
                <a:gd name="connsiteY1278" fmla="*/ 1116700 h 2489200"/>
                <a:gd name="connsiteX1279" fmla="*/ 100700 w 2489200"/>
                <a:gd name="connsiteY1279" fmla="*/ 1142100 h 2489200"/>
                <a:gd name="connsiteX1280" fmla="*/ 75300 w 2489200"/>
                <a:gd name="connsiteY1280" fmla="*/ 1167500 h 2489200"/>
                <a:gd name="connsiteX1281" fmla="*/ 49900 w 2489200"/>
                <a:gd name="connsiteY1281" fmla="*/ 1243700 h 2489200"/>
                <a:gd name="connsiteX1282" fmla="*/ 75300 w 2489200"/>
                <a:gd name="connsiteY1282" fmla="*/ 1319900 h 2489200"/>
                <a:gd name="connsiteX1283" fmla="*/ 100700 w 2489200"/>
                <a:gd name="connsiteY1283" fmla="*/ 1345300 h 2489200"/>
                <a:gd name="connsiteX1284" fmla="*/ 126100 w 2489200"/>
                <a:gd name="connsiteY1284" fmla="*/ 1370700 h 2489200"/>
                <a:gd name="connsiteX1285" fmla="*/ 151500 w 2489200"/>
                <a:gd name="connsiteY1285" fmla="*/ 1345300 h 2489200"/>
                <a:gd name="connsiteX1286" fmla="*/ 1980300 w 2489200"/>
                <a:gd name="connsiteY1286" fmla="*/ 1345300 h 2489200"/>
                <a:gd name="connsiteX1287" fmla="*/ 1954900 w 2489200"/>
                <a:gd name="connsiteY1287" fmla="*/ 1319900 h 2489200"/>
                <a:gd name="connsiteX1288" fmla="*/ 1929500 w 2489200"/>
                <a:gd name="connsiteY1288" fmla="*/ 1345300 h 2489200"/>
                <a:gd name="connsiteX1289" fmla="*/ 1954900 w 2489200"/>
                <a:gd name="connsiteY1289" fmla="*/ 1370700 h 2489200"/>
                <a:gd name="connsiteX1290" fmla="*/ 1980300 w 2489200"/>
                <a:gd name="connsiteY1290" fmla="*/ 1345300 h 2489200"/>
                <a:gd name="connsiteX1291" fmla="*/ 2386700 w 2489200"/>
                <a:gd name="connsiteY1291" fmla="*/ 1294500 h 2489200"/>
                <a:gd name="connsiteX1292" fmla="*/ 2361300 w 2489200"/>
                <a:gd name="connsiteY1292" fmla="*/ 1218300 h 2489200"/>
                <a:gd name="connsiteX1293" fmla="*/ 2335900 w 2489200"/>
                <a:gd name="connsiteY1293" fmla="*/ 1243700 h 2489200"/>
                <a:gd name="connsiteX1294" fmla="*/ 2310500 w 2489200"/>
                <a:gd name="connsiteY1294" fmla="*/ 1269100 h 2489200"/>
                <a:gd name="connsiteX1295" fmla="*/ 2285100 w 2489200"/>
                <a:gd name="connsiteY1295" fmla="*/ 1294500 h 2489200"/>
                <a:gd name="connsiteX1296" fmla="*/ 2310500 w 2489200"/>
                <a:gd name="connsiteY1296" fmla="*/ 1319900 h 2489200"/>
                <a:gd name="connsiteX1297" fmla="*/ 2335900 w 2489200"/>
                <a:gd name="connsiteY1297" fmla="*/ 1345300 h 2489200"/>
                <a:gd name="connsiteX1298" fmla="*/ 2361300 w 2489200"/>
                <a:gd name="connsiteY1298" fmla="*/ 1370700 h 2489200"/>
                <a:gd name="connsiteX1299" fmla="*/ 2386700 w 2489200"/>
                <a:gd name="connsiteY1299" fmla="*/ 1294500 h 2489200"/>
                <a:gd name="connsiteX1300" fmla="*/ 405500 w 2489200"/>
                <a:gd name="connsiteY1300" fmla="*/ 1243700 h 2489200"/>
                <a:gd name="connsiteX1301" fmla="*/ 405500 w 2489200"/>
                <a:gd name="connsiteY1301" fmla="*/ 1167500 h 2489200"/>
                <a:gd name="connsiteX1302" fmla="*/ 329300 w 2489200"/>
                <a:gd name="connsiteY1302" fmla="*/ 1167500 h 2489200"/>
                <a:gd name="connsiteX1303" fmla="*/ 253100 w 2489200"/>
                <a:gd name="connsiteY1303" fmla="*/ 1167500 h 2489200"/>
                <a:gd name="connsiteX1304" fmla="*/ 253100 w 2489200"/>
                <a:gd name="connsiteY1304" fmla="*/ 1243700 h 2489200"/>
                <a:gd name="connsiteX1305" fmla="*/ 253100 w 2489200"/>
                <a:gd name="connsiteY1305" fmla="*/ 1319900 h 2489200"/>
                <a:gd name="connsiteX1306" fmla="*/ 329300 w 2489200"/>
                <a:gd name="connsiteY1306" fmla="*/ 1319900 h 2489200"/>
                <a:gd name="connsiteX1307" fmla="*/ 405500 w 2489200"/>
                <a:gd name="connsiteY1307" fmla="*/ 1319900 h 2489200"/>
                <a:gd name="connsiteX1308" fmla="*/ 405500 w 2489200"/>
                <a:gd name="connsiteY1308" fmla="*/ 1243700 h 2489200"/>
                <a:gd name="connsiteX1309" fmla="*/ 1319900 w 2489200"/>
                <a:gd name="connsiteY1309" fmla="*/ 1243700 h 2489200"/>
                <a:gd name="connsiteX1310" fmla="*/ 1319900 w 2489200"/>
                <a:gd name="connsiteY1310" fmla="*/ 1167500 h 2489200"/>
                <a:gd name="connsiteX1311" fmla="*/ 1243700 w 2489200"/>
                <a:gd name="connsiteY1311" fmla="*/ 1167500 h 2489200"/>
                <a:gd name="connsiteX1312" fmla="*/ 1167500 w 2489200"/>
                <a:gd name="connsiteY1312" fmla="*/ 1167500 h 2489200"/>
                <a:gd name="connsiteX1313" fmla="*/ 1167500 w 2489200"/>
                <a:gd name="connsiteY1313" fmla="*/ 1243700 h 2489200"/>
                <a:gd name="connsiteX1314" fmla="*/ 1167500 w 2489200"/>
                <a:gd name="connsiteY1314" fmla="*/ 1319900 h 2489200"/>
                <a:gd name="connsiteX1315" fmla="*/ 1243700 w 2489200"/>
                <a:gd name="connsiteY1315" fmla="*/ 1319900 h 2489200"/>
                <a:gd name="connsiteX1316" fmla="*/ 1319900 w 2489200"/>
                <a:gd name="connsiteY1316" fmla="*/ 1319900 h 2489200"/>
                <a:gd name="connsiteX1317" fmla="*/ 1319900 w 2489200"/>
                <a:gd name="connsiteY1317" fmla="*/ 1243700 h 2489200"/>
                <a:gd name="connsiteX1318" fmla="*/ 1726300 w 2489200"/>
                <a:gd name="connsiteY1318" fmla="*/ 1294500 h 2489200"/>
                <a:gd name="connsiteX1319" fmla="*/ 1675500 w 2489200"/>
                <a:gd name="connsiteY1319" fmla="*/ 1269100 h 2489200"/>
                <a:gd name="connsiteX1320" fmla="*/ 1624700 w 2489200"/>
                <a:gd name="connsiteY1320" fmla="*/ 1294500 h 2489200"/>
                <a:gd name="connsiteX1321" fmla="*/ 1675500 w 2489200"/>
                <a:gd name="connsiteY1321" fmla="*/ 1319900 h 2489200"/>
                <a:gd name="connsiteX1322" fmla="*/ 1726300 w 2489200"/>
                <a:gd name="connsiteY1322" fmla="*/ 1294500 h 2489200"/>
                <a:gd name="connsiteX1323" fmla="*/ 2234300 w 2489200"/>
                <a:gd name="connsiteY1323" fmla="*/ 1243700 h 2489200"/>
                <a:gd name="connsiteX1324" fmla="*/ 2234300 w 2489200"/>
                <a:gd name="connsiteY1324" fmla="*/ 1167500 h 2489200"/>
                <a:gd name="connsiteX1325" fmla="*/ 2158100 w 2489200"/>
                <a:gd name="connsiteY1325" fmla="*/ 1167500 h 2489200"/>
                <a:gd name="connsiteX1326" fmla="*/ 2081900 w 2489200"/>
                <a:gd name="connsiteY1326" fmla="*/ 1167500 h 2489200"/>
                <a:gd name="connsiteX1327" fmla="*/ 2081900 w 2489200"/>
                <a:gd name="connsiteY1327" fmla="*/ 1243700 h 2489200"/>
                <a:gd name="connsiteX1328" fmla="*/ 2081900 w 2489200"/>
                <a:gd name="connsiteY1328" fmla="*/ 1319900 h 2489200"/>
                <a:gd name="connsiteX1329" fmla="*/ 2158100 w 2489200"/>
                <a:gd name="connsiteY1329" fmla="*/ 1319900 h 2489200"/>
                <a:gd name="connsiteX1330" fmla="*/ 2234300 w 2489200"/>
                <a:gd name="connsiteY1330" fmla="*/ 1319900 h 2489200"/>
                <a:gd name="connsiteX1331" fmla="*/ 2234300 w 2489200"/>
                <a:gd name="connsiteY1331" fmla="*/ 1243700 h 2489200"/>
                <a:gd name="connsiteX1332" fmla="*/ 2031100 w 2489200"/>
                <a:gd name="connsiteY1332" fmla="*/ 1243700 h 2489200"/>
                <a:gd name="connsiteX1333" fmla="*/ 2005700 w 2489200"/>
                <a:gd name="connsiteY1333" fmla="*/ 1218300 h 2489200"/>
                <a:gd name="connsiteX1334" fmla="*/ 1980300 w 2489200"/>
                <a:gd name="connsiteY1334" fmla="*/ 1243700 h 2489200"/>
                <a:gd name="connsiteX1335" fmla="*/ 2005700 w 2489200"/>
                <a:gd name="connsiteY1335" fmla="*/ 1269100 h 2489200"/>
                <a:gd name="connsiteX1336" fmla="*/ 2031100 w 2489200"/>
                <a:gd name="connsiteY1336" fmla="*/ 1243700 h 2489200"/>
                <a:gd name="connsiteX1337" fmla="*/ 2031100 w 2489200"/>
                <a:gd name="connsiteY1337" fmla="*/ 938900 h 2489200"/>
                <a:gd name="connsiteX1338" fmla="*/ 2081900 w 2489200"/>
                <a:gd name="connsiteY1338" fmla="*/ 913500 h 2489200"/>
                <a:gd name="connsiteX1339" fmla="*/ 2132700 w 2489200"/>
                <a:gd name="connsiteY1339" fmla="*/ 888100 h 2489200"/>
                <a:gd name="connsiteX1340" fmla="*/ 2158100 w 2489200"/>
                <a:gd name="connsiteY1340" fmla="*/ 862700 h 2489200"/>
                <a:gd name="connsiteX1341" fmla="*/ 2183500 w 2489200"/>
                <a:gd name="connsiteY1341" fmla="*/ 888100 h 2489200"/>
                <a:gd name="connsiteX1342" fmla="*/ 2208900 w 2489200"/>
                <a:gd name="connsiteY1342" fmla="*/ 913500 h 2489200"/>
                <a:gd name="connsiteX1343" fmla="*/ 2234300 w 2489200"/>
                <a:gd name="connsiteY1343" fmla="*/ 938900 h 2489200"/>
                <a:gd name="connsiteX1344" fmla="*/ 2259700 w 2489200"/>
                <a:gd name="connsiteY1344" fmla="*/ 964300 h 2489200"/>
                <a:gd name="connsiteX1345" fmla="*/ 2285100 w 2489200"/>
                <a:gd name="connsiteY1345" fmla="*/ 913500 h 2489200"/>
                <a:gd name="connsiteX1346" fmla="*/ 2310500 w 2489200"/>
                <a:gd name="connsiteY1346" fmla="*/ 862700 h 2489200"/>
                <a:gd name="connsiteX1347" fmla="*/ 2335900 w 2489200"/>
                <a:gd name="connsiteY1347" fmla="*/ 888100 h 2489200"/>
                <a:gd name="connsiteX1348" fmla="*/ 2386700 w 2489200"/>
                <a:gd name="connsiteY1348" fmla="*/ 913500 h 2489200"/>
                <a:gd name="connsiteX1349" fmla="*/ 2437500 w 2489200"/>
                <a:gd name="connsiteY1349" fmla="*/ 888100 h 2489200"/>
                <a:gd name="connsiteX1350" fmla="*/ 2412100 w 2489200"/>
                <a:gd name="connsiteY1350" fmla="*/ 862700 h 2489200"/>
                <a:gd name="connsiteX1351" fmla="*/ 2386700 w 2489200"/>
                <a:gd name="connsiteY1351" fmla="*/ 837300 h 2489200"/>
                <a:gd name="connsiteX1352" fmla="*/ 2412100 w 2489200"/>
                <a:gd name="connsiteY1352" fmla="*/ 811900 h 2489200"/>
                <a:gd name="connsiteX1353" fmla="*/ 2437500 w 2489200"/>
                <a:gd name="connsiteY1353" fmla="*/ 786500 h 2489200"/>
                <a:gd name="connsiteX1354" fmla="*/ 2386700 w 2489200"/>
                <a:gd name="connsiteY1354" fmla="*/ 761100 h 2489200"/>
                <a:gd name="connsiteX1355" fmla="*/ 2335900 w 2489200"/>
                <a:gd name="connsiteY1355" fmla="*/ 761100 h 2489200"/>
                <a:gd name="connsiteX1356" fmla="*/ 2335900 w 2489200"/>
                <a:gd name="connsiteY1356" fmla="*/ 710300 h 2489200"/>
                <a:gd name="connsiteX1357" fmla="*/ 2310500 w 2489200"/>
                <a:gd name="connsiteY1357" fmla="*/ 659500 h 2489200"/>
                <a:gd name="connsiteX1358" fmla="*/ 2285100 w 2489200"/>
                <a:gd name="connsiteY1358" fmla="*/ 608700 h 2489200"/>
                <a:gd name="connsiteX1359" fmla="*/ 2259700 w 2489200"/>
                <a:gd name="connsiteY1359" fmla="*/ 557900 h 2489200"/>
                <a:gd name="connsiteX1360" fmla="*/ 2234300 w 2489200"/>
                <a:gd name="connsiteY1360" fmla="*/ 608700 h 2489200"/>
                <a:gd name="connsiteX1361" fmla="*/ 2259700 w 2489200"/>
                <a:gd name="connsiteY1361" fmla="*/ 659500 h 2489200"/>
                <a:gd name="connsiteX1362" fmla="*/ 2285100 w 2489200"/>
                <a:gd name="connsiteY1362" fmla="*/ 710300 h 2489200"/>
                <a:gd name="connsiteX1363" fmla="*/ 2259700 w 2489200"/>
                <a:gd name="connsiteY1363" fmla="*/ 761100 h 2489200"/>
                <a:gd name="connsiteX1364" fmla="*/ 2234300 w 2489200"/>
                <a:gd name="connsiteY1364" fmla="*/ 786500 h 2489200"/>
                <a:gd name="connsiteX1365" fmla="*/ 2158100 w 2489200"/>
                <a:gd name="connsiteY1365" fmla="*/ 811900 h 2489200"/>
                <a:gd name="connsiteX1366" fmla="*/ 2081900 w 2489200"/>
                <a:gd name="connsiteY1366" fmla="*/ 837300 h 2489200"/>
                <a:gd name="connsiteX1367" fmla="*/ 2056500 w 2489200"/>
                <a:gd name="connsiteY1367" fmla="*/ 862700 h 2489200"/>
                <a:gd name="connsiteX1368" fmla="*/ 2031100 w 2489200"/>
                <a:gd name="connsiteY1368" fmla="*/ 888100 h 2489200"/>
                <a:gd name="connsiteX1369" fmla="*/ 2005700 w 2489200"/>
                <a:gd name="connsiteY1369" fmla="*/ 913500 h 2489200"/>
                <a:gd name="connsiteX1370" fmla="*/ 1980300 w 2489200"/>
                <a:gd name="connsiteY1370" fmla="*/ 938900 h 2489200"/>
                <a:gd name="connsiteX1371" fmla="*/ 2005700 w 2489200"/>
                <a:gd name="connsiteY1371" fmla="*/ 964300 h 2489200"/>
                <a:gd name="connsiteX1372" fmla="*/ 2031100 w 2489200"/>
                <a:gd name="connsiteY1372" fmla="*/ 938900 h 2489200"/>
                <a:gd name="connsiteX1373" fmla="*/ 1777100 w 2489200"/>
                <a:gd name="connsiteY1373" fmla="*/ 888100 h 2489200"/>
                <a:gd name="connsiteX1374" fmla="*/ 1751700 w 2489200"/>
                <a:gd name="connsiteY1374" fmla="*/ 862700 h 2489200"/>
                <a:gd name="connsiteX1375" fmla="*/ 1726300 w 2489200"/>
                <a:gd name="connsiteY1375" fmla="*/ 837300 h 2489200"/>
                <a:gd name="connsiteX1376" fmla="*/ 1675500 w 2489200"/>
                <a:gd name="connsiteY1376" fmla="*/ 811900 h 2489200"/>
                <a:gd name="connsiteX1377" fmla="*/ 1624700 w 2489200"/>
                <a:gd name="connsiteY1377" fmla="*/ 837300 h 2489200"/>
                <a:gd name="connsiteX1378" fmla="*/ 1675500 w 2489200"/>
                <a:gd name="connsiteY1378" fmla="*/ 862700 h 2489200"/>
                <a:gd name="connsiteX1379" fmla="*/ 1726300 w 2489200"/>
                <a:gd name="connsiteY1379" fmla="*/ 888100 h 2489200"/>
                <a:gd name="connsiteX1380" fmla="*/ 1751700 w 2489200"/>
                <a:gd name="connsiteY1380" fmla="*/ 913500 h 2489200"/>
                <a:gd name="connsiteX1381" fmla="*/ 1777100 w 2489200"/>
                <a:gd name="connsiteY1381" fmla="*/ 888100 h 2489200"/>
                <a:gd name="connsiteX1382" fmla="*/ 1624700 w 2489200"/>
                <a:gd name="connsiteY1382" fmla="*/ 735700 h 2489200"/>
                <a:gd name="connsiteX1383" fmla="*/ 1650100 w 2489200"/>
                <a:gd name="connsiteY1383" fmla="*/ 710300 h 2489200"/>
                <a:gd name="connsiteX1384" fmla="*/ 1675500 w 2489200"/>
                <a:gd name="connsiteY1384" fmla="*/ 735700 h 2489200"/>
                <a:gd name="connsiteX1385" fmla="*/ 1700900 w 2489200"/>
                <a:gd name="connsiteY1385" fmla="*/ 761100 h 2489200"/>
                <a:gd name="connsiteX1386" fmla="*/ 1726300 w 2489200"/>
                <a:gd name="connsiteY1386" fmla="*/ 735700 h 2489200"/>
                <a:gd name="connsiteX1387" fmla="*/ 1700900 w 2489200"/>
                <a:gd name="connsiteY1387" fmla="*/ 710300 h 2489200"/>
                <a:gd name="connsiteX1388" fmla="*/ 1675500 w 2489200"/>
                <a:gd name="connsiteY1388" fmla="*/ 659500 h 2489200"/>
                <a:gd name="connsiteX1389" fmla="*/ 1700900 w 2489200"/>
                <a:gd name="connsiteY1389" fmla="*/ 608700 h 2489200"/>
                <a:gd name="connsiteX1390" fmla="*/ 1726300 w 2489200"/>
                <a:gd name="connsiteY1390" fmla="*/ 634100 h 2489200"/>
                <a:gd name="connsiteX1391" fmla="*/ 1751700 w 2489200"/>
                <a:gd name="connsiteY1391" fmla="*/ 659500 h 2489200"/>
                <a:gd name="connsiteX1392" fmla="*/ 1777100 w 2489200"/>
                <a:gd name="connsiteY1392" fmla="*/ 634100 h 2489200"/>
                <a:gd name="connsiteX1393" fmla="*/ 1802500 w 2489200"/>
                <a:gd name="connsiteY1393" fmla="*/ 608700 h 2489200"/>
                <a:gd name="connsiteX1394" fmla="*/ 1827900 w 2489200"/>
                <a:gd name="connsiteY1394" fmla="*/ 583300 h 2489200"/>
                <a:gd name="connsiteX1395" fmla="*/ 1853300 w 2489200"/>
                <a:gd name="connsiteY1395" fmla="*/ 557900 h 2489200"/>
                <a:gd name="connsiteX1396" fmla="*/ 1878700 w 2489200"/>
                <a:gd name="connsiteY1396" fmla="*/ 532500 h 2489200"/>
                <a:gd name="connsiteX1397" fmla="*/ 1853300 w 2489200"/>
                <a:gd name="connsiteY1397" fmla="*/ 507100 h 2489200"/>
                <a:gd name="connsiteX1398" fmla="*/ 1827900 w 2489200"/>
                <a:gd name="connsiteY1398" fmla="*/ 532500 h 2489200"/>
                <a:gd name="connsiteX1399" fmla="*/ 1802500 w 2489200"/>
                <a:gd name="connsiteY1399" fmla="*/ 557900 h 2489200"/>
                <a:gd name="connsiteX1400" fmla="*/ 1777100 w 2489200"/>
                <a:gd name="connsiteY1400" fmla="*/ 507100 h 2489200"/>
                <a:gd name="connsiteX1401" fmla="*/ 1777100 w 2489200"/>
                <a:gd name="connsiteY1401" fmla="*/ 456300 h 2489200"/>
                <a:gd name="connsiteX1402" fmla="*/ 1827900 w 2489200"/>
                <a:gd name="connsiteY1402" fmla="*/ 456300 h 2489200"/>
                <a:gd name="connsiteX1403" fmla="*/ 1878700 w 2489200"/>
                <a:gd name="connsiteY1403" fmla="*/ 430900 h 2489200"/>
                <a:gd name="connsiteX1404" fmla="*/ 1853300 w 2489200"/>
                <a:gd name="connsiteY1404" fmla="*/ 405500 h 2489200"/>
                <a:gd name="connsiteX1405" fmla="*/ 1827900 w 2489200"/>
                <a:gd name="connsiteY1405" fmla="*/ 380100 h 2489200"/>
                <a:gd name="connsiteX1406" fmla="*/ 1802500 w 2489200"/>
                <a:gd name="connsiteY1406" fmla="*/ 354700 h 2489200"/>
                <a:gd name="connsiteX1407" fmla="*/ 1777100 w 2489200"/>
                <a:gd name="connsiteY1407" fmla="*/ 329300 h 2489200"/>
                <a:gd name="connsiteX1408" fmla="*/ 1802500 w 2489200"/>
                <a:gd name="connsiteY1408" fmla="*/ 303900 h 2489200"/>
                <a:gd name="connsiteX1409" fmla="*/ 1827900 w 2489200"/>
                <a:gd name="connsiteY1409" fmla="*/ 278500 h 2489200"/>
                <a:gd name="connsiteX1410" fmla="*/ 1802500 w 2489200"/>
                <a:gd name="connsiteY1410" fmla="*/ 253100 h 2489200"/>
                <a:gd name="connsiteX1411" fmla="*/ 1777100 w 2489200"/>
                <a:gd name="connsiteY1411" fmla="*/ 278500 h 2489200"/>
                <a:gd name="connsiteX1412" fmla="*/ 1751700 w 2489200"/>
                <a:gd name="connsiteY1412" fmla="*/ 303900 h 2489200"/>
                <a:gd name="connsiteX1413" fmla="*/ 1726300 w 2489200"/>
                <a:gd name="connsiteY1413" fmla="*/ 253100 h 2489200"/>
                <a:gd name="connsiteX1414" fmla="*/ 1700900 w 2489200"/>
                <a:gd name="connsiteY1414" fmla="*/ 202300 h 2489200"/>
                <a:gd name="connsiteX1415" fmla="*/ 1675500 w 2489200"/>
                <a:gd name="connsiteY1415" fmla="*/ 227700 h 2489200"/>
                <a:gd name="connsiteX1416" fmla="*/ 1624700 w 2489200"/>
                <a:gd name="connsiteY1416" fmla="*/ 253100 h 2489200"/>
                <a:gd name="connsiteX1417" fmla="*/ 1573900 w 2489200"/>
                <a:gd name="connsiteY1417" fmla="*/ 278500 h 2489200"/>
                <a:gd name="connsiteX1418" fmla="*/ 1624700 w 2489200"/>
                <a:gd name="connsiteY1418" fmla="*/ 303900 h 2489200"/>
                <a:gd name="connsiteX1419" fmla="*/ 1675500 w 2489200"/>
                <a:gd name="connsiteY1419" fmla="*/ 329300 h 2489200"/>
                <a:gd name="connsiteX1420" fmla="*/ 1700900 w 2489200"/>
                <a:gd name="connsiteY1420" fmla="*/ 354700 h 2489200"/>
                <a:gd name="connsiteX1421" fmla="*/ 1726300 w 2489200"/>
                <a:gd name="connsiteY1421" fmla="*/ 430900 h 2489200"/>
                <a:gd name="connsiteX1422" fmla="*/ 1700900 w 2489200"/>
                <a:gd name="connsiteY1422" fmla="*/ 507100 h 2489200"/>
                <a:gd name="connsiteX1423" fmla="*/ 1675500 w 2489200"/>
                <a:gd name="connsiteY1423" fmla="*/ 481700 h 2489200"/>
                <a:gd name="connsiteX1424" fmla="*/ 1650100 w 2489200"/>
                <a:gd name="connsiteY1424" fmla="*/ 456300 h 2489200"/>
                <a:gd name="connsiteX1425" fmla="*/ 1624700 w 2489200"/>
                <a:gd name="connsiteY1425" fmla="*/ 532500 h 2489200"/>
                <a:gd name="connsiteX1426" fmla="*/ 1599300 w 2489200"/>
                <a:gd name="connsiteY1426" fmla="*/ 608700 h 2489200"/>
                <a:gd name="connsiteX1427" fmla="*/ 1573900 w 2489200"/>
                <a:gd name="connsiteY1427" fmla="*/ 634100 h 2489200"/>
                <a:gd name="connsiteX1428" fmla="*/ 1548500 w 2489200"/>
                <a:gd name="connsiteY1428" fmla="*/ 659500 h 2489200"/>
                <a:gd name="connsiteX1429" fmla="*/ 1523100 w 2489200"/>
                <a:gd name="connsiteY1429" fmla="*/ 684900 h 2489200"/>
                <a:gd name="connsiteX1430" fmla="*/ 1548500 w 2489200"/>
                <a:gd name="connsiteY1430" fmla="*/ 710300 h 2489200"/>
                <a:gd name="connsiteX1431" fmla="*/ 1573900 w 2489200"/>
                <a:gd name="connsiteY1431" fmla="*/ 735700 h 2489200"/>
                <a:gd name="connsiteX1432" fmla="*/ 1599300 w 2489200"/>
                <a:gd name="connsiteY1432" fmla="*/ 761100 h 2489200"/>
                <a:gd name="connsiteX1433" fmla="*/ 1624700 w 2489200"/>
                <a:gd name="connsiteY1433" fmla="*/ 735700 h 2489200"/>
                <a:gd name="connsiteX1434" fmla="*/ 151500 w 2489200"/>
                <a:gd name="connsiteY1434" fmla="*/ 684900 h 2489200"/>
                <a:gd name="connsiteX1435" fmla="*/ 126100 w 2489200"/>
                <a:gd name="connsiteY1435" fmla="*/ 659500 h 2489200"/>
                <a:gd name="connsiteX1436" fmla="*/ 100700 w 2489200"/>
                <a:gd name="connsiteY1436" fmla="*/ 634100 h 2489200"/>
                <a:gd name="connsiteX1437" fmla="*/ 75300 w 2489200"/>
                <a:gd name="connsiteY1437" fmla="*/ 608700 h 2489200"/>
                <a:gd name="connsiteX1438" fmla="*/ 49900 w 2489200"/>
                <a:gd name="connsiteY1438" fmla="*/ 634100 h 2489200"/>
                <a:gd name="connsiteX1439" fmla="*/ 75300 w 2489200"/>
                <a:gd name="connsiteY1439" fmla="*/ 659500 h 2489200"/>
                <a:gd name="connsiteX1440" fmla="*/ 100700 w 2489200"/>
                <a:gd name="connsiteY1440" fmla="*/ 684900 h 2489200"/>
                <a:gd name="connsiteX1441" fmla="*/ 126100 w 2489200"/>
                <a:gd name="connsiteY1441" fmla="*/ 710300 h 2489200"/>
                <a:gd name="connsiteX1442" fmla="*/ 151500 w 2489200"/>
                <a:gd name="connsiteY1442" fmla="*/ 684900 h 2489200"/>
                <a:gd name="connsiteX1443" fmla="*/ 2437500 w 2489200"/>
                <a:gd name="connsiteY1443" fmla="*/ 684900 h 2489200"/>
                <a:gd name="connsiteX1444" fmla="*/ 2412100 w 2489200"/>
                <a:gd name="connsiteY1444" fmla="*/ 659500 h 2489200"/>
                <a:gd name="connsiteX1445" fmla="*/ 2386700 w 2489200"/>
                <a:gd name="connsiteY1445" fmla="*/ 684900 h 2489200"/>
                <a:gd name="connsiteX1446" fmla="*/ 2412100 w 2489200"/>
                <a:gd name="connsiteY1446" fmla="*/ 710300 h 2489200"/>
                <a:gd name="connsiteX1447" fmla="*/ 2437500 w 2489200"/>
                <a:gd name="connsiteY1447" fmla="*/ 684900 h 2489200"/>
                <a:gd name="connsiteX1448" fmla="*/ 1319900 w 2489200"/>
                <a:gd name="connsiteY1448" fmla="*/ 329300 h 2489200"/>
                <a:gd name="connsiteX1449" fmla="*/ 1319900 w 2489200"/>
                <a:gd name="connsiteY1449" fmla="*/ 253100 h 2489200"/>
                <a:gd name="connsiteX1450" fmla="*/ 1243700 w 2489200"/>
                <a:gd name="connsiteY1450" fmla="*/ 253100 h 2489200"/>
                <a:gd name="connsiteX1451" fmla="*/ 1167500 w 2489200"/>
                <a:gd name="connsiteY1451" fmla="*/ 253100 h 2489200"/>
                <a:gd name="connsiteX1452" fmla="*/ 1167500 w 2489200"/>
                <a:gd name="connsiteY1452" fmla="*/ 329300 h 2489200"/>
                <a:gd name="connsiteX1453" fmla="*/ 1167500 w 2489200"/>
                <a:gd name="connsiteY1453" fmla="*/ 405500 h 2489200"/>
                <a:gd name="connsiteX1454" fmla="*/ 1243700 w 2489200"/>
                <a:gd name="connsiteY1454" fmla="*/ 405500 h 2489200"/>
                <a:gd name="connsiteX1455" fmla="*/ 1319900 w 2489200"/>
                <a:gd name="connsiteY1455" fmla="*/ 405500 h 2489200"/>
                <a:gd name="connsiteX1456" fmla="*/ 1319900 w 2489200"/>
                <a:gd name="connsiteY1456" fmla="*/ 329300 h 2489200"/>
                <a:gd name="connsiteX1457" fmla="*/ 2234300 w 2489200"/>
                <a:gd name="connsiteY1457" fmla="*/ 329300 h 2489200"/>
                <a:gd name="connsiteX1458" fmla="*/ 2234300 w 2489200"/>
                <a:gd name="connsiteY1458" fmla="*/ 253100 h 2489200"/>
                <a:gd name="connsiteX1459" fmla="*/ 2158100 w 2489200"/>
                <a:gd name="connsiteY1459" fmla="*/ 253100 h 2489200"/>
                <a:gd name="connsiteX1460" fmla="*/ 2081900 w 2489200"/>
                <a:gd name="connsiteY1460" fmla="*/ 253100 h 2489200"/>
                <a:gd name="connsiteX1461" fmla="*/ 2081900 w 2489200"/>
                <a:gd name="connsiteY1461" fmla="*/ 329300 h 2489200"/>
                <a:gd name="connsiteX1462" fmla="*/ 2081900 w 2489200"/>
                <a:gd name="connsiteY1462" fmla="*/ 405500 h 2489200"/>
                <a:gd name="connsiteX1463" fmla="*/ 2158100 w 2489200"/>
                <a:gd name="connsiteY1463" fmla="*/ 405500 h 2489200"/>
                <a:gd name="connsiteX1464" fmla="*/ 2234300 w 2489200"/>
                <a:gd name="connsiteY1464" fmla="*/ 405500 h 2489200"/>
                <a:gd name="connsiteX1465" fmla="*/ 2234300 w 2489200"/>
                <a:gd name="connsiteY1465" fmla="*/ 329300 h 2489200"/>
                <a:gd name="connsiteX1466" fmla="*/ 811900 w 2489200"/>
                <a:gd name="connsiteY1466" fmla="*/ 303900 h 2489200"/>
                <a:gd name="connsiteX1467" fmla="*/ 786500 w 2489200"/>
                <a:gd name="connsiteY1467" fmla="*/ 253100 h 2489200"/>
                <a:gd name="connsiteX1468" fmla="*/ 761100 w 2489200"/>
                <a:gd name="connsiteY1468" fmla="*/ 303900 h 2489200"/>
                <a:gd name="connsiteX1469" fmla="*/ 786500 w 2489200"/>
                <a:gd name="connsiteY1469" fmla="*/ 354700 h 2489200"/>
                <a:gd name="connsiteX1470" fmla="*/ 811900 w 2489200"/>
                <a:gd name="connsiteY1470" fmla="*/ 303900 h 2489200"/>
                <a:gd name="connsiteX1471" fmla="*/ 1421500 w 2489200"/>
                <a:gd name="connsiteY1471" fmla="*/ 329300 h 2489200"/>
                <a:gd name="connsiteX1472" fmla="*/ 1396100 w 2489200"/>
                <a:gd name="connsiteY1472" fmla="*/ 303900 h 2489200"/>
                <a:gd name="connsiteX1473" fmla="*/ 1370700 w 2489200"/>
                <a:gd name="connsiteY1473" fmla="*/ 329300 h 2489200"/>
                <a:gd name="connsiteX1474" fmla="*/ 1396100 w 2489200"/>
                <a:gd name="connsiteY1474" fmla="*/ 354700 h 2489200"/>
                <a:gd name="connsiteX1475" fmla="*/ 1421500 w 2489200"/>
                <a:gd name="connsiteY1475" fmla="*/ 329300 h 2489200"/>
                <a:gd name="connsiteX1476" fmla="*/ 1523100 w 2489200"/>
                <a:gd name="connsiteY1476" fmla="*/ 329300 h 2489200"/>
                <a:gd name="connsiteX1477" fmla="*/ 1497700 w 2489200"/>
                <a:gd name="connsiteY1477" fmla="*/ 303900 h 2489200"/>
                <a:gd name="connsiteX1478" fmla="*/ 1472300 w 2489200"/>
                <a:gd name="connsiteY1478" fmla="*/ 329300 h 2489200"/>
                <a:gd name="connsiteX1479" fmla="*/ 1497700 w 2489200"/>
                <a:gd name="connsiteY1479" fmla="*/ 354700 h 2489200"/>
                <a:gd name="connsiteX1480" fmla="*/ 1523100 w 2489200"/>
                <a:gd name="connsiteY1480" fmla="*/ 329300 h 2489200"/>
                <a:gd name="connsiteX1481" fmla="*/ 1421500 w 2489200"/>
                <a:gd name="connsiteY1481" fmla="*/ 227700 h 2489200"/>
                <a:gd name="connsiteX1482" fmla="*/ 1446900 w 2489200"/>
                <a:gd name="connsiteY1482" fmla="*/ 202300 h 2489200"/>
                <a:gd name="connsiteX1483" fmla="*/ 1472300 w 2489200"/>
                <a:gd name="connsiteY1483" fmla="*/ 176900 h 2489200"/>
                <a:gd name="connsiteX1484" fmla="*/ 1497700 w 2489200"/>
                <a:gd name="connsiteY1484" fmla="*/ 151500 h 2489200"/>
                <a:gd name="connsiteX1485" fmla="*/ 1523100 w 2489200"/>
                <a:gd name="connsiteY1485" fmla="*/ 126100 h 2489200"/>
                <a:gd name="connsiteX1486" fmla="*/ 1548500 w 2489200"/>
                <a:gd name="connsiteY1486" fmla="*/ 100700 h 2489200"/>
                <a:gd name="connsiteX1487" fmla="*/ 1573900 w 2489200"/>
                <a:gd name="connsiteY1487" fmla="*/ 75300 h 2489200"/>
                <a:gd name="connsiteX1488" fmla="*/ 1548500 w 2489200"/>
                <a:gd name="connsiteY1488" fmla="*/ 49900 h 2489200"/>
                <a:gd name="connsiteX1489" fmla="*/ 1523100 w 2489200"/>
                <a:gd name="connsiteY1489" fmla="*/ 75300 h 2489200"/>
                <a:gd name="connsiteX1490" fmla="*/ 1497700 w 2489200"/>
                <a:gd name="connsiteY1490" fmla="*/ 100700 h 2489200"/>
                <a:gd name="connsiteX1491" fmla="*/ 1472300 w 2489200"/>
                <a:gd name="connsiteY1491" fmla="*/ 126100 h 2489200"/>
                <a:gd name="connsiteX1492" fmla="*/ 1446900 w 2489200"/>
                <a:gd name="connsiteY1492" fmla="*/ 151500 h 2489200"/>
                <a:gd name="connsiteX1493" fmla="*/ 1421500 w 2489200"/>
                <a:gd name="connsiteY1493" fmla="*/ 126100 h 2489200"/>
                <a:gd name="connsiteX1494" fmla="*/ 1345300 w 2489200"/>
                <a:gd name="connsiteY1494" fmla="*/ 100700 h 2489200"/>
                <a:gd name="connsiteX1495" fmla="*/ 1269100 w 2489200"/>
                <a:gd name="connsiteY1495" fmla="*/ 100700 h 2489200"/>
                <a:gd name="connsiteX1496" fmla="*/ 1269100 w 2489200"/>
                <a:gd name="connsiteY1496" fmla="*/ 151500 h 2489200"/>
                <a:gd name="connsiteX1497" fmla="*/ 1269100 w 2489200"/>
                <a:gd name="connsiteY1497" fmla="*/ 202300 h 2489200"/>
                <a:gd name="connsiteX1498" fmla="*/ 1319900 w 2489200"/>
                <a:gd name="connsiteY1498" fmla="*/ 202300 h 2489200"/>
                <a:gd name="connsiteX1499" fmla="*/ 1370700 w 2489200"/>
                <a:gd name="connsiteY1499" fmla="*/ 227700 h 2489200"/>
                <a:gd name="connsiteX1500" fmla="*/ 1396100 w 2489200"/>
                <a:gd name="connsiteY1500" fmla="*/ 253100 h 2489200"/>
                <a:gd name="connsiteX1501" fmla="*/ 1421500 w 2489200"/>
                <a:gd name="connsiteY1501" fmla="*/ 227700 h 2489200"/>
                <a:gd name="connsiteX1502" fmla="*/ 1218300 w 2489200"/>
                <a:gd name="connsiteY1502" fmla="*/ 176900 h 2489200"/>
                <a:gd name="connsiteX1503" fmla="*/ 1192900 w 2489200"/>
                <a:gd name="connsiteY1503" fmla="*/ 151500 h 2489200"/>
                <a:gd name="connsiteX1504" fmla="*/ 1167500 w 2489200"/>
                <a:gd name="connsiteY1504" fmla="*/ 176900 h 2489200"/>
                <a:gd name="connsiteX1505" fmla="*/ 1192900 w 2489200"/>
                <a:gd name="connsiteY1505" fmla="*/ 202300 h 2489200"/>
                <a:gd name="connsiteX1506" fmla="*/ 1218300 w 2489200"/>
                <a:gd name="connsiteY1506" fmla="*/ 176900 h 2489200"/>
                <a:gd name="connsiteX1507" fmla="*/ 1827900 w 2489200"/>
                <a:gd name="connsiteY1507" fmla="*/ 176900 h 2489200"/>
                <a:gd name="connsiteX1508" fmla="*/ 1802500 w 2489200"/>
                <a:gd name="connsiteY1508" fmla="*/ 151500 h 2489200"/>
                <a:gd name="connsiteX1509" fmla="*/ 1777100 w 2489200"/>
                <a:gd name="connsiteY1509" fmla="*/ 176900 h 2489200"/>
                <a:gd name="connsiteX1510" fmla="*/ 1802500 w 2489200"/>
                <a:gd name="connsiteY1510" fmla="*/ 202300 h 2489200"/>
                <a:gd name="connsiteX1511" fmla="*/ 1827900 w 2489200"/>
                <a:gd name="connsiteY1511" fmla="*/ 176900 h 2489200"/>
                <a:gd name="connsiteX1512" fmla="*/ 2386700 w 2489200"/>
                <a:gd name="connsiteY1512" fmla="*/ 176900 h 2489200"/>
                <a:gd name="connsiteX1513" fmla="*/ 2335900 w 2489200"/>
                <a:gd name="connsiteY1513" fmla="*/ 151500 h 2489200"/>
                <a:gd name="connsiteX1514" fmla="*/ 2285100 w 2489200"/>
                <a:gd name="connsiteY1514" fmla="*/ 176900 h 2489200"/>
                <a:gd name="connsiteX1515" fmla="*/ 2335900 w 2489200"/>
                <a:gd name="connsiteY1515" fmla="*/ 202300 h 2489200"/>
                <a:gd name="connsiteX1516" fmla="*/ 2386700 w 2489200"/>
                <a:gd name="connsiteY1516" fmla="*/ 176900 h 2489200"/>
                <a:gd name="connsiteX1517" fmla="*/ 557900 w 2489200"/>
                <a:gd name="connsiteY1517" fmla="*/ 126100 h 2489200"/>
                <a:gd name="connsiteX1518" fmla="*/ 532500 w 2489200"/>
                <a:gd name="connsiteY1518" fmla="*/ 100700 h 2489200"/>
                <a:gd name="connsiteX1519" fmla="*/ 507100 w 2489200"/>
                <a:gd name="connsiteY1519" fmla="*/ 126100 h 2489200"/>
                <a:gd name="connsiteX1520" fmla="*/ 532500 w 2489200"/>
                <a:gd name="connsiteY1520" fmla="*/ 151500 h 2489200"/>
                <a:gd name="connsiteX1521" fmla="*/ 557900 w 2489200"/>
                <a:gd name="connsiteY1521" fmla="*/ 126100 h 2489200"/>
                <a:gd name="connsiteX1522" fmla="*/ 1929500 w 2489200"/>
                <a:gd name="connsiteY1522" fmla="*/ 75300 h 2489200"/>
                <a:gd name="connsiteX1523" fmla="*/ 1904100 w 2489200"/>
                <a:gd name="connsiteY1523" fmla="*/ 49900 h 2489200"/>
                <a:gd name="connsiteX1524" fmla="*/ 1878700 w 2489200"/>
                <a:gd name="connsiteY1524" fmla="*/ 75300 h 2489200"/>
                <a:gd name="connsiteX1525" fmla="*/ 1904100 w 2489200"/>
                <a:gd name="connsiteY1525" fmla="*/ 100700 h 2489200"/>
                <a:gd name="connsiteX1526" fmla="*/ 1929500 w 2489200"/>
                <a:gd name="connsiteY1526" fmla="*/ 75300 h 248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</a:cxnLst>
              <a:rect l="l" t="t" r="r" b="b"/>
              <a:pathLst>
                <a:path w="2489200" h="2489200">
                  <a:moveTo>
                    <a:pt x="456300" y="2462900"/>
                  </a:moveTo>
                  <a:cubicBezTo>
                    <a:pt x="456300" y="2446390"/>
                    <a:pt x="447410" y="2437500"/>
                    <a:pt x="430900" y="2437500"/>
                  </a:cubicBezTo>
                  <a:cubicBezTo>
                    <a:pt x="408040" y="2437500"/>
                    <a:pt x="405500" y="2428610"/>
                    <a:pt x="405500" y="2361300"/>
                  </a:cubicBezTo>
                  <a:cubicBezTo>
                    <a:pt x="405500" y="2293990"/>
                    <a:pt x="408040" y="2285100"/>
                    <a:pt x="430900" y="2285100"/>
                  </a:cubicBezTo>
                  <a:cubicBezTo>
                    <a:pt x="447410" y="2285100"/>
                    <a:pt x="456300" y="2276210"/>
                    <a:pt x="456300" y="2259700"/>
                  </a:cubicBezTo>
                  <a:cubicBezTo>
                    <a:pt x="456300" y="2243190"/>
                    <a:pt x="447410" y="2234300"/>
                    <a:pt x="430900" y="2234300"/>
                  </a:cubicBezTo>
                  <a:cubicBezTo>
                    <a:pt x="409310" y="2234300"/>
                    <a:pt x="405500" y="2225410"/>
                    <a:pt x="405500" y="2183500"/>
                  </a:cubicBezTo>
                  <a:cubicBezTo>
                    <a:pt x="405500" y="2141590"/>
                    <a:pt x="409310" y="2132700"/>
                    <a:pt x="430900" y="2132700"/>
                  </a:cubicBezTo>
                  <a:cubicBezTo>
                    <a:pt x="452490" y="2132700"/>
                    <a:pt x="456300" y="2123810"/>
                    <a:pt x="456300" y="2081900"/>
                  </a:cubicBezTo>
                  <a:lnTo>
                    <a:pt x="456300" y="2031100"/>
                  </a:lnTo>
                  <a:lnTo>
                    <a:pt x="405500" y="2031100"/>
                  </a:lnTo>
                  <a:cubicBezTo>
                    <a:pt x="363590" y="2031100"/>
                    <a:pt x="354700" y="2034910"/>
                    <a:pt x="354700" y="2056500"/>
                  </a:cubicBezTo>
                  <a:cubicBezTo>
                    <a:pt x="354700" y="2073010"/>
                    <a:pt x="345810" y="2081900"/>
                    <a:pt x="329300" y="2081900"/>
                  </a:cubicBezTo>
                  <a:cubicBezTo>
                    <a:pt x="312790" y="2081900"/>
                    <a:pt x="303900" y="2073010"/>
                    <a:pt x="303900" y="2056500"/>
                  </a:cubicBezTo>
                  <a:cubicBezTo>
                    <a:pt x="303900" y="2039990"/>
                    <a:pt x="295010" y="2031100"/>
                    <a:pt x="278500" y="2031100"/>
                  </a:cubicBezTo>
                  <a:cubicBezTo>
                    <a:pt x="261990" y="2031100"/>
                    <a:pt x="253100" y="2022210"/>
                    <a:pt x="253100" y="2005700"/>
                  </a:cubicBezTo>
                  <a:cubicBezTo>
                    <a:pt x="253100" y="1989190"/>
                    <a:pt x="261990" y="1980300"/>
                    <a:pt x="278500" y="1980300"/>
                  </a:cubicBezTo>
                  <a:cubicBezTo>
                    <a:pt x="295010" y="1980300"/>
                    <a:pt x="303900" y="1971410"/>
                    <a:pt x="303900" y="1954900"/>
                  </a:cubicBezTo>
                  <a:cubicBezTo>
                    <a:pt x="303900" y="1932040"/>
                    <a:pt x="295010" y="1929500"/>
                    <a:pt x="227700" y="1929500"/>
                  </a:cubicBezTo>
                  <a:cubicBezTo>
                    <a:pt x="160390" y="1929500"/>
                    <a:pt x="151500" y="1926960"/>
                    <a:pt x="151500" y="1904100"/>
                  </a:cubicBezTo>
                  <a:cubicBezTo>
                    <a:pt x="151500" y="1887590"/>
                    <a:pt x="142610" y="1878700"/>
                    <a:pt x="126100" y="1878700"/>
                  </a:cubicBezTo>
                  <a:cubicBezTo>
                    <a:pt x="109590" y="1878700"/>
                    <a:pt x="100700" y="1887590"/>
                    <a:pt x="100700" y="1904100"/>
                  </a:cubicBezTo>
                  <a:cubicBezTo>
                    <a:pt x="100700" y="1925690"/>
                    <a:pt x="91810" y="1929500"/>
                    <a:pt x="49900" y="1929500"/>
                  </a:cubicBezTo>
                  <a:cubicBezTo>
                    <a:pt x="7990" y="1929500"/>
                    <a:pt x="-900" y="1925690"/>
                    <a:pt x="-900" y="1904100"/>
                  </a:cubicBezTo>
                  <a:cubicBezTo>
                    <a:pt x="-900" y="1887590"/>
                    <a:pt x="7990" y="1878700"/>
                    <a:pt x="24500" y="1878700"/>
                  </a:cubicBezTo>
                  <a:cubicBezTo>
                    <a:pt x="41010" y="1878700"/>
                    <a:pt x="49900" y="1869810"/>
                    <a:pt x="49900" y="1853300"/>
                  </a:cubicBezTo>
                  <a:cubicBezTo>
                    <a:pt x="49900" y="1836790"/>
                    <a:pt x="58790" y="1827900"/>
                    <a:pt x="75300" y="1827900"/>
                  </a:cubicBezTo>
                  <a:cubicBezTo>
                    <a:pt x="96890" y="1827900"/>
                    <a:pt x="100700" y="1819010"/>
                    <a:pt x="100700" y="1777100"/>
                  </a:cubicBezTo>
                  <a:cubicBezTo>
                    <a:pt x="100700" y="1735190"/>
                    <a:pt x="104510" y="1726300"/>
                    <a:pt x="126100" y="1726300"/>
                  </a:cubicBezTo>
                  <a:cubicBezTo>
                    <a:pt x="148960" y="1726300"/>
                    <a:pt x="151500" y="1735190"/>
                    <a:pt x="151500" y="1802500"/>
                  </a:cubicBezTo>
                  <a:cubicBezTo>
                    <a:pt x="151500" y="1869810"/>
                    <a:pt x="154040" y="1878700"/>
                    <a:pt x="176900" y="1878700"/>
                  </a:cubicBezTo>
                  <a:cubicBezTo>
                    <a:pt x="193410" y="1878700"/>
                    <a:pt x="202300" y="1869810"/>
                    <a:pt x="202300" y="1853300"/>
                  </a:cubicBezTo>
                  <a:cubicBezTo>
                    <a:pt x="202300" y="1836790"/>
                    <a:pt x="211190" y="1827900"/>
                    <a:pt x="227700" y="1827900"/>
                  </a:cubicBezTo>
                  <a:cubicBezTo>
                    <a:pt x="249290" y="1827900"/>
                    <a:pt x="253100" y="1819010"/>
                    <a:pt x="253100" y="1777100"/>
                  </a:cubicBezTo>
                  <a:lnTo>
                    <a:pt x="253100" y="1726300"/>
                  </a:lnTo>
                  <a:lnTo>
                    <a:pt x="303900" y="1726300"/>
                  </a:lnTo>
                  <a:cubicBezTo>
                    <a:pt x="345810" y="1726300"/>
                    <a:pt x="354700" y="1722490"/>
                    <a:pt x="354700" y="1700900"/>
                  </a:cubicBezTo>
                  <a:cubicBezTo>
                    <a:pt x="354700" y="1679310"/>
                    <a:pt x="345810" y="1675500"/>
                    <a:pt x="303900" y="1675500"/>
                  </a:cubicBezTo>
                  <a:cubicBezTo>
                    <a:pt x="261990" y="1675500"/>
                    <a:pt x="253100" y="1671690"/>
                    <a:pt x="253100" y="1650100"/>
                  </a:cubicBezTo>
                  <a:cubicBezTo>
                    <a:pt x="253100" y="1633590"/>
                    <a:pt x="244210" y="1624700"/>
                    <a:pt x="227700" y="1624700"/>
                  </a:cubicBezTo>
                  <a:cubicBezTo>
                    <a:pt x="204840" y="1624700"/>
                    <a:pt x="202300" y="1615810"/>
                    <a:pt x="202300" y="1548500"/>
                  </a:cubicBezTo>
                  <a:lnTo>
                    <a:pt x="202300" y="1472300"/>
                  </a:lnTo>
                  <a:lnTo>
                    <a:pt x="253100" y="1472300"/>
                  </a:lnTo>
                  <a:cubicBezTo>
                    <a:pt x="295010" y="1472300"/>
                    <a:pt x="303900" y="1468490"/>
                    <a:pt x="303900" y="1446900"/>
                  </a:cubicBezTo>
                  <a:cubicBezTo>
                    <a:pt x="303900" y="1430390"/>
                    <a:pt x="295010" y="1421500"/>
                    <a:pt x="278500" y="1421500"/>
                  </a:cubicBezTo>
                  <a:cubicBezTo>
                    <a:pt x="261990" y="1421500"/>
                    <a:pt x="253100" y="1412610"/>
                    <a:pt x="253100" y="1396100"/>
                  </a:cubicBezTo>
                  <a:cubicBezTo>
                    <a:pt x="253100" y="1374510"/>
                    <a:pt x="244210" y="1370700"/>
                    <a:pt x="202300" y="1370700"/>
                  </a:cubicBezTo>
                  <a:lnTo>
                    <a:pt x="151500" y="1370700"/>
                  </a:lnTo>
                  <a:lnTo>
                    <a:pt x="151500" y="1421500"/>
                  </a:lnTo>
                  <a:cubicBezTo>
                    <a:pt x="151500" y="1463410"/>
                    <a:pt x="147690" y="1472300"/>
                    <a:pt x="126100" y="1472300"/>
                  </a:cubicBezTo>
                  <a:cubicBezTo>
                    <a:pt x="109590" y="1472300"/>
                    <a:pt x="100700" y="1481190"/>
                    <a:pt x="100700" y="1497700"/>
                  </a:cubicBezTo>
                  <a:cubicBezTo>
                    <a:pt x="100700" y="1514210"/>
                    <a:pt x="109590" y="1523100"/>
                    <a:pt x="126100" y="1523100"/>
                  </a:cubicBezTo>
                  <a:cubicBezTo>
                    <a:pt x="148960" y="1523100"/>
                    <a:pt x="151500" y="1531990"/>
                    <a:pt x="151500" y="1599300"/>
                  </a:cubicBezTo>
                  <a:cubicBezTo>
                    <a:pt x="151500" y="1666610"/>
                    <a:pt x="148960" y="1675500"/>
                    <a:pt x="126100" y="1675500"/>
                  </a:cubicBezTo>
                  <a:cubicBezTo>
                    <a:pt x="109590" y="1675500"/>
                    <a:pt x="100700" y="1666610"/>
                    <a:pt x="100700" y="1650100"/>
                  </a:cubicBezTo>
                  <a:cubicBezTo>
                    <a:pt x="100700" y="1628510"/>
                    <a:pt x="91810" y="1624700"/>
                    <a:pt x="49900" y="1624700"/>
                  </a:cubicBezTo>
                  <a:lnTo>
                    <a:pt x="-900" y="1624700"/>
                  </a:lnTo>
                  <a:lnTo>
                    <a:pt x="-900" y="1573900"/>
                  </a:lnTo>
                  <a:cubicBezTo>
                    <a:pt x="-900" y="1531990"/>
                    <a:pt x="2910" y="1523100"/>
                    <a:pt x="24500" y="1523100"/>
                  </a:cubicBezTo>
                  <a:cubicBezTo>
                    <a:pt x="46090" y="1523100"/>
                    <a:pt x="49900" y="1514210"/>
                    <a:pt x="49900" y="1472300"/>
                  </a:cubicBezTo>
                  <a:cubicBezTo>
                    <a:pt x="49900" y="1430390"/>
                    <a:pt x="46090" y="1421500"/>
                    <a:pt x="24500" y="1421500"/>
                  </a:cubicBezTo>
                  <a:cubicBezTo>
                    <a:pt x="370" y="1421500"/>
                    <a:pt x="-900" y="1412610"/>
                    <a:pt x="-900" y="1294500"/>
                  </a:cubicBezTo>
                  <a:cubicBezTo>
                    <a:pt x="-900" y="1176390"/>
                    <a:pt x="370" y="1167500"/>
                    <a:pt x="24500" y="1167500"/>
                  </a:cubicBezTo>
                  <a:cubicBezTo>
                    <a:pt x="41010" y="1167500"/>
                    <a:pt x="49900" y="1158610"/>
                    <a:pt x="49900" y="1142100"/>
                  </a:cubicBezTo>
                  <a:cubicBezTo>
                    <a:pt x="49900" y="1125590"/>
                    <a:pt x="41010" y="1116700"/>
                    <a:pt x="24500" y="1116700"/>
                  </a:cubicBezTo>
                  <a:cubicBezTo>
                    <a:pt x="1640" y="1116700"/>
                    <a:pt x="-900" y="1107810"/>
                    <a:pt x="-900" y="1015100"/>
                  </a:cubicBezTo>
                  <a:cubicBezTo>
                    <a:pt x="-900" y="922390"/>
                    <a:pt x="1640" y="913500"/>
                    <a:pt x="24500" y="913500"/>
                  </a:cubicBezTo>
                  <a:cubicBezTo>
                    <a:pt x="41010" y="913500"/>
                    <a:pt x="49900" y="904610"/>
                    <a:pt x="49900" y="888100"/>
                  </a:cubicBezTo>
                  <a:cubicBezTo>
                    <a:pt x="49900" y="871590"/>
                    <a:pt x="41010" y="862700"/>
                    <a:pt x="24500" y="862700"/>
                  </a:cubicBezTo>
                  <a:cubicBezTo>
                    <a:pt x="7990" y="862700"/>
                    <a:pt x="-900" y="853810"/>
                    <a:pt x="-900" y="837300"/>
                  </a:cubicBezTo>
                  <a:cubicBezTo>
                    <a:pt x="-900" y="820790"/>
                    <a:pt x="7990" y="811900"/>
                    <a:pt x="24500" y="811900"/>
                  </a:cubicBezTo>
                  <a:cubicBezTo>
                    <a:pt x="46090" y="811900"/>
                    <a:pt x="49900" y="803010"/>
                    <a:pt x="49900" y="761100"/>
                  </a:cubicBezTo>
                  <a:cubicBezTo>
                    <a:pt x="49900" y="719190"/>
                    <a:pt x="46090" y="710300"/>
                    <a:pt x="24500" y="710300"/>
                  </a:cubicBezTo>
                  <a:cubicBezTo>
                    <a:pt x="2910" y="710300"/>
                    <a:pt x="-900" y="701410"/>
                    <a:pt x="-900" y="659500"/>
                  </a:cubicBezTo>
                  <a:cubicBezTo>
                    <a:pt x="-900" y="617590"/>
                    <a:pt x="2910" y="608700"/>
                    <a:pt x="24500" y="608700"/>
                  </a:cubicBezTo>
                  <a:cubicBezTo>
                    <a:pt x="47360" y="608700"/>
                    <a:pt x="49900" y="599810"/>
                    <a:pt x="49900" y="532500"/>
                  </a:cubicBezTo>
                  <a:cubicBezTo>
                    <a:pt x="49900" y="465190"/>
                    <a:pt x="47360" y="456300"/>
                    <a:pt x="24500" y="456300"/>
                  </a:cubicBezTo>
                  <a:cubicBezTo>
                    <a:pt x="7990" y="456300"/>
                    <a:pt x="-900" y="447410"/>
                    <a:pt x="-900" y="430900"/>
                  </a:cubicBezTo>
                  <a:cubicBezTo>
                    <a:pt x="-900" y="408040"/>
                    <a:pt x="7990" y="405500"/>
                    <a:pt x="75300" y="405500"/>
                  </a:cubicBezTo>
                  <a:cubicBezTo>
                    <a:pt x="142610" y="405500"/>
                    <a:pt x="151500" y="408040"/>
                    <a:pt x="151500" y="430900"/>
                  </a:cubicBezTo>
                  <a:cubicBezTo>
                    <a:pt x="151500" y="447410"/>
                    <a:pt x="160390" y="456300"/>
                    <a:pt x="176900" y="456300"/>
                  </a:cubicBezTo>
                  <a:cubicBezTo>
                    <a:pt x="193410" y="456300"/>
                    <a:pt x="202300" y="465190"/>
                    <a:pt x="202300" y="481700"/>
                  </a:cubicBezTo>
                  <a:cubicBezTo>
                    <a:pt x="202300" y="503290"/>
                    <a:pt x="193410" y="507100"/>
                    <a:pt x="151500" y="507100"/>
                  </a:cubicBezTo>
                  <a:cubicBezTo>
                    <a:pt x="109590" y="507100"/>
                    <a:pt x="100700" y="510910"/>
                    <a:pt x="100700" y="532500"/>
                  </a:cubicBezTo>
                  <a:cubicBezTo>
                    <a:pt x="100700" y="549010"/>
                    <a:pt x="109590" y="557900"/>
                    <a:pt x="126100" y="557900"/>
                  </a:cubicBezTo>
                  <a:cubicBezTo>
                    <a:pt x="142610" y="557900"/>
                    <a:pt x="151500" y="566790"/>
                    <a:pt x="151500" y="583300"/>
                  </a:cubicBezTo>
                  <a:cubicBezTo>
                    <a:pt x="151500" y="599810"/>
                    <a:pt x="160390" y="608700"/>
                    <a:pt x="176900" y="608700"/>
                  </a:cubicBezTo>
                  <a:cubicBezTo>
                    <a:pt x="193410" y="608700"/>
                    <a:pt x="202300" y="599810"/>
                    <a:pt x="202300" y="583300"/>
                  </a:cubicBezTo>
                  <a:cubicBezTo>
                    <a:pt x="202300" y="566790"/>
                    <a:pt x="211190" y="557900"/>
                    <a:pt x="227700" y="557900"/>
                  </a:cubicBezTo>
                  <a:cubicBezTo>
                    <a:pt x="244210" y="557900"/>
                    <a:pt x="253100" y="549010"/>
                    <a:pt x="253100" y="532500"/>
                  </a:cubicBezTo>
                  <a:cubicBezTo>
                    <a:pt x="253100" y="510910"/>
                    <a:pt x="261990" y="507100"/>
                    <a:pt x="303900" y="507100"/>
                  </a:cubicBezTo>
                  <a:cubicBezTo>
                    <a:pt x="345810" y="507100"/>
                    <a:pt x="354700" y="503290"/>
                    <a:pt x="354700" y="481700"/>
                  </a:cubicBezTo>
                  <a:cubicBezTo>
                    <a:pt x="354700" y="465190"/>
                    <a:pt x="345810" y="456300"/>
                    <a:pt x="329300" y="456300"/>
                  </a:cubicBezTo>
                  <a:cubicBezTo>
                    <a:pt x="312790" y="456300"/>
                    <a:pt x="303900" y="447410"/>
                    <a:pt x="303900" y="430900"/>
                  </a:cubicBezTo>
                  <a:cubicBezTo>
                    <a:pt x="303900" y="414390"/>
                    <a:pt x="312790" y="405500"/>
                    <a:pt x="329300" y="405500"/>
                  </a:cubicBezTo>
                  <a:cubicBezTo>
                    <a:pt x="345810" y="405500"/>
                    <a:pt x="354700" y="414390"/>
                    <a:pt x="354700" y="430900"/>
                  </a:cubicBezTo>
                  <a:cubicBezTo>
                    <a:pt x="354700" y="447410"/>
                    <a:pt x="363590" y="456300"/>
                    <a:pt x="380100" y="456300"/>
                  </a:cubicBezTo>
                  <a:cubicBezTo>
                    <a:pt x="396610" y="456300"/>
                    <a:pt x="405500" y="465190"/>
                    <a:pt x="405500" y="481700"/>
                  </a:cubicBezTo>
                  <a:cubicBezTo>
                    <a:pt x="405500" y="498210"/>
                    <a:pt x="414390" y="507100"/>
                    <a:pt x="430900" y="507100"/>
                  </a:cubicBezTo>
                  <a:cubicBezTo>
                    <a:pt x="455030" y="507100"/>
                    <a:pt x="456300" y="515990"/>
                    <a:pt x="456300" y="634100"/>
                  </a:cubicBezTo>
                  <a:cubicBezTo>
                    <a:pt x="456300" y="752210"/>
                    <a:pt x="457570" y="761100"/>
                    <a:pt x="481700" y="761100"/>
                  </a:cubicBezTo>
                  <a:cubicBezTo>
                    <a:pt x="498210" y="761100"/>
                    <a:pt x="507100" y="752210"/>
                    <a:pt x="507100" y="735700"/>
                  </a:cubicBezTo>
                  <a:cubicBezTo>
                    <a:pt x="507100" y="714110"/>
                    <a:pt x="515990" y="710300"/>
                    <a:pt x="557900" y="710300"/>
                  </a:cubicBezTo>
                  <a:cubicBezTo>
                    <a:pt x="599810" y="710300"/>
                    <a:pt x="608700" y="706490"/>
                    <a:pt x="608700" y="684900"/>
                  </a:cubicBezTo>
                  <a:cubicBezTo>
                    <a:pt x="608700" y="663310"/>
                    <a:pt x="599810" y="659500"/>
                    <a:pt x="557900" y="659500"/>
                  </a:cubicBezTo>
                  <a:lnTo>
                    <a:pt x="507100" y="659500"/>
                  </a:lnTo>
                  <a:lnTo>
                    <a:pt x="507100" y="608700"/>
                  </a:lnTo>
                  <a:lnTo>
                    <a:pt x="507100" y="557900"/>
                  </a:lnTo>
                  <a:lnTo>
                    <a:pt x="557900" y="557900"/>
                  </a:lnTo>
                  <a:lnTo>
                    <a:pt x="608700" y="557900"/>
                  </a:lnTo>
                  <a:lnTo>
                    <a:pt x="608700" y="507100"/>
                  </a:lnTo>
                  <a:cubicBezTo>
                    <a:pt x="608700" y="465190"/>
                    <a:pt x="604890" y="456300"/>
                    <a:pt x="583300" y="456300"/>
                  </a:cubicBezTo>
                  <a:cubicBezTo>
                    <a:pt x="566790" y="456300"/>
                    <a:pt x="557900" y="465190"/>
                    <a:pt x="557900" y="481700"/>
                  </a:cubicBezTo>
                  <a:cubicBezTo>
                    <a:pt x="557900" y="498210"/>
                    <a:pt x="549010" y="507100"/>
                    <a:pt x="532500" y="507100"/>
                  </a:cubicBezTo>
                  <a:cubicBezTo>
                    <a:pt x="510910" y="507100"/>
                    <a:pt x="507100" y="498210"/>
                    <a:pt x="507100" y="456300"/>
                  </a:cubicBezTo>
                  <a:cubicBezTo>
                    <a:pt x="507100" y="414390"/>
                    <a:pt x="503290" y="405500"/>
                    <a:pt x="481700" y="405500"/>
                  </a:cubicBezTo>
                  <a:cubicBezTo>
                    <a:pt x="460110" y="405500"/>
                    <a:pt x="456300" y="396610"/>
                    <a:pt x="456300" y="354700"/>
                  </a:cubicBezTo>
                  <a:lnTo>
                    <a:pt x="456300" y="303900"/>
                  </a:lnTo>
                  <a:lnTo>
                    <a:pt x="507100" y="303900"/>
                  </a:lnTo>
                  <a:lnTo>
                    <a:pt x="557900" y="303900"/>
                  </a:lnTo>
                  <a:lnTo>
                    <a:pt x="557900" y="253100"/>
                  </a:lnTo>
                  <a:lnTo>
                    <a:pt x="557900" y="202300"/>
                  </a:lnTo>
                  <a:lnTo>
                    <a:pt x="507100" y="202300"/>
                  </a:lnTo>
                  <a:cubicBezTo>
                    <a:pt x="465190" y="202300"/>
                    <a:pt x="456300" y="198490"/>
                    <a:pt x="456300" y="176900"/>
                  </a:cubicBezTo>
                  <a:cubicBezTo>
                    <a:pt x="456300" y="160390"/>
                    <a:pt x="447410" y="151500"/>
                    <a:pt x="430900" y="151500"/>
                  </a:cubicBezTo>
                  <a:cubicBezTo>
                    <a:pt x="409310" y="151500"/>
                    <a:pt x="405500" y="142610"/>
                    <a:pt x="405500" y="100700"/>
                  </a:cubicBezTo>
                  <a:cubicBezTo>
                    <a:pt x="405500" y="58790"/>
                    <a:pt x="409310" y="49900"/>
                    <a:pt x="430900" y="49900"/>
                  </a:cubicBezTo>
                  <a:cubicBezTo>
                    <a:pt x="447410" y="49900"/>
                    <a:pt x="456300" y="58790"/>
                    <a:pt x="456300" y="75300"/>
                  </a:cubicBezTo>
                  <a:cubicBezTo>
                    <a:pt x="456300" y="91810"/>
                    <a:pt x="465190" y="100700"/>
                    <a:pt x="481700" y="100700"/>
                  </a:cubicBezTo>
                  <a:cubicBezTo>
                    <a:pt x="498210" y="100700"/>
                    <a:pt x="507100" y="91810"/>
                    <a:pt x="507100" y="75300"/>
                  </a:cubicBezTo>
                  <a:cubicBezTo>
                    <a:pt x="507100" y="58790"/>
                    <a:pt x="515990" y="49900"/>
                    <a:pt x="532500" y="49900"/>
                  </a:cubicBezTo>
                  <a:cubicBezTo>
                    <a:pt x="549010" y="49900"/>
                    <a:pt x="557900" y="41010"/>
                    <a:pt x="557900" y="24500"/>
                  </a:cubicBezTo>
                  <a:cubicBezTo>
                    <a:pt x="557900" y="7990"/>
                    <a:pt x="566790" y="-900"/>
                    <a:pt x="583300" y="-900"/>
                  </a:cubicBezTo>
                  <a:cubicBezTo>
                    <a:pt x="604890" y="-900"/>
                    <a:pt x="608700" y="7990"/>
                    <a:pt x="608700" y="49900"/>
                  </a:cubicBezTo>
                  <a:cubicBezTo>
                    <a:pt x="608700" y="91810"/>
                    <a:pt x="612510" y="100700"/>
                    <a:pt x="634100" y="100700"/>
                  </a:cubicBezTo>
                  <a:cubicBezTo>
                    <a:pt x="650610" y="100700"/>
                    <a:pt x="659500" y="109590"/>
                    <a:pt x="659500" y="126100"/>
                  </a:cubicBezTo>
                  <a:cubicBezTo>
                    <a:pt x="659500" y="147690"/>
                    <a:pt x="650610" y="151500"/>
                    <a:pt x="608700" y="151500"/>
                  </a:cubicBezTo>
                  <a:cubicBezTo>
                    <a:pt x="566790" y="151500"/>
                    <a:pt x="557900" y="155310"/>
                    <a:pt x="557900" y="176900"/>
                  </a:cubicBezTo>
                  <a:cubicBezTo>
                    <a:pt x="557900" y="193410"/>
                    <a:pt x="566790" y="202300"/>
                    <a:pt x="583300" y="202300"/>
                  </a:cubicBezTo>
                  <a:cubicBezTo>
                    <a:pt x="599810" y="202300"/>
                    <a:pt x="608700" y="211190"/>
                    <a:pt x="608700" y="227700"/>
                  </a:cubicBezTo>
                  <a:cubicBezTo>
                    <a:pt x="608700" y="250560"/>
                    <a:pt x="617590" y="253100"/>
                    <a:pt x="684900" y="253100"/>
                  </a:cubicBezTo>
                  <a:cubicBezTo>
                    <a:pt x="752210" y="253100"/>
                    <a:pt x="761100" y="250560"/>
                    <a:pt x="761100" y="227700"/>
                  </a:cubicBezTo>
                  <a:cubicBezTo>
                    <a:pt x="761100" y="211190"/>
                    <a:pt x="752210" y="202300"/>
                    <a:pt x="735700" y="202300"/>
                  </a:cubicBezTo>
                  <a:cubicBezTo>
                    <a:pt x="719190" y="202300"/>
                    <a:pt x="710300" y="193410"/>
                    <a:pt x="710300" y="176900"/>
                  </a:cubicBezTo>
                  <a:cubicBezTo>
                    <a:pt x="710300" y="155310"/>
                    <a:pt x="719190" y="151500"/>
                    <a:pt x="761100" y="151500"/>
                  </a:cubicBezTo>
                  <a:cubicBezTo>
                    <a:pt x="803010" y="151500"/>
                    <a:pt x="811900" y="155310"/>
                    <a:pt x="811900" y="176900"/>
                  </a:cubicBezTo>
                  <a:cubicBezTo>
                    <a:pt x="811900" y="193410"/>
                    <a:pt x="820790" y="202300"/>
                    <a:pt x="837300" y="202300"/>
                  </a:cubicBezTo>
                  <a:cubicBezTo>
                    <a:pt x="853810" y="202300"/>
                    <a:pt x="862700" y="211190"/>
                    <a:pt x="862700" y="227700"/>
                  </a:cubicBezTo>
                  <a:cubicBezTo>
                    <a:pt x="862700" y="244210"/>
                    <a:pt x="871590" y="253100"/>
                    <a:pt x="888100" y="253100"/>
                  </a:cubicBezTo>
                  <a:cubicBezTo>
                    <a:pt x="909690" y="253100"/>
                    <a:pt x="913500" y="244210"/>
                    <a:pt x="913500" y="202300"/>
                  </a:cubicBezTo>
                  <a:lnTo>
                    <a:pt x="913500" y="151500"/>
                  </a:lnTo>
                  <a:lnTo>
                    <a:pt x="989700" y="151500"/>
                  </a:lnTo>
                  <a:cubicBezTo>
                    <a:pt x="1057010" y="151500"/>
                    <a:pt x="1065900" y="148960"/>
                    <a:pt x="1065900" y="126100"/>
                  </a:cubicBezTo>
                  <a:cubicBezTo>
                    <a:pt x="1065900" y="109590"/>
                    <a:pt x="1074790" y="100700"/>
                    <a:pt x="1091300" y="100700"/>
                  </a:cubicBezTo>
                  <a:cubicBezTo>
                    <a:pt x="1107810" y="100700"/>
                    <a:pt x="1116700" y="109590"/>
                    <a:pt x="1116700" y="126100"/>
                  </a:cubicBezTo>
                  <a:cubicBezTo>
                    <a:pt x="1116700" y="142610"/>
                    <a:pt x="1125590" y="151500"/>
                    <a:pt x="1142100" y="151500"/>
                  </a:cubicBezTo>
                  <a:cubicBezTo>
                    <a:pt x="1164960" y="151500"/>
                    <a:pt x="1167500" y="142610"/>
                    <a:pt x="1167500" y="75300"/>
                  </a:cubicBezTo>
                  <a:cubicBezTo>
                    <a:pt x="1167500" y="7990"/>
                    <a:pt x="1170040" y="-900"/>
                    <a:pt x="1192900" y="-900"/>
                  </a:cubicBezTo>
                  <a:cubicBezTo>
                    <a:pt x="1214490" y="-900"/>
                    <a:pt x="1218300" y="7990"/>
                    <a:pt x="1218300" y="49900"/>
                  </a:cubicBezTo>
                  <a:cubicBezTo>
                    <a:pt x="1218300" y="91810"/>
                    <a:pt x="1222110" y="100700"/>
                    <a:pt x="1243700" y="100700"/>
                  </a:cubicBezTo>
                  <a:cubicBezTo>
                    <a:pt x="1265290" y="100700"/>
                    <a:pt x="1269100" y="91810"/>
                    <a:pt x="1269100" y="49900"/>
                  </a:cubicBezTo>
                  <a:cubicBezTo>
                    <a:pt x="1269100" y="7990"/>
                    <a:pt x="1272910" y="-900"/>
                    <a:pt x="1294500" y="-900"/>
                  </a:cubicBezTo>
                  <a:cubicBezTo>
                    <a:pt x="1311010" y="-900"/>
                    <a:pt x="1319900" y="7990"/>
                    <a:pt x="1319900" y="24500"/>
                  </a:cubicBezTo>
                  <a:cubicBezTo>
                    <a:pt x="1319900" y="41010"/>
                    <a:pt x="1328790" y="49900"/>
                    <a:pt x="1345300" y="49900"/>
                  </a:cubicBezTo>
                  <a:cubicBezTo>
                    <a:pt x="1361810" y="49900"/>
                    <a:pt x="1370700" y="41010"/>
                    <a:pt x="1370700" y="24500"/>
                  </a:cubicBezTo>
                  <a:cubicBezTo>
                    <a:pt x="1370700" y="7990"/>
                    <a:pt x="1379590" y="-900"/>
                    <a:pt x="1396100" y="-900"/>
                  </a:cubicBezTo>
                  <a:cubicBezTo>
                    <a:pt x="1412610" y="-900"/>
                    <a:pt x="1421500" y="7990"/>
                    <a:pt x="1421500" y="24500"/>
                  </a:cubicBezTo>
                  <a:cubicBezTo>
                    <a:pt x="1421500" y="41010"/>
                    <a:pt x="1430390" y="49900"/>
                    <a:pt x="1446900" y="49900"/>
                  </a:cubicBezTo>
                  <a:cubicBezTo>
                    <a:pt x="1463410" y="49900"/>
                    <a:pt x="1472300" y="41010"/>
                    <a:pt x="1472300" y="24500"/>
                  </a:cubicBezTo>
                  <a:cubicBezTo>
                    <a:pt x="1472300" y="2910"/>
                    <a:pt x="1481190" y="-900"/>
                    <a:pt x="1523100" y="-900"/>
                  </a:cubicBezTo>
                  <a:cubicBezTo>
                    <a:pt x="1565010" y="-900"/>
                    <a:pt x="1573900" y="2910"/>
                    <a:pt x="1573900" y="24500"/>
                  </a:cubicBezTo>
                  <a:cubicBezTo>
                    <a:pt x="1573900" y="41010"/>
                    <a:pt x="1582790" y="49900"/>
                    <a:pt x="1599300" y="49900"/>
                  </a:cubicBezTo>
                  <a:cubicBezTo>
                    <a:pt x="1615810" y="49900"/>
                    <a:pt x="1624700" y="58790"/>
                    <a:pt x="1624700" y="75300"/>
                  </a:cubicBezTo>
                  <a:cubicBezTo>
                    <a:pt x="1624700" y="91810"/>
                    <a:pt x="1615810" y="100700"/>
                    <a:pt x="1599300" y="100700"/>
                  </a:cubicBezTo>
                  <a:cubicBezTo>
                    <a:pt x="1582790" y="100700"/>
                    <a:pt x="1573900" y="109590"/>
                    <a:pt x="1573900" y="126100"/>
                  </a:cubicBezTo>
                  <a:cubicBezTo>
                    <a:pt x="1573900" y="142610"/>
                    <a:pt x="1565010" y="151500"/>
                    <a:pt x="1548500" y="151500"/>
                  </a:cubicBezTo>
                  <a:cubicBezTo>
                    <a:pt x="1531990" y="151500"/>
                    <a:pt x="1523100" y="160390"/>
                    <a:pt x="1523100" y="176900"/>
                  </a:cubicBezTo>
                  <a:cubicBezTo>
                    <a:pt x="1523100" y="193410"/>
                    <a:pt x="1514210" y="202300"/>
                    <a:pt x="1497700" y="202300"/>
                  </a:cubicBezTo>
                  <a:cubicBezTo>
                    <a:pt x="1481190" y="202300"/>
                    <a:pt x="1472300" y="211190"/>
                    <a:pt x="1472300" y="227700"/>
                  </a:cubicBezTo>
                  <a:cubicBezTo>
                    <a:pt x="1472300" y="249290"/>
                    <a:pt x="1481190" y="253100"/>
                    <a:pt x="1523100" y="253100"/>
                  </a:cubicBezTo>
                  <a:cubicBezTo>
                    <a:pt x="1565010" y="253100"/>
                    <a:pt x="1573900" y="249290"/>
                    <a:pt x="1573900" y="227700"/>
                  </a:cubicBezTo>
                  <a:cubicBezTo>
                    <a:pt x="1573900" y="211190"/>
                    <a:pt x="1582790" y="202300"/>
                    <a:pt x="1599300" y="202300"/>
                  </a:cubicBezTo>
                  <a:cubicBezTo>
                    <a:pt x="1615810" y="202300"/>
                    <a:pt x="1624700" y="193410"/>
                    <a:pt x="1624700" y="176900"/>
                  </a:cubicBezTo>
                  <a:cubicBezTo>
                    <a:pt x="1624700" y="155310"/>
                    <a:pt x="1633590" y="151500"/>
                    <a:pt x="1675500" y="151500"/>
                  </a:cubicBezTo>
                  <a:cubicBezTo>
                    <a:pt x="1717410" y="151500"/>
                    <a:pt x="1726300" y="147690"/>
                    <a:pt x="1726300" y="126100"/>
                  </a:cubicBezTo>
                  <a:cubicBezTo>
                    <a:pt x="1726300" y="104510"/>
                    <a:pt x="1735190" y="100700"/>
                    <a:pt x="1777100" y="100700"/>
                  </a:cubicBezTo>
                  <a:cubicBezTo>
                    <a:pt x="1819010" y="100700"/>
                    <a:pt x="1827900" y="96890"/>
                    <a:pt x="1827900" y="75300"/>
                  </a:cubicBezTo>
                  <a:cubicBezTo>
                    <a:pt x="1827900" y="58790"/>
                    <a:pt x="1819010" y="49900"/>
                    <a:pt x="1802500" y="49900"/>
                  </a:cubicBezTo>
                  <a:cubicBezTo>
                    <a:pt x="1785990" y="49900"/>
                    <a:pt x="1777100" y="41010"/>
                    <a:pt x="1777100" y="24500"/>
                  </a:cubicBezTo>
                  <a:cubicBezTo>
                    <a:pt x="1777100" y="7990"/>
                    <a:pt x="1785990" y="-900"/>
                    <a:pt x="1802500" y="-900"/>
                  </a:cubicBezTo>
                  <a:cubicBezTo>
                    <a:pt x="1819010" y="-900"/>
                    <a:pt x="1827900" y="7990"/>
                    <a:pt x="1827900" y="24500"/>
                  </a:cubicBezTo>
                  <a:cubicBezTo>
                    <a:pt x="1827900" y="41010"/>
                    <a:pt x="1836790" y="49900"/>
                    <a:pt x="1853300" y="49900"/>
                  </a:cubicBezTo>
                  <a:cubicBezTo>
                    <a:pt x="1869810" y="49900"/>
                    <a:pt x="1878700" y="41010"/>
                    <a:pt x="1878700" y="24500"/>
                  </a:cubicBezTo>
                  <a:cubicBezTo>
                    <a:pt x="1878700" y="7990"/>
                    <a:pt x="1887590" y="-900"/>
                    <a:pt x="1904100" y="-900"/>
                  </a:cubicBezTo>
                  <a:cubicBezTo>
                    <a:pt x="1920610" y="-900"/>
                    <a:pt x="1929500" y="7990"/>
                    <a:pt x="1929500" y="24500"/>
                  </a:cubicBezTo>
                  <a:cubicBezTo>
                    <a:pt x="1929500" y="46090"/>
                    <a:pt x="1938390" y="49900"/>
                    <a:pt x="1980300" y="49900"/>
                  </a:cubicBezTo>
                  <a:cubicBezTo>
                    <a:pt x="2022210" y="49900"/>
                    <a:pt x="2031100" y="46090"/>
                    <a:pt x="2031100" y="24500"/>
                  </a:cubicBezTo>
                  <a:cubicBezTo>
                    <a:pt x="2031100" y="1640"/>
                    <a:pt x="2039990" y="-900"/>
                    <a:pt x="2107300" y="-900"/>
                  </a:cubicBezTo>
                  <a:lnTo>
                    <a:pt x="2183500" y="-900"/>
                  </a:lnTo>
                  <a:lnTo>
                    <a:pt x="2183500" y="49900"/>
                  </a:lnTo>
                  <a:cubicBezTo>
                    <a:pt x="2183500" y="91810"/>
                    <a:pt x="2179690" y="100700"/>
                    <a:pt x="2158100" y="100700"/>
                  </a:cubicBezTo>
                  <a:cubicBezTo>
                    <a:pt x="2141590" y="100700"/>
                    <a:pt x="2132700" y="109590"/>
                    <a:pt x="2132700" y="126100"/>
                  </a:cubicBezTo>
                  <a:cubicBezTo>
                    <a:pt x="2132700" y="148960"/>
                    <a:pt x="2141590" y="151500"/>
                    <a:pt x="2208900" y="151500"/>
                  </a:cubicBezTo>
                  <a:lnTo>
                    <a:pt x="2285100" y="151500"/>
                  </a:lnTo>
                  <a:lnTo>
                    <a:pt x="2285100" y="75300"/>
                  </a:lnTo>
                  <a:cubicBezTo>
                    <a:pt x="2285100" y="7990"/>
                    <a:pt x="2287640" y="-900"/>
                    <a:pt x="2310500" y="-900"/>
                  </a:cubicBezTo>
                  <a:cubicBezTo>
                    <a:pt x="2332090" y="-900"/>
                    <a:pt x="2335900" y="7990"/>
                    <a:pt x="2335900" y="49900"/>
                  </a:cubicBezTo>
                  <a:lnTo>
                    <a:pt x="2335900" y="100700"/>
                  </a:lnTo>
                  <a:lnTo>
                    <a:pt x="2386700" y="100700"/>
                  </a:lnTo>
                  <a:lnTo>
                    <a:pt x="2437500" y="100700"/>
                  </a:lnTo>
                  <a:lnTo>
                    <a:pt x="2437500" y="49900"/>
                  </a:lnTo>
                  <a:cubicBezTo>
                    <a:pt x="2437500" y="7990"/>
                    <a:pt x="2441310" y="-900"/>
                    <a:pt x="2462900" y="-900"/>
                  </a:cubicBezTo>
                  <a:cubicBezTo>
                    <a:pt x="2487030" y="-900"/>
                    <a:pt x="2488300" y="7990"/>
                    <a:pt x="2488300" y="151500"/>
                  </a:cubicBezTo>
                  <a:cubicBezTo>
                    <a:pt x="2488300" y="295010"/>
                    <a:pt x="2487030" y="303900"/>
                    <a:pt x="2462900" y="303900"/>
                  </a:cubicBezTo>
                  <a:cubicBezTo>
                    <a:pt x="2441310" y="303900"/>
                    <a:pt x="2437500" y="295010"/>
                    <a:pt x="2437500" y="253100"/>
                  </a:cubicBezTo>
                  <a:cubicBezTo>
                    <a:pt x="2437500" y="211190"/>
                    <a:pt x="2433690" y="202300"/>
                    <a:pt x="2412100" y="202300"/>
                  </a:cubicBezTo>
                  <a:cubicBezTo>
                    <a:pt x="2390510" y="202300"/>
                    <a:pt x="2386700" y="211190"/>
                    <a:pt x="2386700" y="253100"/>
                  </a:cubicBezTo>
                  <a:cubicBezTo>
                    <a:pt x="2386700" y="295010"/>
                    <a:pt x="2382890" y="303900"/>
                    <a:pt x="2361300" y="303900"/>
                  </a:cubicBezTo>
                  <a:cubicBezTo>
                    <a:pt x="2344790" y="303900"/>
                    <a:pt x="2335900" y="295010"/>
                    <a:pt x="2335900" y="278500"/>
                  </a:cubicBezTo>
                  <a:cubicBezTo>
                    <a:pt x="2335900" y="261990"/>
                    <a:pt x="2327010" y="253100"/>
                    <a:pt x="2310500" y="253100"/>
                  </a:cubicBezTo>
                  <a:cubicBezTo>
                    <a:pt x="2287640" y="253100"/>
                    <a:pt x="2285100" y="261990"/>
                    <a:pt x="2285100" y="354700"/>
                  </a:cubicBezTo>
                  <a:lnTo>
                    <a:pt x="2285100" y="456300"/>
                  </a:lnTo>
                  <a:lnTo>
                    <a:pt x="2208900" y="456300"/>
                  </a:lnTo>
                  <a:lnTo>
                    <a:pt x="2132700" y="456300"/>
                  </a:lnTo>
                  <a:lnTo>
                    <a:pt x="2132700" y="507100"/>
                  </a:lnTo>
                  <a:cubicBezTo>
                    <a:pt x="2132700" y="549010"/>
                    <a:pt x="2128890" y="557900"/>
                    <a:pt x="2107300" y="557900"/>
                  </a:cubicBezTo>
                  <a:cubicBezTo>
                    <a:pt x="2085710" y="557900"/>
                    <a:pt x="2081900" y="549010"/>
                    <a:pt x="2081900" y="507100"/>
                  </a:cubicBezTo>
                  <a:cubicBezTo>
                    <a:pt x="2081900" y="465190"/>
                    <a:pt x="2078090" y="456300"/>
                    <a:pt x="2056500" y="456300"/>
                  </a:cubicBezTo>
                  <a:cubicBezTo>
                    <a:pt x="2033640" y="456300"/>
                    <a:pt x="2031100" y="447410"/>
                    <a:pt x="2031100" y="354700"/>
                  </a:cubicBezTo>
                  <a:cubicBezTo>
                    <a:pt x="2031100" y="261990"/>
                    <a:pt x="2028560" y="253100"/>
                    <a:pt x="2005700" y="253100"/>
                  </a:cubicBezTo>
                  <a:cubicBezTo>
                    <a:pt x="1989190" y="253100"/>
                    <a:pt x="1980300" y="244210"/>
                    <a:pt x="1980300" y="227700"/>
                  </a:cubicBezTo>
                  <a:cubicBezTo>
                    <a:pt x="1980300" y="206110"/>
                    <a:pt x="1989190" y="202300"/>
                    <a:pt x="2031100" y="202300"/>
                  </a:cubicBezTo>
                  <a:lnTo>
                    <a:pt x="2081900" y="202300"/>
                  </a:lnTo>
                  <a:lnTo>
                    <a:pt x="2081900" y="126100"/>
                  </a:lnTo>
                  <a:cubicBezTo>
                    <a:pt x="2081900" y="58790"/>
                    <a:pt x="2079360" y="49900"/>
                    <a:pt x="2056500" y="49900"/>
                  </a:cubicBezTo>
                  <a:cubicBezTo>
                    <a:pt x="2034910" y="49900"/>
                    <a:pt x="2031100" y="58790"/>
                    <a:pt x="2031100" y="100700"/>
                  </a:cubicBezTo>
                  <a:cubicBezTo>
                    <a:pt x="2031100" y="142610"/>
                    <a:pt x="2027290" y="151500"/>
                    <a:pt x="2005700" y="151500"/>
                  </a:cubicBezTo>
                  <a:cubicBezTo>
                    <a:pt x="1989190" y="151500"/>
                    <a:pt x="1980300" y="142610"/>
                    <a:pt x="1980300" y="126100"/>
                  </a:cubicBezTo>
                  <a:cubicBezTo>
                    <a:pt x="1980300" y="109590"/>
                    <a:pt x="1971410" y="100700"/>
                    <a:pt x="1954900" y="100700"/>
                  </a:cubicBezTo>
                  <a:cubicBezTo>
                    <a:pt x="1932040" y="100700"/>
                    <a:pt x="1929500" y="109590"/>
                    <a:pt x="1929500" y="176900"/>
                  </a:cubicBezTo>
                  <a:cubicBezTo>
                    <a:pt x="1929500" y="244210"/>
                    <a:pt x="1926960" y="253100"/>
                    <a:pt x="1904100" y="253100"/>
                  </a:cubicBezTo>
                  <a:cubicBezTo>
                    <a:pt x="1887590" y="253100"/>
                    <a:pt x="1878700" y="261990"/>
                    <a:pt x="1878700" y="278500"/>
                  </a:cubicBezTo>
                  <a:cubicBezTo>
                    <a:pt x="1878700" y="295010"/>
                    <a:pt x="1887590" y="303900"/>
                    <a:pt x="1904100" y="303900"/>
                  </a:cubicBezTo>
                  <a:cubicBezTo>
                    <a:pt x="1920610" y="303900"/>
                    <a:pt x="1929500" y="312790"/>
                    <a:pt x="1929500" y="329300"/>
                  </a:cubicBezTo>
                  <a:cubicBezTo>
                    <a:pt x="1929500" y="345810"/>
                    <a:pt x="1938390" y="354700"/>
                    <a:pt x="1954900" y="354700"/>
                  </a:cubicBezTo>
                  <a:cubicBezTo>
                    <a:pt x="1971410" y="354700"/>
                    <a:pt x="1980300" y="363590"/>
                    <a:pt x="1980300" y="380100"/>
                  </a:cubicBezTo>
                  <a:cubicBezTo>
                    <a:pt x="1980300" y="396610"/>
                    <a:pt x="1971410" y="405500"/>
                    <a:pt x="1954900" y="405500"/>
                  </a:cubicBezTo>
                  <a:cubicBezTo>
                    <a:pt x="1938390" y="405500"/>
                    <a:pt x="1929500" y="414390"/>
                    <a:pt x="1929500" y="430900"/>
                  </a:cubicBezTo>
                  <a:cubicBezTo>
                    <a:pt x="1929500" y="447410"/>
                    <a:pt x="1938390" y="456300"/>
                    <a:pt x="1954900" y="456300"/>
                  </a:cubicBezTo>
                  <a:cubicBezTo>
                    <a:pt x="1971410" y="456300"/>
                    <a:pt x="1980300" y="465190"/>
                    <a:pt x="1980300" y="481700"/>
                  </a:cubicBezTo>
                  <a:cubicBezTo>
                    <a:pt x="1980300" y="498210"/>
                    <a:pt x="1989190" y="507100"/>
                    <a:pt x="2005700" y="507100"/>
                  </a:cubicBezTo>
                  <a:cubicBezTo>
                    <a:pt x="2027290" y="507100"/>
                    <a:pt x="2031100" y="515990"/>
                    <a:pt x="2031100" y="557900"/>
                  </a:cubicBezTo>
                  <a:lnTo>
                    <a:pt x="2031100" y="608700"/>
                  </a:lnTo>
                  <a:lnTo>
                    <a:pt x="1980300" y="608700"/>
                  </a:lnTo>
                  <a:cubicBezTo>
                    <a:pt x="1938390" y="608700"/>
                    <a:pt x="1929500" y="612510"/>
                    <a:pt x="1929500" y="634100"/>
                  </a:cubicBezTo>
                  <a:cubicBezTo>
                    <a:pt x="1929500" y="655690"/>
                    <a:pt x="1920610" y="659500"/>
                    <a:pt x="1878700" y="659500"/>
                  </a:cubicBezTo>
                  <a:cubicBezTo>
                    <a:pt x="1836790" y="659500"/>
                    <a:pt x="1827900" y="663310"/>
                    <a:pt x="1827900" y="684900"/>
                  </a:cubicBezTo>
                  <a:cubicBezTo>
                    <a:pt x="1827900" y="701410"/>
                    <a:pt x="1836790" y="710300"/>
                    <a:pt x="1853300" y="710300"/>
                  </a:cubicBezTo>
                  <a:cubicBezTo>
                    <a:pt x="1869810" y="710300"/>
                    <a:pt x="1878700" y="719190"/>
                    <a:pt x="1878700" y="735700"/>
                  </a:cubicBezTo>
                  <a:cubicBezTo>
                    <a:pt x="1878700" y="752210"/>
                    <a:pt x="1887590" y="761100"/>
                    <a:pt x="1904100" y="761100"/>
                  </a:cubicBezTo>
                  <a:cubicBezTo>
                    <a:pt x="1920610" y="761100"/>
                    <a:pt x="1929500" y="769990"/>
                    <a:pt x="1929500" y="786500"/>
                  </a:cubicBezTo>
                  <a:cubicBezTo>
                    <a:pt x="1929500" y="808090"/>
                    <a:pt x="1920610" y="811900"/>
                    <a:pt x="1878700" y="811900"/>
                  </a:cubicBezTo>
                  <a:cubicBezTo>
                    <a:pt x="1836790" y="811900"/>
                    <a:pt x="1827900" y="815710"/>
                    <a:pt x="1827900" y="837300"/>
                  </a:cubicBezTo>
                  <a:cubicBezTo>
                    <a:pt x="1827900" y="853810"/>
                    <a:pt x="1836790" y="862700"/>
                    <a:pt x="1853300" y="862700"/>
                  </a:cubicBezTo>
                  <a:cubicBezTo>
                    <a:pt x="1874890" y="862700"/>
                    <a:pt x="1878700" y="871590"/>
                    <a:pt x="1878700" y="913500"/>
                  </a:cubicBezTo>
                  <a:cubicBezTo>
                    <a:pt x="1878700" y="955410"/>
                    <a:pt x="1882510" y="964300"/>
                    <a:pt x="1904100" y="964300"/>
                  </a:cubicBezTo>
                  <a:cubicBezTo>
                    <a:pt x="1925690" y="964300"/>
                    <a:pt x="1929500" y="955410"/>
                    <a:pt x="1929500" y="913500"/>
                  </a:cubicBezTo>
                  <a:cubicBezTo>
                    <a:pt x="1929500" y="871590"/>
                    <a:pt x="1933310" y="862700"/>
                    <a:pt x="1954900" y="862700"/>
                  </a:cubicBezTo>
                  <a:cubicBezTo>
                    <a:pt x="1971410" y="862700"/>
                    <a:pt x="1980300" y="853810"/>
                    <a:pt x="1980300" y="837300"/>
                  </a:cubicBezTo>
                  <a:cubicBezTo>
                    <a:pt x="1980300" y="815710"/>
                    <a:pt x="1989190" y="811900"/>
                    <a:pt x="2031100" y="811900"/>
                  </a:cubicBezTo>
                  <a:cubicBezTo>
                    <a:pt x="2073010" y="811900"/>
                    <a:pt x="2081900" y="808090"/>
                    <a:pt x="2081900" y="786500"/>
                  </a:cubicBezTo>
                  <a:cubicBezTo>
                    <a:pt x="2081900" y="764910"/>
                    <a:pt x="2073010" y="761100"/>
                    <a:pt x="2031100" y="761100"/>
                  </a:cubicBezTo>
                  <a:cubicBezTo>
                    <a:pt x="1989190" y="761100"/>
                    <a:pt x="1980300" y="757290"/>
                    <a:pt x="1980300" y="735700"/>
                  </a:cubicBezTo>
                  <a:cubicBezTo>
                    <a:pt x="1980300" y="714110"/>
                    <a:pt x="1989190" y="710300"/>
                    <a:pt x="2031100" y="710300"/>
                  </a:cubicBezTo>
                  <a:cubicBezTo>
                    <a:pt x="2073010" y="710300"/>
                    <a:pt x="2081900" y="714110"/>
                    <a:pt x="2081900" y="735700"/>
                  </a:cubicBezTo>
                  <a:cubicBezTo>
                    <a:pt x="2081900" y="758560"/>
                    <a:pt x="2090790" y="761100"/>
                    <a:pt x="2158100" y="761100"/>
                  </a:cubicBezTo>
                  <a:lnTo>
                    <a:pt x="2234300" y="761100"/>
                  </a:lnTo>
                  <a:lnTo>
                    <a:pt x="2234300" y="710300"/>
                  </a:lnTo>
                  <a:lnTo>
                    <a:pt x="2234300" y="659500"/>
                  </a:lnTo>
                  <a:lnTo>
                    <a:pt x="2158100" y="659500"/>
                  </a:lnTo>
                  <a:cubicBezTo>
                    <a:pt x="2090790" y="659500"/>
                    <a:pt x="2081900" y="656960"/>
                    <a:pt x="2081900" y="634100"/>
                  </a:cubicBezTo>
                  <a:cubicBezTo>
                    <a:pt x="2081900" y="612510"/>
                    <a:pt x="2090790" y="608700"/>
                    <a:pt x="2132700" y="608700"/>
                  </a:cubicBezTo>
                  <a:cubicBezTo>
                    <a:pt x="2174610" y="608700"/>
                    <a:pt x="2183500" y="604890"/>
                    <a:pt x="2183500" y="583300"/>
                  </a:cubicBezTo>
                  <a:cubicBezTo>
                    <a:pt x="2183500" y="566790"/>
                    <a:pt x="2192390" y="557900"/>
                    <a:pt x="2208900" y="557900"/>
                  </a:cubicBezTo>
                  <a:cubicBezTo>
                    <a:pt x="2225410" y="557900"/>
                    <a:pt x="2234300" y="549010"/>
                    <a:pt x="2234300" y="532500"/>
                  </a:cubicBezTo>
                  <a:cubicBezTo>
                    <a:pt x="2234300" y="515990"/>
                    <a:pt x="2243190" y="507100"/>
                    <a:pt x="2259700" y="507100"/>
                  </a:cubicBezTo>
                  <a:cubicBezTo>
                    <a:pt x="2276210" y="507100"/>
                    <a:pt x="2285100" y="515990"/>
                    <a:pt x="2285100" y="532500"/>
                  </a:cubicBezTo>
                  <a:cubicBezTo>
                    <a:pt x="2285100" y="549010"/>
                    <a:pt x="2293990" y="557900"/>
                    <a:pt x="2310500" y="557900"/>
                  </a:cubicBezTo>
                  <a:cubicBezTo>
                    <a:pt x="2332090" y="557900"/>
                    <a:pt x="2335900" y="566790"/>
                    <a:pt x="2335900" y="608700"/>
                  </a:cubicBezTo>
                  <a:cubicBezTo>
                    <a:pt x="2335900" y="650610"/>
                    <a:pt x="2339710" y="659500"/>
                    <a:pt x="2361300" y="659500"/>
                  </a:cubicBezTo>
                  <a:cubicBezTo>
                    <a:pt x="2377810" y="659500"/>
                    <a:pt x="2386700" y="650610"/>
                    <a:pt x="2386700" y="634100"/>
                  </a:cubicBezTo>
                  <a:cubicBezTo>
                    <a:pt x="2386700" y="612510"/>
                    <a:pt x="2395590" y="608700"/>
                    <a:pt x="2437500" y="608700"/>
                  </a:cubicBezTo>
                  <a:lnTo>
                    <a:pt x="2488300" y="608700"/>
                  </a:lnTo>
                  <a:lnTo>
                    <a:pt x="2488300" y="659500"/>
                  </a:lnTo>
                  <a:cubicBezTo>
                    <a:pt x="2488300" y="701410"/>
                    <a:pt x="2484490" y="710300"/>
                    <a:pt x="2462900" y="710300"/>
                  </a:cubicBezTo>
                  <a:cubicBezTo>
                    <a:pt x="2446390" y="710300"/>
                    <a:pt x="2437500" y="719190"/>
                    <a:pt x="2437500" y="735700"/>
                  </a:cubicBezTo>
                  <a:cubicBezTo>
                    <a:pt x="2437500" y="752210"/>
                    <a:pt x="2446390" y="761100"/>
                    <a:pt x="2462900" y="761100"/>
                  </a:cubicBezTo>
                  <a:cubicBezTo>
                    <a:pt x="2479410" y="761100"/>
                    <a:pt x="2488300" y="769990"/>
                    <a:pt x="2488300" y="786500"/>
                  </a:cubicBezTo>
                  <a:cubicBezTo>
                    <a:pt x="2488300" y="803010"/>
                    <a:pt x="2479410" y="811900"/>
                    <a:pt x="2462900" y="811900"/>
                  </a:cubicBezTo>
                  <a:cubicBezTo>
                    <a:pt x="2446390" y="811900"/>
                    <a:pt x="2437500" y="820790"/>
                    <a:pt x="2437500" y="837300"/>
                  </a:cubicBezTo>
                  <a:cubicBezTo>
                    <a:pt x="2437500" y="853810"/>
                    <a:pt x="2446390" y="862700"/>
                    <a:pt x="2462900" y="862700"/>
                  </a:cubicBezTo>
                  <a:cubicBezTo>
                    <a:pt x="2479410" y="862700"/>
                    <a:pt x="2488300" y="871590"/>
                    <a:pt x="2488300" y="888100"/>
                  </a:cubicBezTo>
                  <a:cubicBezTo>
                    <a:pt x="2488300" y="904610"/>
                    <a:pt x="2479410" y="913500"/>
                    <a:pt x="2462900" y="913500"/>
                  </a:cubicBezTo>
                  <a:cubicBezTo>
                    <a:pt x="2446390" y="913500"/>
                    <a:pt x="2437500" y="922390"/>
                    <a:pt x="2437500" y="938900"/>
                  </a:cubicBezTo>
                  <a:cubicBezTo>
                    <a:pt x="2437500" y="955410"/>
                    <a:pt x="2446390" y="964300"/>
                    <a:pt x="2462900" y="964300"/>
                  </a:cubicBezTo>
                  <a:cubicBezTo>
                    <a:pt x="2479410" y="964300"/>
                    <a:pt x="2488300" y="973190"/>
                    <a:pt x="2488300" y="989700"/>
                  </a:cubicBezTo>
                  <a:cubicBezTo>
                    <a:pt x="2488300" y="1011290"/>
                    <a:pt x="2479410" y="1015100"/>
                    <a:pt x="2437500" y="1015100"/>
                  </a:cubicBezTo>
                  <a:cubicBezTo>
                    <a:pt x="2395590" y="1015100"/>
                    <a:pt x="2386700" y="1018910"/>
                    <a:pt x="2386700" y="1040500"/>
                  </a:cubicBezTo>
                  <a:cubicBezTo>
                    <a:pt x="2386700" y="1057010"/>
                    <a:pt x="2377810" y="1065900"/>
                    <a:pt x="2361300" y="1065900"/>
                  </a:cubicBezTo>
                  <a:cubicBezTo>
                    <a:pt x="2344790" y="1065900"/>
                    <a:pt x="2335900" y="1057010"/>
                    <a:pt x="2335900" y="1040500"/>
                  </a:cubicBezTo>
                  <a:cubicBezTo>
                    <a:pt x="2335900" y="1023990"/>
                    <a:pt x="2327010" y="1015100"/>
                    <a:pt x="2310500" y="1015100"/>
                  </a:cubicBezTo>
                  <a:cubicBezTo>
                    <a:pt x="2288910" y="1015100"/>
                    <a:pt x="2285100" y="1023990"/>
                    <a:pt x="2285100" y="1065900"/>
                  </a:cubicBezTo>
                  <a:cubicBezTo>
                    <a:pt x="2285100" y="1107810"/>
                    <a:pt x="2288910" y="1116700"/>
                    <a:pt x="2310500" y="1116700"/>
                  </a:cubicBezTo>
                  <a:cubicBezTo>
                    <a:pt x="2327010" y="1116700"/>
                    <a:pt x="2335900" y="1125590"/>
                    <a:pt x="2335900" y="1142100"/>
                  </a:cubicBezTo>
                  <a:cubicBezTo>
                    <a:pt x="2335900" y="1158610"/>
                    <a:pt x="2344790" y="1167500"/>
                    <a:pt x="2361300" y="1167500"/>
                  </a:cubicBezTo>
                  <a:cubicBezTo>
                    <a:pt x="2377810" y="1167500"/>
                    <a:pt x="2386700" y="1158610"/>
                    <a:pt x="2386700" y="1142100"/>
                  </a:cubicBezTo>
                  <a:cubicBezTo>
                    <a:pt x="2386700" y="1125590"/>
                    <a:pt x="2395590" y="1116700"/>
                    <a:pt x="2412100" y="1116700"/>
                  </a:cubicBezTo>
                  <a:cubicBezTo>
                    <a:pt x="2428610" y="1116700"/>
                    <a:pt x="2437500" y="1107810"/>
                    <a:pt x="2437500" y="1091300"/>
                  </a:cubicBezTo>
                  <a:cubicBezTo>
                    <a:pt x="2437500" y="1074790"/>
                    <a:pt x="2446390" y="1065900"/>
                    <a:pt x="2462900" y="1065900"/>
                  </a:cubicBezTo>
                  <a:cubicBezTo>
                    <a:pt x="2485760" y="1065900"/>
                    <a:pt x="2488300" y="1074790"/>
                    <a:pt x="2488300" y="1142100"/>
                  </a:cubicBezTo>
                  <a:cubicBezTo>
                    <a:pt x="2488300" y="1209410"/>
                    <a:pt x="2485760" y="1218300"/>
                    <a:pt x="2462900" y="1218300"/>
                  </a:cubicBezTo>
                  <a:cubicBezTo>
                    <a:pt x="2446390" y="1218300"/>
                    <a:pt x="2437500" y="1227190"/>
                    <a:pt x="2437500" y="1243700"/>
                  </a:cubicBezTo>
                  <a:cubicBezTo>
                    <a:pt x="2437500" y="1260210"/>
                    <a:pt x="2446390" y="1269100"/>
                    <a:pt x="2462900" y="1269100"/>
                  </a:cubicBezTo>
                  <a:cubicBezTo>
                    <a:pt x="2484490" y="1269100"/>
                    <a:pt x="2488300" y="1277990"/>
                    <a:pt x="2488300" y="1319900"/>
                  </a:cubicBezTo>
                  <a:cubicBezTo>
                    <a:pt x="2488300" y="1361810"/>
                    <a:pt x="2484490" y="1370700"/>
                    <a:pt x="2462900" y="1370700"/>
                  </a:cubicBezTo>
                  <a:cubicBezTo>
                    <a:pt x="2441310" y="1370700"/>
                    <a:pt x="2437500" y="1379590"/>
                    <a:pt x="2437500" y="1421500"/>
                  </a:cubicBezTo>
                  <a:cubicBezTo>
                    <a:pt x="2437500" y="1463410"/>
                    <a:pt x="2433690" y="1472300"/>
                    <a:pt x="2412100" y="1472300"/>
                  </a:cubicBezTo>
                  <a:cubicBezTo>
                    <a:pt x="2395590" y="1472300"/>
                    <a:pt x="2386700" y="1481190"/>
                    <a:pt x="2386700" y="1497700"/>
                  </a:cubicBezTo>
                  <a:cubicBezTo>
                    <a:pt x="2386700" y="1514210"/>
                    <a:pt x="2377810" y="1523100"/>
                    <a:pt x="2361300" y="1523100"/>
                  </a:cubicBezTo>
                  <a:cubicBezTo>
                    <a:pt x="2344790" y="1523100"/>
                    <a:pt x="2335900" y="1514210"/>
                    <a:pt x="2335900" y="1497700"/>
                  </a:cubicBezTo>
                  <a:cubicBezTo>
                    <a:pt x="2335900" y="1481190"/>
                    <a:pt x="2344790" y="1472300"/>
                    <a:pt x="2361300" y="1472300"/>
                  </a:cubicBezTo>
                  <a:cubicBezTo>
                    <a:pt x="2377810" y="1472300"/>
                    <a:pt x="2386700" y="1463410"/>
                    <a:pt x="2386700" y="1446900"/>
                  </a:cubicBezTo>
                  <a:cubicBezTo>
                    <a:pt x="2386700" y="1430390"/>
                    <a:pt x="2377810" y="1421500"/>
                    <a:pt x="2361300" y="1421500"/>
                  </a:cubicBezTo>
                  <a:cubicBezTo>
                    <a:pt x="2344790" y="1421500"/>
                    <a:pt x="2335900" y="1412610"/>
                    <a:pt x="2335900" y="1396100"/>
                  </a:cubicBezTo>
                  <a:cubicBezTo>
                    <a:pt x="2335900" y="1379590"/>
                    <a:pt x="2327010" y="1370700"/>
                    <a:pt x="2310500" y="1370700"/>
                  </a:cubicBezTo>
                  <a:cubicBezTo>
                    <a:pt x="2293990" y="1370700"/>
                    <a:pt x="2285100" y="1379590"/>
                    <a:pt x="2285100" y="1396100"/>
                  </a:cubicBezTo>
                  <a:cubicBezTo>
                    <a:pt x="2285100" y="1417690"/>
                    <a:pt x="2276210" y="1421500"/>
                    <a:pt x="2234300" y="1421500"/>
                  </a:cubicBezTo>
                  <a:cubicBezTo>
                    <a:pt x="2192390" y="1421500"/>
                    <a:pt x="2183500" y="1417690"/>
                    <a:pt x="2183500" y="1396100"/>
                  </a:cubicBezTo>
                  <a:cubicBezTo>
                    <a:pt x="2183500" y="1374510"/>
                    <a:pt x="2174610" y="1370700"/>
                    <a:pt x="2132700" y="1370700"/>
                  </a:cubicBezTo>
                  <a:cubicBezTo>
                    <a:pt x="2090790" y="1370700"/>
                    <a:pt x="2081900" y="1374510"/>
                    <a:pt x="2081900" y="1396100"/>
                  </a:cubicBezTo>
                  <a:cubicBezTo>
                    <a:pt x="2081900" y="1412610"/>
                    <a:pt x="2073010" y="1421500"/>
                    <a:pt x="2056500" y="1421500"/>
                  </a:cubicBezTo>
                  <a:cubicBezTo>
                    <a:pt x="2039990" y="1421500"/>
                    <a:pt x="2031100" y="1412610"/>
                    <a:pt x="2031100" y="1396100"/>
                  </a:cubicBezTo>
                  <a:cubicBezTo>
                    <a:pt x="2031100" y="1379590"/>
                    <a:pt x="2022210" y="1370700"/>
                    <a:pt x="2005700" y="1370700"/>
                  </a:cubicBezTo>
                  <a:cubicBezTo>
                    <a:pt x="1984110" y="1370700"/>
                    <a:pt x="1980300" y="1379590"/>
                    <a:pt x="1980300" y="1421500"/>
                  </a:cubicBezTo>
                  <a:cubicBezTo>
                    <a:pt x="1980300" y="1463410"/>
                    <a:pt x="1984110" y="1472300"/>
                    <a:pt x="2005700" y="1472300"/>
                  </a:cubicBezTo>
                  <a:cubicBezTo>
                    <a:pt x="2022210" y="1472300"/>
                    <a:pt x="2031100" y="1481190"/>
                    <a:pt x="2031100" y="1497700"/>
                  </a:cubicBezTo>
                  <a:cubicBezTo>
                    <a:pt x="2031100" y="1514210"/>
                    <a:pt x="2039990" y="1523100"/>
                    <a:pt x="2056500" y="1523100"/>
                  </a:cubicBezTo>
                  <a:cubicBezTo>
                    <a:pt x="2073010" y="1523100"/>
                    <a:pt x="2081900" y="1531990"/>
                    <a:pt x="2081900" y="1548500"/>
                  </a:cubicBezTo>
                  <a:cubicBezTo>
                    <a:pt x="2081900" y="1565010"/>
                    <a:pt x="2090790" y="1573900"/>
                    <a:pt x="2107300" y="1573900"/>
                  </a:cubicBezTo>
                  <a:cubicBezTo>
                    <a:pt x="2123810" y="1573900"/>
                    <a:pt x="2132700" y="1582790"/>
                    <a:pt x="2132700" y="1599300"/>
                  </a:cubicBezTo>
                  <a:cubicBezTo>
                    <a:pt x="2132700" y="1615810"/>
                    <a:pt x="2141590" y="1624700"/>
                    <a:pt x="2158100" y="1624700"/>
                  </a:cubicBezTo>
                  <a:cubicBezTo>
                    <a:pt x="2174610" y="1624700"/>
                    <a:pt x="2183500" y="1633590"/>
                    <a:pt x="2183500" y="1650100"/>
                  </a:cubicBezTo>
                  <a:cubicBezTo>
                    <a:pt x="2183500" y="1666610"/>
                    <a:pt x="2192390" y="1675500"/>
                    <a:pt x="2208900" y="1675500"/>
                  </a:cubicBezTo>
                  <a:cubicBezTo>
                    <a:pt x="2225410" y="1675500"/>
                    <a:pt x="2234300" y="1684390"/>
                    <a:pt x="2234300" y="1700900"/>
                  </a:cubicBezTo>
                  <a:cubicBezTo>
                    <a:pt x="2234300" y="1717410"/>
                    <a:pt x="2243190" y="1726300"/>
                    <a:pt x="2259700" y="1726300"/>
                  </a:cubicBezTo>
                  <a:cubicBezTo>
                    <a:pt x="2281290" y="1726300"/>
                    <a:pt x="2285100" y="1717410"/>
                    <a:pt x="2285100" y="1675500"/>
                  </a:cubicBezTo>
                  <a:cubicBezTo>
                    <a:pt x="2285100" y="1633590"/>
                    <a:pt x="2281290" y="1624700"/>
                    <a:pt x="2259700" y="1624700"/>
                  </a:cubicBezTo>
                  <a:cubicBezTo>
                    <a:pt x="2243190" y="1624700"/>
                    <a:pt x="2234300" y="1615810"/>
                    <a:pt x="2234300" y="1599300"/>
                  </a:cubicBezTo>
                  <a:cubicBezTo>
                    <a:pt x="2234300" y="1582790"/>
                    <a:pt x="2243190" y="1573900"/>
                    <a:pt x="2259700" y="1573900"/>
                  </a:cubicBezTo>
                  <a:cubicBezTo>
                    <a:pt x="2276210" y="1573900"/>
                    <a:pt x="2285100" y="1582790"/>
                    <a:pt x="2285100" y="1599300"/>
                  </a:cubicBezTo>
                  <a:cubicBezTo>
                    <a:pt x="2285100" y="1615810"/>
                    <a:pt x="2293990" y="1624700"/>
                    <a:pt x="2310500" y="1624700"/>
                  </a:cubicBezTo>
                  <a:cubicBezTo>
                    <a:pt x="2327010" y="1624700"/>
                    <a:pt x="2335900" y="1615810"/>
                    <a:pt x="2335900" y="1599300"/>
                  </a:cubicBezTo>
                  <a:cubicBezTo>
                    <a:pt x="2335900" y="1577710"/>
                    <a:pt x="2344790" y="1573900"/>
                    <a:pt x="2386700" y="1573900"/>
                  </a:cubicBezTo>
                  <a:cubicBezTo>
                    <a:pt x="2428610" y="1573900"/>
                    <a:pt x="2437500" y="1577710"/>
                    <a:pt x="2437500" y="1599300"/>
                  </a:cubicBezTo>
                  <a:cubicBezTo>
                    <a:pt x="2437500" y="1615810"/>
                    <a:pt x="2446390" y="1624700"/>
                    <a:pt x="2462900" y="1624700"/>
                  </a:cubicBezTo>
                  <a:cubicBezTo>
                    <a:pt x="2484490" y="1624700"/>
                    <a:pt x="2488300" y="1633590"/>
                    <a:pt x="2488300" y="1675500"/>
                  </a:cubicBezTo>
                  <a:lnTo>
                    <a:pt x="2488300" y="1726300"/>
                  </a:lnTo>
                  <a:lnTo>
                    <a:pt x="2437500" y="1726300"/>
                  </a:lnTo>
                  <a:lnTo>
                    <a:pt x="2386700" y="1726300"/>
                  </a:lnTo>
                  <a:lnTo>
                    <a:pt x="2386700" y="1777100"/>
                  </a:lnTo>
                  <a:cubicBezTo>
                    <a:pt x="2386700" y="1819010"/>
                    <a:pt x="2390510" y="1827900"/>
                    <a:pt x="2412100" y="1827900"/>
                  </a:cubicBezTo>
                  <a:cubicBezTo>
                    <a:pt x="2428610" y="1827900"/>
                    <a:pt x="2437500" y="1819010"/>
                    <a:pt x="2437500" y="1802500"/>
                  </a:cubicBezTo>
                  <a:cubicBezTo>
                    <a:pt x="2437500" y="1785990"/>
                    <a:pt x="2446390" y="1777100"/>
                    <a:pt x="2462900" y="1777100"/>
                  </a:cubicBezTo>
                  <a:cubicBezTo>
                    <a:pt x="2479410" y="1777100"/>
                    <a:pt x="2488300" y="1785990"/>
                    <a:pt x="2488300" y="1802500"/>
                  </a:cubicBezTo>
                  <a:cubicBezTo>
                    <a:pt x="2488300" y="1819010"/>
                    <a:pt x="2479410" y="1827900"/>
                    <a:pt x="2462900" y="1827900"/>
                  </a:cubicBezTo>
                  <a:cubicBezTo>
                    <a:pt x="2441310" y="1827900"/>
                    <a:pt x="2437500" y="1836790"/>
                    <a:pt x="2437500" y="1878700"/>
                  </a:cubicBezTo>
                  <a:cubicBezTo>
                    <a:pt x="2437500" y="1920610"/>
                    <a:pt x="2441310" y="1929500"/>
                    <a:pt x="2462900" y="1929500"/>
                  </a:cubicBezTo>
                  <a:cubicBezTo>
                    <a:pt x="2479410" y="1929500"/>
                    <a:pt x="2488300" y="1938390"/>
                    <a:pt x="2488300" y="1954900"/>
                  </a:cubicBezTo>
                  <a:cubicBezTo>
                    <a:pt x="2488300" y="1977760"/>
                    <a:pt x="2479410" y="1980300"/>
                    <a:pt x="2412100" y="1980300"/>
                  </a:cubicBezTo>
                  <a:cubicBezTo>
                    <a:pt x="2344790" y="1980300"/>
                    <a:pt x="2335900" y="1982840"/>
                    <a:pt x="2335900" y="2005700"/>
                  </a:cubicBezTo>
                  <a:cubicBezTo>
                    <a:pt x="2335900" y="2027290"/>
                    <a:pt x="2344790" y="2031100"/>
                    <a:pt x="2386700" y="2031100"/>
                  </a:cubicBezTo>
                  <a:cubicBezTo>
                    <a:pt x="2428610" y="2031100"/>
                    <a:pt x="2437500" y="2034910"/>
                    <a:pt x="2437500" y="2056500"/>
                  </a:cubicBezTo>
                  <a:cubicBezTo>
                    <a:pt x="2437500" y="2079360"/>
                    <a:pt x="2428610" y="2081900"/>
                    <a:pt x="2361300" y="2081900"/>
                  </a:cubicBezTo>
                  <a:cubicBezTo>
                    <a:pt x="2293990" y="2081900"/>
                    <a:pt x="2285100" y="2079360"/>
                    <a:pt x="2285100" y="2056500"/>
                  </a:cubicBezTo>
                  <a:cubicBezTo>
                    <a:pt x="2285100" y="2039990"/>
                    <a:pt x="2276210" y="2031100"/>
                    <a:pt x="2259700" y="2031100"/>
                  </a:cubicBezTo>
                  <a:cubicBezTo>
                    <a:pt x="2243190" y="2031100"/>
                    <a:pt x="2234300" y="2039990"/>
                    <a:pt x="2234300" y="2056500"/>
                  </a:cubicBezTo>
                  <a:cubicBezTo>
                    <a:pt x="2234300" y="2073010"/>
                    <a:pt x="2225410" y="2081900"/>
                    <a:pt x="2208900" y="2081900"/>
                  </a:cubicBezTo>
                  <a:cubicBezTo>
                    <a:pt x="2186040" y="2081900"/>
                    <a:pt x="2183500" y="2073010"/>
                    <a:pt x="2183500" y="2005700"/>
                  </a:cubicBezTo>
                  <a:cubicBezTo>
                    <a:pt x="2183500" y="1938390"/>
                    <a:pt x="2186040" y="1929500"/>
                    <a:pt x="2208900" y="1929500"/>
                  </a:cubicBezTo>
                  <a:cubicBezTo>
                    <a:pt x="2225410" y="1929500"/>
                    <a:pt x="2234300" y="1920610"/>
                    <a:pt x="2234300" y="1904100"/>
                  </a:cubicBezTo>
                  <a:cubicBezTo>
                    <a:pt x="2234300" y="1887590"/>
                    <a:pt x="2225410" y="1878700"/>
                    <a:pt x="2208900" y="1878700"/>
                  </a:cubicBezTo>
                  <a:cubicBezTo>
                    <a:pt x="2192390" y="1878700"/>
                    <a:pt x="2183500" y="1869810"/>
                    <a:pt x="2183500" y="1853300"/>
                  </a:cubicBezTo>
                  <a:cubicBezTo>
                    <a:pt x="2183500" y="1836790"/>
                    <a:pt x="2192390" y="1827900"/>
                    <a:pt x="2208900" y="1827900"/>
                  </a:cubicBezTo>
                  <a:cubicBezTo>
                    <a:pt x="2225410" y="1827900"/>
                    <a:pt x="2234300" y="1836790"/>
                    <a:pt x="2234300" y="1853300"/>
                  </a:cubicBezTo>
                  <a:cubicBezTo>
                    <a:pt x="2234300" y="1869810"/>
                    <a:pt x="2243190" y="1878700"/>
                    <a:pt x="2259700" y="1878700"/>
                  </a:cubicBezTo>
                  <a:cubicBezTo>
                    <a:pt x="2276210" y="1878700"/>
                    <a:pt x="2285100" y="1869810"/>
                    <a:pt x="2285100" y="1853300"/>
                  </a:cubicBezTo>
                  <a:cubicBezTo>
                    <a:pt x="2285100" y="1836790"/>
                    <a:pt x="2293990" y="1827900"/>
                    <a:pt x="2310500" y="1827900"/>
                  </a:cubicBezTo>
                  <a:cubicBezTo>
                    <a:pt x="2327010" y="1827900"/>
                    <a:pt x="2335900" y="1819010"/>
                    <a:pt x="2335900" y="1802500"/>
                  </a:cubicBezTo>
                  <a:cubicBezTo>
                    <a:pt x="2335900" y="1780910"/>
                    <a:pt x="2327010" y="1777100"/>
                    <a:pt x="2285100" y="1777100"/>
                  </a:cubicBezTo>
                  <a:cubicBezTo>
                    <a:pt x="2243190" y="1777100"/>
                    <a:pt x="2234300" y="1773290"/>
                    <a:pt x="2234300" y="1751700"/>
                  </a:cubicBezTo>
                  <a:cubicBezTo>
                    <a:pt x="2234300" y="1730110"/>
                    <a:pt x="2225410" y="1726300"/>
                    <a:pt x="2183500" y="1726300"/>
                  </a:cubicBezTo>
                  <a:cubicBezTo>
                    <a:pt x="2141590" y="1726300"/>
                    <a:pt x="2132700" y="1730110"/>
                    <a:pt x="2132700" y="1751700"/>
                  </a:cubicBezTo>
                  <a:cubicBezTo>
                    <a:pt x="2132700" y="1768210"/>
                    <a:pt x="2123810" y="1777100"/>
                    <a:pt x="2107300" y="1777100"/>
                  </a:cubicBezTo>
                  <a:cubicBezTo>
                    <a:pt x="2085710" y="1777100"/>
                    <a:pt x="2081900" y="1785990"/>
                    <a:pt x="2081900" y="1827900"/>
                  </a:cubicBezTo>
                  <a:cubicBezTo>
                    <a:pt x="2081900" y="1869810"/>
                    <a:pt x="2085710" y="1878700"/>
                    <a:pt x="2107300" y="1878700"/>
                  </a:cubicBezTo>
                  <a:cubicBezTo>
                    <a:pt x="2123810" y="1878700"/>
                    <a:pt x="2132700" y="1887590"/>
                    <a:pt x="2132700" y="1904100"/>
                  </a:cubicBezTo>
                  <a:cubicBezTo>
                    <a:pt x="2132700" y="1920610"/>
                    <a:pt x="2123810" y="1929500"/>
                    <a:pt x="2107300" y="1929500"/>
                  </a:cubicBezTo>
                  <a:cubicBezTo>
                    <a:pt x="2085710" y="1929500"/>
                    <a:pt x="2081900" y="1938390"/>
                    <a:pt x="2081900" y="1980300"/>
                  </a:cubicBezTo>
                  <a:cubicBezTo>
                    <a:pt x="2081900" y="2022210"/>
                    <a:pt x="2085710" y="2031100"/>
                    <a:pt x="2107300" y="2031100"/>
                  </a:cubicBezTo>
                  <a:cubicBezTo>
                    <a:pt x="2123810" y="2031100"/>
                    <a:pt x="2132700" y="2039990"/>
                    <a:pt x="2132700" y="2056500"/>
                  </a:cubicBezTo>
                  <a:cubicBezTo>
                    <a:pt x="2132700" y="2078090"/>
                    <a:pt x="2123810" y="2081900"/>
                    <a:pt x="2081900" y="2081900"/>
                  </a:cubicBezTo>
                  <a:cubicBezTo>
                    <a:pt x="2039990" y="2081900"/>
                    <a:pt x="2031100" y="2078090"/>
                    <a:pt x="2031100" y="2056500"/>
                  </a:cubicBezTo>
                  <a:cubicBezTo>
                    <a:pt x="2031100" y="2039990"/>
                    <a:pt x="2022210" y="2031100"/>
                    <a:pt x="2005700" y="2031100"/>
                  </a:cubicBezTo>
                  <a:cubicBezTo>
                    <a:pt x="1989190" y="2031100"/>
                    <a:pt x="1980300" y="2039990"/>
                    <a:pt x="1980300" y="2056500"/>
                  </a:cubicBezTo>
                  <a:cubicBezTo>
                    <a:pt x="1980300" y="2073010"/>
                    <a:pt x="1971410" y="2081900"/>
                    <a:pt x="1954900" y="2081900"/>
                  </a:cubicBezTo>
                  <a:cubicBezTo>
                    <a:pt x="1938390" y="2081900"/>
                    <a:pt x="1929500" y="2073010"/>
                    <a:pt x="1929500" y="2056500"/>
                  </a:cubicBezTo>
                  <a:cubicBezTo>
                    <a:pt x="1929500" y="2039990"/>
                    <a:pt x="1920610" y="2031100"/>
                    <a:pt x="1904100" y="2031100"/>
                  </a:cubicBezTo>
                  <a:cubicBezTo>
                    <a:pt x="1887590" y="2031100"/>
                    <a:pt x="1878700" y="2022210"/>
                    <a:pt x="1878700" y="2005700"/>
                  </a:cubicBezTo>
                  <a:cubicBezTo>
                    <a:pt x="1878700" y="1984110"/>
                    <a:pt x="1869810" y="1980300"/>
                    <a:pt x="1827900" y="1980300"/>
                  </a:cubicBezTo>
                  <a:cubicBezTo>
                    <a:pt x="1785990" y="1980300"/>
                    <a:pt x="1777100" y="1976490"/>
                    <a:pt x="1777100" y="1954900"/>
                  </a:cubicBezTo>
                  <a:cubicBezTo>
                    <a:pt x="1777100" y="1933310"/>
                    <a:pt x="1785990" y="1929500"/>
                    <a:pt x="1827900" y="1929500"/>
                  </a:cubicBezTo>
                  <a:cubicBezTo>
                    <a:pt x="1869810" y="1929500"/>
                    <a:pt x="1878700" y="1933310"/>
                    <a:pt x="1878700" y="1954900"/>
                  </a:cubicBezTo>
                  <a:cubicBezTo>
                    <a:pt x="1878700" y="1971410"/>
                    <a:pt x="1887590" y="1980300"/>
                    <a:pt x="1904100" y="1980300"/>
                  </a:cubicBezTo>
                  <a:cubicBezTo>
                    <a:pt x="1925690" y="1980300"/>
                    <a:pt x="1929500" y="1971410"/>
                    <a:pt x="1929500" y="1929500"/>
                  </a:cubicBezTo>
                  <a:lnTo>
                    <a:pt x="1929500" y="1878700"/>
                  </a:lnTo>
                  <a:lnTo>
                    <a:pt x="1878700" y="1878700"/>
                  </a:lnTo>
                  <a:cubicBezTo>
                    <a:pt x="1836790" y="1878700"/>
                    <a:pt x="1827900" y="1874890"/>
                    <a:pt x="1827900" y="1853300"/>
                  </a:cubicBezTo>
                  <a:cubicBezTo>
                    <a:pt x="1827900" y="1831710"/>
                    <a:pt x="1836790" y="1827900"/>
                    <a:pt x="1878700" y="1827900"/>
                  </a:cubicBezTo>
                  <a:cubicBezTo>
                    <a:pt x="1920610" y="1827900"/>
                    <a:pt x="1929500" y="1824090"/>
                    <a:pt x="1929500" y="1802500"/>
                  </a:cubicBezTo>
                  <a:cubicBezTo>
                    <a:pt x="1929500" y="1785990"/>
                    <a:pt x="1938390" y="1777100"/>
                    <a:pt x="1954900" y="1777100"/>
                  </a:cubicBezTo>
                  <a:cubicBezTo>
                    <a:pt x="1971410" y="1777100"/>
                    <a:pt x="1980300" y="1768210"/>
                    <a:pt x="1980300" y="1751700"/>
                  </a:cubicBezTo>
                  <a:cubicBezTo>
                    <a:pt x="1980300" y="1735190"/>
                    <a:pt x="1971410" y="1726300"/>
                    <a:pt x="1954900" y="1726300"/>
                  </a:cubicBezTo>
                  <a:cubicBezTo>
                    <a:pt x="1938390" y="1726300"/>
                    <a:pt x="1929500" y="1717410"/>
                    <a:pt x="1929500" y="1700900"/>
                  </a:cubicBezTo>
                  <a:cubicBezTo>
                    <a:pt x="1929500" y="1684390"/>
                    <a:pt x="1938390" y="1675500"/>
                    <a:pt x="1954900" y="1675500"/>
                  </a:cubicBezTo>
                  <a:cubicBezTo>
                    <a:pt x="1971410" y="1675500"/>
                    <a:pt x="1980300" y="1666610"/>
                    <a:pt x="1980300" y="1650100"/>
                  </a:cubicBezTo>
                  <a:cubicBezTo>
                    <a:pt x="1980300" y="1633590"/>
                    <a:pt x="1971410" y="1624700"/>
                    <a:pt x="1954900" y="1624700"/>
                  </a:cubicBezTo>
                  <a:cubicBezTo>
                    <a:pt x="1933310" y="1624700"/>
                    <a:pt x="1929500" y="1615810"/>
                    <a:pt x="1929500" y="1573900"/>
                  </a:cubicBezTo>
                  <a:cubicBezTo>
                    <a:pt x="1929500" y="1531990"/>
                    <a:pt x="1933310" y="1523100"/>
                    <a:pt x="1954900" y="1523100"/>
                  </a:cubicBezTo>
                  <a:cubicBezTo>
                    <a:pt x="1971410" y="1523100"/>
                    <a:pt x="1980300" y="1514210"/>
                    <a:pt x="1980300" y="1497700"/>
                  </a:cubicBezTo>
                  <a:cubicBezTo>
                    <a:pt x="1980300" y="1481190"/>
                    <a:pt x="1971410" y="1472300"/>
                    <a:pt x="1954900" y="1472300"/>
                  </a:cubicBezTo>
                  <a:cubicBezTo>
                    <a:pt x="1938390" y="1472300"/>
                    <a:pt x="1929500" y="1463410"/>
                    <a:pt x="1929500" y="1446900"/>
                  </a:cubicBezTo>
                  <a:cubicBezTo>
                    <a:pt x="1929500" y="1430390"/>
                    <a:pt x="1920610" y="1421500"/>
                    <a:pt x="1904100" y="1421500"/>
                  </a:cubicBezTo>
                  <a:cubicBezTo>
                    <a:pt x="1887590" y="1421500"/>
                    <a:pt x="1878700" y="1430390"/>
                    <a:pt x="1878700" y="1446900"/>
                  </a:cubicBezTo>
                  <a:cubicBezTo>
                    <a:pt x="1878700" y="1463410"/>
                    <a:pt x="1869810" y="1472300"/>
                    <a:pt x="1853300" y="1472300"/>
                  </a:cubicBezTo>
                  <a:cubicBezTo>
                    <a:pt x="1836790" y="1472300"/>
                    <a:pt x="1827900" y="1481190"/>
                    <a:pt x="1827900" y="1497700"/>
                  </a:cubicBezTo>
                  <a:cubicBezTo>
                    <a:pt x="1827900" y="1514210"/>
                    <a:pt x="1836790" y="1523100"/>
                    <a:pt x="1853300" y="1523100"/>
                  </a:cubicBezTo>
                  <a:cubicBezTo>
                    <a:pt x="1874890" y="1523100"/>
                    <a:pt x="1878700" y="1531990"/>
                    <a:pt x="1878700" y="1573900"/>
                  </a:cubicBezTo>
                  <a:cubicBezTo>
                    <a:pt x="1878700" y="1615810"/>
                    <a:pt x="1874890" y="1624700"/>
                    <a:pt x="1853300" y="1624700"/>
                  </a:cubicBezTo>
                  <a:cubicBezTo>
                    <a:pt x="1836790" y="1624700"/>
                    <a:pt x="1827900" y="1615810"/>
                    <a:pt x="1827900" y="1599300"/>
                  </a:cubicBezTo>
                  <a:cubicBezTo>
                    <a:pt x="1827900" y="1582790"/>
                    <a:pt x="1819010" y="1573900"/>
                    <a:pt x="1802500" y="1573900"/>
                  </a:cubicBezTo>
                  <a:cubicBezTo>
                    <a:pt x="1779640" y="1573900"/>
                    <a:pt x="1777100" y="1582790"/>
                    <a:pt x="1777100" y="1650100"/>
                  </a:cubicBezTo>
                  <a:cubicBezTo>
                    <a:pt x="1777100" y="1717410"/>
                    <a:pt x="1779640" y="1726300"/>
                    <a:pt x="1802500" y="1726300"/>
                  </a:cubicBezTo>
                  <a:cubicBezTo>
                    <a:pt x="1819010" y="1726300"/>
                    <a:pt x="1827900" y="1717410"/>
                    <a:pt x="1827900" y="1700900"/>
                  </a:cubicBezTo>
                  <a:cubicBezTo>
                    <a:pt x="1827900" y="1684390"/>
                    <a:pt x="1836790" y="1675500"/>
                    <a:pt x="1853300" y="1675500"/>
                  </a:cubicBezTo>
                  <a:cubicBezTo>
                    <a:pt x="1869810" y="1675500"/>
                    <a:pt x="1878700" y="1684390"/>
                    <a:pt x="1878700" y="1700900"/>
                  </a:cubicBezTo>
                  <a:cubicBezTo>
                    <a:pt x="1878700" y="1717410"/>
                    <a:pt x="1869810" y="1726300"/>
                    <a:pt x="1853300" y="1726300"/>
                  </a:cubicBezTo>
                  <a:cubicBezTo>
                    <a:pt x="1836790" y="1726300"/>
                    <a:pt x="1827900" y="1735190"/>
                    <a:pt x="1827900" y="1751700"/>
                  </a:cubicBezTo>
                  <a:cubicBezTo>
                    <a:pt x="1827900" y="1768210"/>
                    <a:pt x="1819010" y="1777100"/>
                    <a:pt x="1802500" y="1777100"/>
                  </a:cubicBezTo>
                  <a:cubicBezTo>
                    <a:pt x="1785990" y="1777100"/>
                    <a:pt x="1777100" y="1768210"/>
                    <a:pt x="1777100" y="1751700"/>
                  </a:cubicBezTo>
                  <a:cubicBezTo>
                    <a:pt x="1777100" y="1735190"/>
                    <a:pt x="1768210" y="1726300"/>
                    <a:pt x="1751700" y="1726300"/>
                  </a:cubicBezTo>
                  <a:cubicBezTo>
                    <a:pt x="1735190" y="1726300"/>
                    <a:pt x="1726300" y="1717410"/>
                    <a:pt x="1726300" y="1700900"/>
                  </a:cubicBezTo>
                  <a:cubicBezTo>
                    <a:pt x="1726300" y="1684390"/>
                    <a:pt x="1717410" y="1675500"/>
                    <a:pt x="1700900" y="1675500"/>
                  </a:cubicBezTo>
                  <a:cubicBezTo>
                    <a:pt x="1684390" y="1675500"/>
                    <a:pt x="1675500" y="1666610"/>
                    <a:pt x="1675500" y="1650100"/>
                  </a:cubicBezTo>
                  <a:cubicBezTo>
                    <a:pt x="1675500" y="1633590"/>
                    <a:pt x="1684390" y="1624700"/>
                    <a:pt x="1700900" y="1624700"/>
                  </a:cubicBezTo>
                  <a:cubicBezTo>
                    <a:pt x="1717410" y="1624700"/>
                    <a:pt x="1726300" y="1615810"/>
                    <a:pt x="1726300" y="1599300"/>
                  </a:cubicBezTo>
                  <a:cubicBezTo>
                    <a:pt x="1726300" y="1582790"/>
                    <a:pt x="1735190" y="1573900"/>
                    <a:pt x="1751700" y="1573900"/>
                  </a:cubicBezTo>
                  <a:cubicBezTo>
                    <a:pt x="1774560" y="1573900"/>
                    <a:pt x="1777100" y="1565010"/>
                    <a:pt x="1777100" y="1472300"/>
                  </a:cubicBezTo>
                  <a:lnTo>
                    <a:pt x="1777100" y="1370700"/>
                  </a:lnTo>
                  <a:lnTo>
                    <a:pt x="1827900" y="1370700"/>
                  </a:lnTo>
                  <a:cubicBezTo>
                    <a:pt x="1869810" y="1370700"/>
                    <a:pt x="1878700" y="1366890"/>
                    <a:pt x="1878700" y="1345300"/>
                  </a:cubicBezTo>
                  <a:cubicBezTo>
                    <a:pt x="1878700" y="1328790"/>
                    <a:pt x="1869810" y="1319900"/>
                    <a:pt x="1853300" y="1319900"/>
                  </a:cubicBezTo>
                  <a:cubicBezTo>
                    <a:pt x="1836790" y="1319900"/>
                    <a:pt x="1827900" y="1311010"/>
                    <a:pt x="1827900" y="1294500"/>
                  </a:cubicBezTo>
                  <a:cubicBezTo>
                    <a:pt x="1827900" y="1272910"/>
                    <a:pt x="1836790" y="1269100"/>
                    <a:pt x="1878700" y="1269100"/>
                  </a:cubicBezTo>
                  <a:cubicBezTo>
                    <a:pt x="1920610" y="1269100"/>
                    <a:pt x="1929500" y="1265290"/>
                    <a:pt x="1929500" y="1243700"/>
                  </a:cubicBezTo>
                  <a:cubicBezTo>
                    <a:pt x="1929500" y="1222110"/>
                    <a:pt x="1920610" y="1218300"/>
                    <a:pt x="1878700" y="1218300"/>
                  </a:cubicBezTo>
                  <a:cubicBezTo>
                    <a:pt x="1836790" y="1218300"/>
                    <a:pt x="1827900" y="1214490"/>
                    <a:pt x="1827900" y="1192900"/>
                  </a:cubicBezTo>
                  <a:cubicBezTo>
                    <a:pt x="1827900" y="1171310"/>
                    <a:pt x="1836790" y="1167500"/>
                    <a:pt x="1878700" y="1167500"/>
                  </a:cubicBezTo>
                  <a:cubicBezTo>
                    <a:pt x="1920610" y="1167500"/>
                    <a:pt x="1929500" y="1171310"/>
                    <a:pt x="1929500" y="1192900"/>
                  </a:cubicBezTo>
                  <a:cubicBezTo>
                    <a:pt x="1929500" y="1209410"/>
                    <a:pt x="1938390" y="1218300"/>
                    <a:pt x="1954900" y="1218300"/>
                  </a:cubicBezTo>
                  <a:cubicBezTo>
                    <a:pt x="1976490" y="1218300"/>
                    <a:pt x="1980300" y="1209410"/>
                    <a:pt x="1980300" y="1167500"/>
                  </a:cubicBezTo>
                  <a:lnTo>
                    <a:pt x="1980300" y="1116700"/>
                  </a:lnTo>
                  <a:lnTo>
                    <a:pt x="2107300" y="1116700"/>
                  </a:lnTo>
                  <a:cubicBezTo>
                    <a:pt x="2225410" y="1116700"/>
                    <a:pt x="2234300" y="1115430"/>
                    <a:pt x="2234300" y="1091300"/>
                  </a:cubicBezTo>
                  <a:cubicBezTo>
                    <a:pt x="2234300" y="1074790"/>
                    <a:pt x="2225410" y="1065900"/>
                    <a:pt x="2208900" y="1065900"/>
                  </a:cubicBezTo>
                  <a:cubicBezTo>
                    <a:pt x="2192390" y="1065900"/>
                    <a:pt x="2183500" y="1057010"/>
                    <a:pt x="2183500" y="1040500"/>
                  </a:cubicBezTo>
                  <a:cubicBezTo>
                    <a:pt x="2183500" y="1023990"/>
                    <a:pt x="2192390" y="1015100"/>
                    <a:pt x="2208900" y="1015100"/>
                  </a:cubicBezTo>
                  <a:cubicBezTo>
                    <a:pt x="2225410" y="1015100"/>
                    <a:pt x="2234300" y="1006210"/>
                    <a:pt x="2234300" y="989700"/>
                  </a:cubicBezTo>
                  <a:cubicBezTo>
                    <a:pt x="2234300" y="968110"/>
                    <a:pt x="2225410" y="964300"/>
                    <a:pt x="2183500" y="964300"/>
                  </a:cubicBezTo>
                  <a:lnTo>
                    <a:pt x="2132700" y="964300"/>
                  </a:lnTo>
                  <a:lnTo>
                    <a:pt x="2132700" y="1015100"/>
                  </a:lnTo>
                  <a:cubicBezTo>
                    <a:pt x="2132700" y="1057010"/>
                    <a:pt x="2128890" y="1065900"/>
                    <a:pt x="2107300" y="1065900"/>
                  </a:cubicBezTo>
                  <a:cubicBezTo>
                    <a:pt x="2090790" y="1065900"/>
                    <a:pt x="2081900" y="1057010"/>
                    <a:pt x="2081900" y="1040500"/>
                  </a:cubicBezTo>
                  <a:cubicBezTo>
                    <a:pt x="2081900" y="1023990"/>
                    <a:pt x="2073010" y="1015100"/>
                    <a:pt x="2056500" y="1015100"/>
                  </a:cubicBezTo>
                  <a:cubicBezTo>
                    <a:pt x="2039990" y="1015100"/>
                    <a:pt x="2031100" y="1023990"/>
                    <a:pt x="2031100" y="1040500"/>
                  </a:cubicBezTo>
                  <a:cubicBezTo>
                    <a:pt x="2031100" y="1062090"/>
                    <a:pt x="2022210" y="1065900"/>
                    <a:pt x="1980300" y="1065900"/>
                  </a:cubicBezTo>
                  <a:cubicBezTo>
                    <a:pt x="1938390" y="1065900"/>
                    <a:pt x="1929500" y="1069710"/>
                    <a:pt x="1929500" y="1091300"/>
                  </a:cubicBezTo>
                  <a:cubicBezTo>
                    <a:pt x="1929500" y="1114160"/>
                    <a:pt x="1920610" y="1116700"/>
                    <a:pt x="1853300" y="1116700"/>
                  </a:cubicBezTo>
                  <a:lnTo>
                    <a:pt x="1777100" y="1116700"/>
                  </a:lnTo>
                  <a:lnTo>
                    <a:pt x="1777100" y="1218300"/>
                  </a:lnTo>
                  <a:cubicBezTo>
                    <a:pt x="1777100" y="1311010"/>
                    <a:pt x="1774560" y="1319900"/>
                    <a:pt x="1751700" y="1319900"/>
                  </a:cubicBezTo>
                  <a:cubicBezTo>
                    <a:pt x="1730110" y="1319900"/>
                    <a:pt x="1726300" y="1328790"/>
                    <a:pt x="1726300" y="1370700"/>
                  </a:cubicBezTo>
                  <a:cubicBezTo>
                    <a:pt x="1726300" y="1412610"/>
                    <a:pt x="1722490" y="1421500"/>
                    <a:pt x="1700900" y="1421500"/>
                  </a:cubicBezTo>
                  <a:cubicBezTo>
                    <a:pt x="1684390" y="1421500"/>
                    <a:pt x="1675500" y="1430390"/>
                    <a:pt x="1675500" y="1446900"/>
                  </a:cubicBezTo>
                  <a:cubicBezTo>
                    <a:pt x="1675500" y="1463410"/>
                    <a:pt x="1684390" y="1472300"/>
                    <a:pt x="1700900" y="1472300"/>
                  </a:cubicBezTo>
                  <a:cubicBezTo>
                    <a:pt x="1717410" y="1472300"/>
                    <a:pt x="1726300" y="1481190"/>
                    <a:pt x="1726300" y="1497700"/>
                  </a:cubicBezTo>
                  <a:cubicBezTo>
                    <a:pt x="1726300" y="1519290"/>
                    <a:pt x="1717410" y="1523100"/>
                    <a:pt x="1675500" y="1523100"/>
                  </a:cubicBezTo>
                  <a:lnTo>
                    <a:pt x="1624700" y="1523100"/>
                  </a:lnTo>
                  <a:lnTo>
                    <a:pt x="1624700" y="1573900"/>
                  </a:lnTo>
                  <a:cubicBezTo>
                    <a:pt x="1624700" y="1615810"/>
                    <a:pt x="1620890" y="1624700"/>
                    <a:pt x="1599300" y="1624700"/>
                  </a:cubicBezTo>
                  <a:cubicBezTo>
                    <a:pt x="1577710" y="1624700"/>
                    <a:pt x="1573900" y="1633590"/>
                    <a:pt x="1573900" y="1675500"/>
                  </a:cubicBezTo>
                  <a:lnTo>
                    <a:pt x="1573900" y="1726300"/>
                  </a:lnTo>
                  <a:lnTo>
                    <a:pt x="1624700" y="1726300"/>
                  </a:lnTo>
                  <a:cubicBezTo>
                    <a:pt x="1666610" y="1726300"/>
                    <a:pt x="1675500" y="1730110"/>
                    <a:pt x="1675500" y="1751700"/>
                  </a:cubicBezTo>
                  <a:cubicBezTo>
                    <a:pt x="1675500" y="1768210"/>
                    <a:pt x="1684390" y="1777100"/>
                    <a:pt x="1700900" y="1777100"/>
                  </a:cubicBezTo>
                  <a:cubicBezTo>
                    <a:pt x="1717410" y="1777100"/>
                    <a:pt x="1726300" y="1785990"/>
                    <a:pt x="1726300" y="1802500"/>
                  </a:cubicBezTo>
                  <a:cubicBezTo>
                    <a:pt x="1726300" y="1819010"/>
                    <a:pt x="1717410" y="1827900"/>
                    <a:pt x="1700900" y="1827900"/>
                  </a:cubicBezTo>
                  <a:cubicBezTo>
                    <a:pt x="1684390" y="1827900"/>
                    <a:pt x="1675500" y="1836790"/>
                    <a:pt x="1675500" y="1853300"/>
                  </a:cubicBezTo>
                  <a:cubicBezTo>
                    <a:pt x="1675500" y="1869810"/>
                    <a:pt x="1684390" y="1878700"/>
                    <a:pt x="1700900" y="1878700"/>
                  </a:cubicBezTo>
                  <a:cubicBezTo>
                    <a:pt x="1722490" y="1878700"/>
                    <a:pt x="1726300" y="1887590"/>
                    <a:pt x="1726300" y="1929500"/>
                  </a:cubicBezTo>
                  <a:cubicBezTo>
                    <a:pt x="1726300" y="1971410"/>
                    <a:pt x="1722490" y="1980300"/>
                    <a:pt x="1700900" y="1980300"/>
                  </a:cubicBezTo>
                  <a:cubicBezTo>
                    <a:pt x="1679310" y="1980300"/>
                    <a:pt x="1675500" y="1971410"/>
                    <a:pt x="1675500" y="1929500"/>
                  </a:cubicBezTo>
                  <a:cubicBezTo>
                    <a:pt x="1675500" y="1887590"/>
                    <a:pt x="1671690" y="1878700"/>
                    <a:pt x="1650100" y="1878700"/>
                  </a:cubicBezTo>
                  <a:cubicBezTo>
                    <a:pt x="1627240" y="1878700"/>
                    <a:pt x="1624700" y="1887590"/>
                    <a:pt x="1624700" y="1954900"/>
                  </a:cubicBezTo>
                  <a:cubicBezTo>
                    <a:pt x="1624700" y="2022210"/>
                    <a:pt x="1627240" y="2031100"/>
                    <a:pt x="1650100" y="2031100"/>
                  </a:cubicBezTo>
                  <a:cubicBezTo>
                    <a:pt x="1666610" y="2031100"/>
                    <a:pt x="1675500" y="2039990"/>
                    <a:pt x="1675500" y="2056500"/>
                  </a:cubicBezTo>
                  <a:cubicBezTo>
                    <a:pt x="1675500" y="2073010"/>
                    <a:pt x="1684390" y="2081900"/>
                    <a:pt x="1700900" y="2081900"/>
                  </a:cubicBezTo>
                  <a:cubicBezTo>
                    <a:pt x="1717410" y="2081900"/>
                    <a:pt x="1726300" y="2073010"/>
                    <a:pt x="1726300" y="2056500"/>
                  </a:cubicBezTo>
                  <a:cubicBezTo>
                    <a:pt x="1726300" y="2034910"/>
                    <a:pt x="1735190" y="2031100"/>
                    <a:pt x="1777100" y="2031100"/>
                  </a:cubicBezTo>
                  <a:cubicBezTo>
                    <a:pt x="1819010" y="2031100"/>
                    <a:pt x="1827900" y="2034910"/>
                    <a:pt x="1827900" y="2056500"/>
                  </a:cubicBezTo>
                  <a:cubicBezTo>
                    <a:pt x="1827900" y="2073010"/>
                    <a:pt x="1836790" y="2081900"/>
                    <a:pt x="1853300" y="2081900"/>
                  </a:cubicBezTo>
                  <a:cubicBezTo>
                    <a:pt x="1874890" y="2081900"/>
                    <a:pt x="1878700" y="2090790"/>
                    <a:pt x="1878700" y="2132700"/>
                  </a:cubicBezTo>
                  <a:cubicBezTo>
                    <a:pt x="1878700" y="2174610"/>
                    <a:pt x="1882510" y="2183500"/>
                    <a:pt x="1904100" y="2183500"/>
                  </a:cubicBezTo>
                  <a:cubicBezTo>
                    <a:pt x="1920610" y="2183500"/>
                    <a:pt x="1929500" y="2174610"/>
                    <a:pt x="1929500" y="2158100"/>
                  </a:cubicBezTo>
                  <a:cubicBezTo>
                    <a:pt x="1929500" y="2141590"/>
                    <a:pt x="1938390" y="2132700"/>
                    <a:pt x="1954900" y="2132700"/>
                  </a:cubicBezTo>
                  <a:cubicBezTo>
                    <a:pt x="1976490" y="2132700"/>
                    <a:pt x="1980300" y="2141590"/>
                    <a:pt x="1980300" y="2183500"/>
                  </a:cubicBezTo>
                  <a:lnTo>
                    <a:pt x="1980300" y="2234300"/>
                  </a:lnTo>
                  <a:lnTo>
                    <a:pt x="1929500" y="2234300"/>
                  </a:lnTo>
                  <a:cubicBezTo>
                    <a:pt x="1887590" y="2234300"/>
                    <a:pt x="1878700" y="2230490"/>
                    <a:pt x="1878700" y="2208900"/>
                  </a:cubicBezTo>
                  <a:cubicBezTo>
                    <a:pt x="1878700" y="2192390"/>
                    <a:pt x="1869810" y="2183500"/>
                    <a:pt x="1853300" y="2183500"/>
                  </a:cubicBezTo>
                  <a:cubicBezTo>
                    <a:pt x="1836790" y="2183500"/>
                    <a:pt x="1827900" y="2192390"/>
                    <a:pt x="1827900" y="2208900"/>
                  </a:cubicBezTo>
                  <a:cubicBezTo>
                    <a:pt x="1827900" y="2225410"/>
                    <a:pt x="1819010" y="2234300"/>
                    <a:pt x="1802500" y="2234300"/>
                  </a:cubicBezTo>
                  <a:cubicBezTo>
                    <a:pt x="1785990" y="2234300"/>
                    <a:pt x="1777100" y="2243190"/>
                    <a:pt x="1777100" y="2259700"/>
                  </a:cubicBezTo>
                  <a:cubicBezTo>
                    <a:pt x="1777100" y="2282560"/>
                    <a:pt x="1785990" y="2285100"/>
                    <a:pt x="1853300" y="2285100"/>
                  </a:cubicBezTo>
                  <a:cubicBezTo>
                    <a:pt x="1920610" y="2285100"/>
                    <a:pt x="1929500" y="2287640"/>
                    <a:pt x="1929500" y="2310500"/>
                  </a:cubicBezTo>
                  <a:cubicBezTo>
                    <a:pt x="1929500" y="2327010"/>
                    <a:pt x="1920610" y="2335900"/>
                    <a:pt x="1904100" y="2335900"/>
                  </a:cubicBezTo>
                  <a:cubicBezTo>
                    <a:pt x="1882510" y="2335900"/>
                    <a:pt x="1878700" y="2344790"/>
                    <a:pt x="1878700" y="2386700"/>
                  </a:cubicBezTo>
                  <a:cubicBezTo>
                    <a:pt x="1878700" y="2428610"/>
                    <a:pt x="1874890" y="2437500"/>
                    <a:pt x="1853300" y="2437500"/>
                  </a:cubicBezTo>
                  <a:cubicBezTo>
                    <a:pt x="1831710" y="2437500"/>
                    <a:pt x="1827900" y="2428610"/>
                    <a:pt x="1827900" y="2386700"/>
                  </a:cubicBezTo>
                  <a:cubicBezTo>
                    <a:pt x="1827900" y="2344790"/>
                    <a:pt x="1824090" y="2335900"/>
                    <a:pt x="1802500" y="2335900"/>
                  </a:cubicBezTo>
                  <a:cubicBezTo>
                    <a:pt x="1785990" y="2335900"/>
                    <a:pt x="1777100" y="2327010"/>
                    <a:pt x="1777100" y="2310500"/>
                  </a:cubicBezTo>
                  <a:cubicBezTo>
                    <a:pt x="1777100" y="2293990"/>
                    <a:pt x="1768210" y="2285100"/>
                    <a:pt x="1751700" y="2285100"/>
                  </a:cubicBezTo>
                  <a:cubicBezTo>
                    <a:pt x="1735190" y="2285100"/>
                    <a:pt x="1726300" y="2276210"/>
                    <a:pt x="1726300" y="2259700"/>
                  </a:cubicBezTo>
                  <a:cubicBezTo>
                    <a:pt x="1726300" y="2243190"/>
                    <a:pt x="1735190" y="2234300"/>
                    <a:pt x="1751700" y="2234300"/>
                  </a:cubicBezTo>
                  <a:cubicBezTo>
                    <a:pt x="1768210" y="2234300"/>
                    <a:pt x="1777100" y="2225410"/>
                    <a:pt x="1777100" y="2208900"/>
                  </a:cubicBezTo>
                  <a:cubicBezTo>
                    <a:pt x="1777100" y="2192390"/>
                    <a:pt x="1768210" y="2183500"/>
                    <a:pt x="1751700" y="2183500"/>
                  </a:cubicBezTo>
                  <a:cubicBezTo>
                    <a:pt x="1735190" y="2183500"/>
                    <a:pt x="1726300" y="2174610"/>
                    <a:pt x="1726300" y="2158100"/>
                  </a:cubicBezTo>
                  <a:cubicBezTo>
                    <a:pt x="1726300" y="2141590"/>
                    <a:pt x="1717410" y="2132700"/>
                    <a:pt x="1700900" y="2132700"/>
                  </a:cubicBezTo>
                  <a:cubicBezTo>
                    <a:pt x="1679310" y="2132700"/>
                    <a:pt x="1675500" y="2141590"/>
                    <a:pt x="1675500" y="2183500"/>
                  </a:cubicBezTo>
                  <a:cubicBezTo>
                    <a:pt x="1675500" y="2225410"/>
                    <a:pt x="1671690" y="2234300"/>
                    <a:pt x="1650100" y="2234300"/>
                  </a:cubicBezTo>
                  <a:cubicBezTo>
                    <a:pt x="1633590" y="2234300"/>
                    <a:pt x="1624700" y="2243190"/>
                    <a:pt x="1624700" y="2259700"/>
                  </a:cubicBezTo>
                  <a:cubicBezTo>
                    <a:pt x="1624700" y="2276210"/>
                    <a:pt x="1615810" y="2285100"/>
                    <a:pt x="1599300" y="2285100"/>
                  </a:cubicBezTo>
                  <a:cubicBezTo>
                    <a:pt x="1577710" y="2285100"/>
                    <a:pt x="1573900" y="2293990"/>
                    <a:pt x="1573900" y="2335900"/>
                  </a:cubicBezTo>
                  <a:lnTo>
                    <a:pt x="1573900" y="2386700"/>
                  </a:lnTo>
                  <a:lnTo>
                    <a:pt x="1523100" y="2386700"/>
                  </a:lnTo>
                  <a:cubicBezTo>
                    <a:pt x="1481190" y="2386700"/>
                    <a:pt x="1472300" y="2390510"/>
                    <a:pt x="1472300" y="2412100"/>
                  </a:cubicBezTo>
                  <a:cubicBezTo>
                    <a:pt x="1472300" y="2428610"/>
                    <a:pt x="1463410" y="2437500"/>
                    <a:pt x="1446900" y="2437500"/>
                  </a:cubicBezTo>
                  <a:cubicBezTo>
                    <a:pt x="1430390" y="2437500"/>
                    <a:pt x="1421500" y="2446390"/>
                    <a:pt x="1421500" y="2462900"/>
                  </a:cubicBezTo>
                  <a:cubicBezTo>
                    <a:pt x="1421500" y="2479410"/>
                    <a:pt x="1412610" y="2488300"/>
                    <a:pt x="1396100" y="2488300"/>
                  </a:cubicBezTo>
                  <a:cubicBezTo>
                    <a:pt x="1379590" y="2488300"/>
                    <a:pt x="1370700" y="2479410"/>
                    <a:pt x="1370700" y="2462900"/>
                  </a:cubicBezTo>
                  <a:cubicBezTo>
                    <a:pt x="1370700" y="2446390"/>
                    <a:pt x="1361810" y="2437500"/>
                    <a:pt x="1345300" y="2437500"/>
                  </a:cubicBezTo>
                  <a:cubicBezTo>
                    <a:pt x="1322440" y="2437500"/>
                    <a:pt x="1319900" y="2428610"/>
                    <a:pt x="1319900" y="2361300"/>
                  </a:cubicBezTo>
                  <a:lnTo>
                    <a:pt x="1319900" y="2285100"/>
                  </a:lnTo>
                  <a:lnTo>
                    <a:pt x="1269100" y="2285100"/>
                  </a:lnTo>
                  <a:lnTo>
                    <a:pt x="1218300" y="2285100"/>
                  </a:lnTo>
                  <a:lnTo>
                    <a:pt x="1218300" y="2335900"/>
                  </a:lnTo>
                  <a:cubicBezTo>
                    <a:pt x="1218300" y="2377810"/>
                    <a:pt x="1222110" y="2386700"/>
                    <a:pt x="1243700" y="2386700"/>
                  </a:cubicBezTo>
                  <a:cubicBezTo>
                    <a:pt x="1260210" y="2386700"/>
                    <a:pt x="1269100" y="2395590"/>
                    <a:pt x="1269100" y="2412100"/>
                  </a:cubicBezTo>
                  <a:cubicBezTo>
                    <a:pt x="1269100" y="2434960"/>
                    <a:pt x="1260210" y="2437500"/>
                    <a:pt x="1192900" y="2437500"/>
                  </a:cubicBezTo>
                  <a:cubicBezTo>
                    <a:pt x="1125590" y="2437500"/>
                    <a:pt x="1116700" y="2434960"/>
                    <a:pt x="1116700" y="2412100"/>
                  </a:cubicBezTo>
                  <a:cubicBezTo>
                    <a:pt x="1116700" y="2395590"/>
                    <a:pt x="1107810" y="2386700"/>
                    <a:pt x="1091300" y="2386700"/>
                  </a:cubicBezTo>
                  <a:cubicBezTo>
                    <a:pt x="1074790" y="2386700"/>
                    <a:pt x="1065900" y="2377810"/>
                    <a:pt x="1065900" y="2361300"/>
                  </a:cubicBezTo>
                  <a:cubicBezTo>
                    <a:pt x="1065900" y="2344790"/>
                    <a:pt x="1074790" y="2335900"/>
                    <a:pt x="1091300" y="2335900"/>
                  </a:cubicBezTo>
                  <a:cubicBezTo>
                    <a:pt x="1107810" y="2335900"/>
                    <a:pt x="1116700" y="2344790"/>
                    <a:pt x="1116700" y="2361300"/>
                  </a:cubicBezTo>
                  <a:cubicBezTo>
                    <a:pt x="1116700" y="2377810"/>
                    <a:pt x="1125590" y="2386700"/>
                    <a:pt x="1142100" y="2386700"/>
                  </a:cubicBezTo>
                  <a:cubicBezTo>
                    <a:pt x="1163690" y="2386700"/>
                    <a:pt x="1167500" y="2377810"/>
                    <a:pt x="1167500" y="2335900"/>
                  </a:cubicBezTo>
                  <a:cubicBezTo>
                    <a:pt x="1167500" y="2293990"/>
                    <a:pt x="1163690" y="2285100"/>
                    <a:pt x="1142100" y="2285100"/>
                  </a:cubicBezTo>
                  <a:cubicBezTo>
                    <a:pt x="1125590" y="2285100"/>
                    <a:pt x="1116700" y="2276210"/>
                    <a:pt x="1116700" y="2259700"/>
                  </a:cubicBezTo>
                  <a:cubicBezTo>
                    <a:pt x="1116700" y="2236840"/>
                    <a:pt x="1107810" y="2234300"/>
                    <a:pt x="1040500" y="2234300"/>
                  </a:cubicBezTo>
                  <a:cubicBezTo>
                    <a:pt x="973190" y="2234300"/>
                    <a:pt x="964300" y="2236840"/>
                    <a:pt x="964300" y="2259700"/>
                  </a:cubicBezTo>
                  <a:cubicBezTo>
                    <a:pt x="964300" y="2276210"/>
                    <a:pt x="955410" y="2285100"/>
                    <a:pt x="938900" y="2285100"/>
                  </a:cubicBezTo>
                  <a:cubicBezTo>
                    <a:pt x="922390" y="2285100"/>
                    <a:pt x="913500" y="2293990"/>
                    <a:pt x="913500" y="2310500"/>
                  </a:cubicBezTo>
                  <a:cubicBezTo>
                    <a:pt x="913500" y="2332090"/>
                    <a:pt x="922390" y="2335900"/>
                    <a:pt x="964300" y="2335900"/>
                  </a:cubicBezTo>
                  <a:lnTo>
                    <a:pt x="1015100" y="2335900"/>
                  </a:lnTo>
                  <a:lnTo>
                    <a:pt x="1015100" y="2386700"/>
                  </a:lnTo>
                  <a:lnTo>
                    <a:pt x="1015100" y="2437500"/>
                  </a:lnTo>
                  <a:lnTo>
                    <a:pt x="964300" y="2437500"/>
                  </a:lnTo>
                  <a:cubicBezTo>
                    <a:pt x="922390" y="2437500"/>
                    <a:pt x="913500" y="2441310"/>
                    <a:pt x="913500" y="2462900"/>
                  </a:cubicBezTo>
                  <a:cubicBezTo>
                    <a:pt x="913500" y="2484490"/>
                    <a:pt x="904610" y="2488300"/>
                    <a:pt x="862700" y="2488300"/>
                  </a:cubicBezTo>
                  <a:lnTo>
                    <a:pt x="811900" y="2488300"/>
                  </a:lnTo>
                  <a:lnTo>
                    <a:pt x="811900" y="2437500"/>
                  </a:lnTo>
                  <a:cubicBezTo>
                    <a:pt x="811900" y="2395590"/>
                    <a:pt x="808090" y="2386700"/>
                    <a:pt x="786500" y="2386700"/>
                  </a:cubicBezTo>
                  <a:cubicBezTo>
                    <a:pt x="764910" y="2386700"/>
                    <a:pt x="761100" y="2395590"/>
                    <a:pt x="761100" y="2437500"/>
                  </a:cubicBezTo>
                  <a:cubicBezTo>
                    <a:pt x="761100" y="2479410"/>
                    <a:pt x="757290" y="2488300"/>
                    <a:pt x="735700" y="2488300"/>
                  </a:cubicBezTo>
                  <a:cubicBezTo>
                    <a:pt x="714110" y="2488300"/>
                    <a:pt x="710300" y="2479410"/>
                    <a:pt x="710300" y="2437500"/>
                  </a:cubicBezTo>
                  <a:cubicBezTo>
                    <a:pt x="710300" y="2395590"/>
                    <a:pt x="714110" y="2386700"/>
                    <a:pt x="735700" y="2386700"/>
                  </a:cubicBezTo>
                  <a:cubicBezTo>
                    <a:pt x="752210" y="2386700"/>
                    <a:pt x="761100" y="2377810"/>
                    <a:pt x="761100" y="2361300"/>
                  </a:cubicBezTo>
                  <a:cubicBezTo>
                    <a:pt x="761100" y="2338440"/>
                    <a:pt x="752210" y="2335900"/>
                    <a:pt x="684900" y="2335900"/>
                  </a:cubicBezTo>
                  <a:cubicBezTo>
                    <a:pt x="617590" y="2335900"/>
                    <a:pt x="608700" y="2333360"/>
                    <a:pt x="608700" y="2310500"/>
                  </a:cubicBezTo>
                  <a:cubicBezTo>
                    <a:pt x="608700" y="2288910"/>
                    <a:pt x="617590" y="2285100"/>
                    <a:pt x="659500" y="2285100"/>
                  </a:cubicBezTo>
                  <a:cubicBezTo>
                    <a:pt x="701410" y="2285100"/>
                    <a:pt x="710300" y="2281290"/>
                    <a:pt x="710300" y="2259700"/>
                  </a:cubicBezTo>
                  <a:cubicBezTo>
                    <a:pt x="710300" y="2243190"/>
                    <a:pt x="719190" y="2234300"/>
                    <a:pt x="735700" y="2234300"/>
                  </a:cubicBezTo>
                  <a:cubicBezTo>
                    <a:pt x="752210" y="2234300"/>
                    <a:pt x="761100" y="2225410"/>
                    <a:pt x="761100" y="2208900"/>
                  </a:cubicBezTo>
                  <a:cubicBezTo>
                    <a:pt x="761100" y="2192390"/>
                    <a:pt x="752210" y="2183500"/>
                    <a:pt x="735700" y="2183500"/>
                  </a:cubicBezTo>
                  <a:cubicBezTo>
                    <a:pt x="719190" y="2183500"/>
                    <a:pt x="710300" y="2174610"/>
                    <a:pt x="710300" y="2158100"/>
                  </a:cubicBezTo>
                  <a:cubicBezTo>
                    <a:pt x="710300" y="2141590"/>
                    <a:pt x="719190" y="2132700"/>
                    <a:pt x="735700" y="2132700"/>
                  </a:cubicBezTo>
                  <a:cubicBezTo>
                    <a:pt x="752210" y="2132700"/>
                    <a:pt x="761100" y="2141590"/>
                    <a:pt x="761100" y="2158100"/>
                  </a:cubicBezTo>
                  <a:cubicBezTo>
                    <a:pt x="761100" y="2174610"/>
                    <a:pt x="769990" y="2183500"/>
                    <a:pt x="786500" y="2183500"/>
                  </a:cubicBezTo>
                  <a:cubicBezTo>
                    <a:pt x="803010" y="2183500"/>
                    <a:pt x="811900" y="2174610"/>
                    <a:pt x="811900" y="2158100"/>
                  </a:cubicBezTo>
                  <a:cubicBezTo>
                    <a:pt x="811900" y="2141590"/>
                    <a:pt x="820790" y="2132700"/>
                    <a:pt x="837300" y="2132700"/>
                  </a:cubicBezTo>
                  <a:cubicBezTo>
                    <a:pt x="858890" y="2132700"/>
                    <a:pt x="862700" y="2123810"/>
                    <a:pt x="862700" y="2081900"/>
                  </a:cubicBezTo>
                  <a:cubicBezTo>
                    <a:pt x="862700" y="2039990"/>
                    <a:pt x="866510" y="2031100"/>
                    <a:pt x="888100" y="2031100"/>
                  </a:cubicBezTo>
                  <a:cubicBezTo>
                    <a:pt x="909690" y="2031100"/>
                    <a:pt x="913500" y="2022210"/>
                    <a:pt x="913500" y="1980300"/>
                  </a:cubicBezTo>
                  <a:cubicBezTo>
                    <a:pt x="913500" y="1938390"/>
                    <a:pt x="909690" y="1929500"/>
                    <a:pt x="888100" y="1929500"/>
                  </a:cubicBezTo>
                  <a:cubicBezTo>
                    <a:pt x="865240" y="1929500"/>
                    <a:pt x="862700" y="1920610"/>
                    <a:pt x="862700" y="1853300"/>
                  </a:cubicBezTo>
                  <a:cubicBezTo>
                    <a:pt x="862700" y="1785990"/>
                    <a:pt x="865240" y="1777100"/>
                    <a:pt x="888100" y="1777100"/>
                  </a:cubicBezTo>
                  <a:cubicBezTo>
                    <a:pt x="904610" y="1777100"/>
                    <a:pt x="913500" y="1785990"/>
                    <a:pt x="913500" y="1802500"/>
                  </a:cubicBezTo>
                  <a:cubicBezTo>
                    <a:pt x="913500" y="1819010"/>
                    <a:pt x="922390" y="1827900"/>
                    <a:pt x="938900" y="1827900"/>
                  </a:cubicBezTo>
                  <a:cubicBezTo>
                    <a:pt x="955410" y="1827900"/>
                    <a:pt x="964300" y="1836790"/>
                    <a:pt x="964300" y="1853300"/>
                  </a:cubicBezTo>
                  <a:cubicBezTo>
                    <a:pt x="964300" y="1869810"/>
                    <a:pt x="973190" y="1878700"/>
                    <a:pt x="989700" y="1878700"/>
                  </a:cubicBezTo>
                  <a:cubicBezTo>
                    <a:pt x="1006210" y="1878700"/>
                    <a:pt x="1015100" y="1887590"/>
                    <a:pt x="1015100" y="1904100"/>
                  </a:cubicBezTo>
                  <a:cubicBezTo>
                    <a:pt x="1015100" y="1920610"/>
                    <a:pt x="1023990" y="1929500"/>
                    <a:pt x="1040500" y="1929500"/>
                  </a:cubicBezTo>
                  <a:cubicBezTo>
                    <a:pt x="1057010" y="1929500"/>
                    <a:pt x="1065900" y="1920610"/>
                    <a:pt x="1065900" y="1904100"/>
                  </a:cubicBezTo>
                  <a:cubicBezTo>
                    <a:pt x="1065900" y="1887590"/>
                    <a:pt x="1074790" y="1878700"/>
                    <a:pt x="1091300" y="1878700"/>
                  </a:cubicBezTo>
                  <a:cubicBezTo>
                    <a:pt x="1107810" y="1878700"/>
                    <a:pt x="1116700" y="1869810"/>
                    <a:pt x="1116700" y="1853300"/>
                  </a:cubicBezTo>
                  <a:cubicBezTo>
                    <a:pt x="1116700" y="1831710"/>
                    <a:pt x="1107810" y="1827900"/>
                    <a:pt x="1065900" y="1827900"/>
                  </a:cubicBezTo>
                  <a:cubicBezTo>
                    <a:pt x="1023990" y="1827900"/>
                    <a:pt x="1015100" y="1824090"/>
                    <a:pt x="1015100" y="1802500"/>
                  </a:cubicBezTo>
                  <a:cubicBezTo>
                    <a:pt x="1015100" y="1785990"/>
                    <a:pt x="1006210" y="1777100"/>
                    <a:pt x="989700" y="1777100"/>
                  </a:cubicBezTo>
                  <a:cubicBezTo>
                    <a:pt x="973190" y="1777100"/>
                    <a:pt x="964300" y="1768210"/>
                    <a:pt x="964300" y="1751700"/>
                  </a:cubicBezTo>
                  <a:cubicBezTo>
                    <a:pt x="964300" y="1735190"/>
                    <a:pt x="955410" y="1726300"/>
                    <a:pt x="938900" y="1726300"/>
                  </a:cubicBezTo>
                  <a:cubicBezTo>
                    <a:pt x="922390" y="1726300"/>
                    <a:pt x="913500" y="1717410"/>
                    <a:pt x="913500" y="1700900"/>
                  </a:cubicBezTo>
                  <a:cubicBezTo>
                    <a:pt x="913500" y="1678040"/>
                    <a:pt x="904610" y="1675500"/>
                    <a:pt x="837300" y="1675500"/>
                  </a:cubicBezTo>
                  <a:lnTo>
                    <a:pt x="761100" y="1675500"/>
                  </a:lnTo>
                  <a:lnTo>
                    <a:pt x="761100" y="1726300"/>
                  </a:lnTo>
                  <a:cubicBezTo>
                    <a:pt x="761100" y="1768210"/>
                    <a:pt x="764910" y="1777100"/>
                    <a:pt x="786500" y="1777100"/>
                  </a:cubicBezTo>
                  <a:cubicBezTo>
                    <a:pt x="803010" y="1777100"/>
                    <a:pt x="811900" y="1785990"/>
                    <a:pt x="811900" y="1802500"/>
                  </a:cubicBezTo>
                  <a:cubicBezTo>
                    <a:pt x="811900" y="1819010"/>
                    <a:pt x="803010" y="1827900"/>
                    <a:pt x="786500" y="1827900"/>
                  </a:cubicBezTo>
                  <a:cubicBezTo>
                    <a:pt x="769990" y="1827900"/>
                    <a:pt x="761100" y="1819010"/>
                    <a:pt x="761100" y="1802500"/>
                  </a:cubicBezTo>
                  <a:cubicBezTo>
                    <a:pt x="761100" y="1785990"/>
                    <a:pt x="752210" y="1777100"/>
                    <a:pt x="735700" y="1777100"/>
                  </a:cubicBezTo>
                  <a:cubicBezTo>
                    <a:pt x="712840" y="1777100"/>
                    <a:pt x="710300" y="1785990"/>
                    <a:pt x="710300" y="1853300"/>
                  </a:cubicBezTo>
                  <a:cubicBezTo>
                    <a:pt x="710300" y="1920610"/>
                    <a:pt x="712840" y="1929500"/>
                    <a:pt x="735700" y="1929500"/>
                  </a:cubicBezTo>
                  <a:cubicBezTo>
                    <a:pt x="752210" y="1929500"/>
                    <a:pt x="761100" y="1920610"/>
                    <a:pt x="761100" y="1904100"/>
                  </a:cubicBezTo>
                  <a:cubicBezTo>
                    <a:pt x="761100" y="1887590"/>
                    <a:pt x="769990" y="1878700"/>
                    <a:pt x="786500" y="1878700"/>
                  </a:cubicBezTo>
                  <a:cubicBezTo>
                    <a:pt x="803010" y="1878700"/>
                    <a:pt x="811900" y="1887590"/>
                    <a:pt x="811900" y="1904100"/>
                  </a:cubicBezTo>
                  <a:cubicBezTo>
                    <a:pt x="811900" y="1920610"/>
                    <a:pt x="803010" y="1929500"/>
                    <a:pt x="786500" y="1929500"/>
                  </a:cubicBezTo>
                  <a:cubicBezTo>
                    <a:pt x="769990" y="1929500"/>
                    <a:pt x="761100" y="1938390"/>
                    <a:pt x="761100" y="1954900"/>
                  </a:cubicBezTo>
                  <a:cubicBezTo>
                    <a:pt x="761100" y="1971410"/>
                    <a:pt x="769990" y="1980300"/>
                    <a:pt x="786500" y="1980300"/>
                  </a:cubicBezTo>
                  <a:cubicBezTo>
                    <a:pt x="803010" y="1980300"/>
                    <a:pt x="811900" y="1989190"/>
                    <a:pt x="811900" y="2005700"/>
                  </a:cubicBezTo>
                  <a:cubicBezTo>
                    <a:pt x="811900" y="2022210"/>
                    <a:pt x="803010" y="2031100"/>
                    <a:pt x="786500" y="2031100"/>
                  </a:cubicBezTo>
                  <a:cubicBezTo>
                    <a:pt x="769990" y="2031100"/>
                    <a:pt x="761100" y="2039990"/>
                    <a:pt x="761100" y="2056500"/>
                  </a:cubicBezTo>
                  <a:cubicBezTo>
                    <a:pt x="761100" y="2078090"/>
                    <a:pt x="752210" y="2081900"/>
                    <a:pt x="710300" y="2081900"/>
                  </a:cubicBezTo>
                  <a:lnTo>
                    <a:pt x="659500" y="2081900"/>
                  </a:lnTo>
                  <a:lnTo>
                    <a:pt x="659500" y="2158100"/>
                  </a:lnTo>
                  <a:lnTo>
                    <a:pt x="659500" y="2234300"/>
                  </a:lnTo>
                  <a:lnTo>
                    <a:pt x="608700" y="2234300"/>
                  </a:lnTo>
                  <a:cubicBezTo>
                    <a:pt x="566790" y="2234300"/>
                    <a:pt x="557900" y="2230490"/>
                    <a:pt x="557900" y="2208900"/>
                  </a:cubicBezTo>
                  <a:cubicBezTo>
                    <a:pt x="557900" y="2192390"/>
                    <a:pt x="549010" y="2183500"/>
                    <a:pt x="532500" y="2183500"/>
                  </a:cubicBezTo>
                  <a:cubicBezTo>
                    <a:pt x="510910" y="2183500"/>
                    <a:pt x="507100" y="2192390"/>
                    <a:pt x="507100" y="2234300"/>
                  </a:cubicBezTo>
                  <a:cubicBezTo>
                    <a:pt x="507100" y="2276210"/>
                    <a:pt x="510910" y="2285100"/>
                    <a:pt x="532500" y="2285100"/>
                  </a:cubicBezTo>
                  <a:cubicBezTo>
                    <a:pt x="554090" y="2285100"/>
                    <a:pt x="557900" y="2293990"/>
                    <a:pt x="557900" y="2335900"/>
                  </a:cubicBezTo>
                  <a:cubicBezTo>
                    <a:pt x="557900" y="2377810"/>
                    <a:pt x="561710" y="2386700"/>
                    <a:pt x="583300" y="2386700"/>
                  </a:cubicBezTo>
                  <a:cubicBezTo>
                    <a:pt x="604890" y="2386700"/>
                    <a:pt x="608700" y="2395590"/>
                    <a:pt x="608700" y="2437500"/>
                  </a:cubicBezTo>
                  <a:cubicBezTo>
                    <a:pt x="608700" y="2479410"/>
                    <a:pt x="604890" y="2488300"/>
                    <a:pt x="583300" y="2488300"/>
                  </a:cubicBezTo>
                  <a:cubicBezTo>
                    <a:pt x="566790" y="2488300"/>
                    <a:pt x="557900" y="2479410"/>
                    <a:pt x="557900" y="2462900"/>
                  </a:cubicBezTo>
                  <a:cubicBezTo>
                    <a:pt x="557900" y="2446390"/>
                    <a:pt x="549010" y="2437500"/>
                    <a:pt x="532500" y="2437500"/>
                  </a:cubicBezTo>
                  <a:cubicBezTo>
                    <a:pt x="515990" y="2437500"/>
                    <a:pt x="507100" y="2446390"/>
                    <a:pt x="507100" y="2462900"/>
                  </a:cubicBezTo>
                  <a:cubicBezTo>
                    <a:pt x="507100" y="2479410"/>
                    <a:pt x="498210" y="2488300"/>
                    <a:pt x="481700" y="2488300"/>
                  </a:cubicBezTo>
                  <a:cubicBezTo>
                    <a:pt x="465190" y="2488300"/>
                    <a:pt x="456300" y="2479410"/>
                    <a:pt x="456300" y="2462900"/>
                  </a:cubicBezTo>
                  <a:close/>
                  <a:moveTo>
                    <a:pt x="1421500" y="2412100"/>
                  </a:moveTo>
                  <a:cubicBezTo>
                    <a:pt x="1421500" y="2395590"/>
                    <a:pt x="1412610" y="2386700"/>
                    <a:pt x="1396100" y="2386700"/>
                  </a:cubicBezTo>
                  <a:cubicBezTo>
                    <a:pt x="1379590" y="2386700"/>
                    <a:pt x="1370700" y="2395590"/>
                    <a:pt x="1370700" y="2412100"/>
                  </a:cubicBezTo>
                  <a:cubicBezTo>
                    <a:pt x="1370700" y="2428610"/>
                    <a:pt x="1379590" y="2437500"/>
                    <a:pt x="1396100" y="2437500"/>
                  </a:cubicBezTo>
                  <a:cubicBezTo>
                    <a:pt x="1412610" y="2437500"/>
                    <a:pt x="1421500" y="2428610"/>
                    <a:pt x="1421500" y="2412100"/>
                  </a:cubicBezTo>
                  <a:close/>
                  <a:moveTo>
                    <a:pt x="507100" y="2335900"/>
                  </a:moveTo>
                  <a:cubicBezTo>
                    <a:pt x="507100" y="2293990"/>
                    <a:pt x="503290" y="2285100"/>
                    <a:pt x="481700" y="2285100"/>
                  </a:cubicBezTo>
                  <a:cubicBezTo>
                    <a:pt x="460110" y="2285100"/>
                    <a:pt x="456300" y="2293990"/>
                    <a:pt x="456300" y="2335900"/>
                  </a:cubicBezTo>
                  <a:cubicBezTo>
                    <a:pt x="456300" y="2377810"/>
                    <a:pt x="460110" y="2386700"/>
                    <a:pt x="481700" y="2386700"/>
                  </a:cubicBezTo>
                  <a:cubicBezTo>
                    <a:pt x="503290" y="2386700"/>
                    <a:pt x="507100" y="2377810"/>
                    <a:pt x="507100" y="2335900"/>
                  </a:cubicBezTo>
                  <a:close/>
                  <a:moveTo>
                    <a:pt x="913500" y="2361300"/>
                  </a:moveTo>
                  <a:cubicBezTo>
                    <a:pt x="913500" y="2339710"/>
                    <a:pt x="904610" y="2335900"/>
                    <a:pt x="862700" y="2335900"/>
                  </a:cubicBezTo>
                  <a:cubicBezTo>
                    <a:pt x="820790" y="2335900"/>
                    <a:pt x="811900" y="2339710"/>
                    <a:pt x="811900" y="2361300"/>
                  </a:cubicBezTo>
                  <a:cubicBezTo>
                    <a:pt x="811900" y="2382890"/>
                    <a:pt x="820790" y="2386700"/>
                    <a:pt x="862700" y="2386700"/>
                  </a:cubicBezTo>
                  <a:cubicBezTo>
                    <a:pt x="904610" y="2386700"/>
                    <a:pt x="913500" y="2382890"/>
                    <a:pt x="913500" y="2361300"/>
                  </a:cubicBezTo>
                  <a:close/>
                  <a:moveTo>
                    <a:pt x="1523100" y="2310500"/>
                  </a:moveTo>
                  <a:cubicBezTo>
                    <a:pt x="1523100" y="2293990"/>
                    <a:pt x="1531990" y="2285100"/>
                    <a:pt x="1548500" y="2285100"/>
                  </a:cubicBezTo>
                  <a:cubicBezTo>
                    <a:pt x="1565010" y="2285100"/>
                    <a:pt x="1573900" y="2276210"/>
                    <a:pt x="1573900" y="2259700"/>
                  </a:cubicBezTo>
                  <a:cubicBezTo>
                    <a:pt x="1573900" y="2243190"/>
                    <a:pt x="1582790" y="2234300"/>
                    <a:pt x="1599300" y="2234300"/>
                  </a:cubicBezTo>
                  <a:cubicBezTo>
                    <a:pt x="1622160" y="2234300"/>
                    <a:pt x="1624700" y="2225410"/>
                    <a:pt x="1624700" y="2132700"/>
                  </a:cubicBezTo>
                  <a:cubicBezTo>
                    <a:pt x="1624700" y="2039990"/>
                    <a:pt x="1622160" y="2031100"/>
                    <a:pt x="1599300" y="2031100"/>
                  </a:cubicBezTo>
                  <a:cubicBezTo>
                    <a:pt x="1582790" y="2031100"/>
                    <a:pt x="1573900" y="2022210"/>
                    <a:pt x="1573900" y="2005700"/>
                  </a:cubicBezTo>
                  <a:cubicBezTo>
                    <a:pt x="1573900" y="1989190"/>
                    <a:pt x="1565010" y="1980300"/>
                    <a:pt x="1548500" y="1980300"/>
                  </a:cubicBezTo>
                  <a:cubicBezTo>
                    <a:pt x="1531990" y="1980300"/>
                    <a:pt x="1523100" y="1971410"/>
                    <a:pt x="1523100" y="1954900"/>
                  </a:cubicBezTo>
                  <a:cubicBezTo>
                    <a:pt x="1523100" y="1938390"/>
                    <a:pt x="1531990" y="1929500"/>
                    <a:pt x="1548500" y="1929500"/>
                  </a:cubicBezTo>
                  <a:cubicBezTo>
                    <a:pt x="1565010" y="1929500"/>
                    <a:pt x="1573900" y="1920610"/>
                    <a:pt x="1573900" y="1904100"/>
                  </a:cubicBezTo>
                  <a:cubicBezTo>
                    <a:pt x="1573900" y="1881240"/>
                    <a:pt x="1565010" y="1878700"/>
                    <a:pt x="1497700" y="1878700"/>
                  </a:cubicBezTo>
                  <a:cubicBezTo>
                    <a:pt x="1430390" y="1878700"/>
                    <a:pt x="1421500" y="1876160"/>
                    <a:pt x="1421500" y="1853300"/>
                  </a:cubicBezTo>
                  <a:cubicBezTo>
                    <a:pt x="1421500" y="1836790"/>
                    <a:pt x="1412610" y="1827900"/>
                    <a:pt x="1396100" y="1827900"/>
                  </a:cubicBezTo>
                  <a:cubicBezTo>
                    <a:pt x="1379590" y="1827900"/>
                    <a:pt x="1370700" y="1836790"/>
                    <a:pt x="1370700" y="1853300"/>
                  </a:cubicBezTo>
                  <a:cubicBezTo>
                    <a:pt x="1370700" y="1869810"/>
                    <a:pt x="1361810" y="1878700"/>
                    <a:pt x="1345300" y="1878700"/>
                  </a:cubicBezTo>
                  <a:cubicBezTo>
                    <a:pt x="1328790" y="1878700"/>
                    <a:pt x="1319900" y="1887590"/>
                    <a:pt x="1319900" y="1904100"/>
                  </a:cubicBezTo>
                  <a:cubicBezTo>
                    <a:pt x="1319900" y="1920610"/>
                    <a:pt x="1311010" y="1929500"/>
                    <a:pt x="1294500" y="1929500"/>
                  </a:cubicBezTo>
                  <a:cubicBezTo>
                    <a:pt x="1277990" y="1929500"/>
                    <a:pt x="1269100" y="1920610"/>
                    <a:pt x="1269100" y="1904100"/>
                  </a:cubicBezTo>
                  <a:cubicBezTo>
                    <a:pt x="1269100" y="1882510"/>
                    <a:pt x="1260210" y="1878700"/>
                    <a:pt x="1218300" y="1878700"/>
                  </a:cubicBezTo>
                  <a:cubicBezTo>
                    <a:pt x="1176390" y="1878700"/>
                    <a:pt x="1167500" y="1882510"/>
                    <a:pt x="1167500" y="1904100"/>
                  </a:cubicBezTo>
                  <a:cubicBezTo>
                    <a:pt x="1167500" y="1920610"/>
                    <a:pt x="1158610" y="1929500"/>
                    <a:pt x="1142100" y="1929500"/>
                  </a:cubicBezTo>
                  <a:cubicBezTo>
                    <a:pt x="1125590" y="1929500"/>
                    <a:pt x="1116700" y="1938390"/>
                    <a:pt x="1116700" y="1954900"/>
                  </a:cubicBezTo>
                  <a:cubicBezTo>
                    <a:pt x="1116700" y="1977760"/>
                    <a:pt x="1107810" y="1980300"/>
                    <a:pt x="1040500" y="1980300"/>
                  </a:cubicBezTo>
                  <a:lnTo>
                    <a:pt x="964300" y="1980300"/>
                  </a:lnTo>
                  <a:lnTo>
                    <a:pt x="964300" y="2031100"/>
                  </a:lnTo>
                  <a:cubicBezTo>
                    <a:pt x="964300" y="2073010"/>
                    <a:pt x="960490" y="2081900"/>
                    <a:pt x="938900" y="2081900"/>
                  </a:cubicBezTo>
                  <a:cubicBezTo>
                    <a:pt x="922390" y="2081900"/>
                    <a:pt x="913500" y="2090790"/>
                    <a:pt x="913500" y="2107300"/>
                  </a:cubicBezTo>
                  <a:cubicBezTo>
                    <a:pt x="913500" y="2123810"/>
                    <a:pt x="904610" y="2132700"/>
                    <a:pt x="888100" y="2132700"/>
                  </a:cubicBezTo>
                  <a:cubicBezTo>
                    <a:pt x="871590" y="2132700"/>
                    <a:pt x="862700" y="2141590"/>
                    <a:pt x="862700" y="2158100"/>
                  </a:cubicBezTo>
                  <a:cubicBezTo>
                    <a:pt x="862700" y="2174610"/>
                    <a:pt x="853810" y="2183500"/>
                    <a:pt x="837300" y="2183500"/>
                  </a:cubicBezTo>
                  <a:cubicBezTo>
                    <a:pt x="820790" y="2183500"/>
                    <a:pt x="811900" y="2192390"/>
                    <a:pt x="811900" y="2208900"/>
                  </a:cubicBezTo>
                  <a:cubicBezTo>
                    <a:pt x="811900" y="2225410"/>
                    <a:pt x="820790" y="2234300"/>
                    <a:pt x="837300" y="2234300"/>
                  </a:cubicBezTo>
                  <a:cubicBezTo>
                    <a:pt x="853810" y="2234300"/>
                    <a:pt x="862700" y="2243190"/>
                    <a:pt x="862700" y="2259700"/>
                  </a:cubicBezTo>
                  <a:cubicBezTo>
                    <a:pt x="862700" y="2276210"/>
                    <a:pt x="871590" y="2285100"/>
                    <a:pt x="888100" y="2285100"/>
                  </a:cubicBezTo>
                  <a:cubicBezTo>
                    <a:pt x="904610" y="2285100"/>
                    <a:pt x="913500" y="2276210"/>
                    <a:pt x="913500" y="2259700"/>
                  </a:cubicBezTo>
                  <a:cubicBezTo>
                    <a:pt x="913500" y="2243190"/>
                    <a:pt x="922390" y="2234300"/>
                    <a:pt x="938900" y="2234300"/>
                  </a:cubicBezTo>
                  <a:cubicBezTo>
                    <a:pt x="955410" y="2234300"/>
                    <a:pt x="964300" y="2225410"/>
                    <a:pt x="964300" y="2208900"/>
                  </a:cubicBezTo>
                  <a:cubicBezTo>
                    <a:pt x="964300" y="2192390"/>
                    <a:pt x="973190" y="2183500"/>
                    <a:pt x="989700" y="2183500"/>
                  </a:cubicBezTo>
                  <a:cubicBezTo>
                    <a:pt x="1006210" y="2183500"/>
                    <a:pt x="1015100" y="2174610"/>
                    <a:pt x="1015100" y="2158100"/>
                  </a:cubicBezTo>
                  <a:cubicBezTo>
                    <a:pt x="1015100" y="2141590"/>
                    <a:pt x="1023990" y="2132700"/>
                    <a:pt x="1040500" y="2132700"/>
                  </a:cubicBezTo>
                  <a:cubicBezTo>
                    <a:pt x="1057010" y="2132700"/>
                    <a:pt x="1065900" y="2141590"/>
                    <a:pt x="1065900" y="2158100"/>
                  </a:cubicBezTo>
                  <a:cubicBezTo>
                    <a:pt x="1065900" y="2174610"/>
                    <a:pt x="1074790" y="2183500"/>
                    <a:pt x="1091300" y="2183500"/>
                  </a:cubicBezTo>
                  <a:cubicBezTo>
                    <a:pt x="1112890" y="2183500"/>
                    <a:pt x="1116700" y="2174610"/>
                    <a:pt x="1116700" y="2132700"/>
                  </a:cubicBezTo>
                  <a:cubicBezTo>
                    <a:pt x="1116700" y="2090790"/>
                    <a:pt x="1112890" y="2081900"/>
                    <a:pt x="1091300" y="2081900"/>
                  </a:cubicBezTo>
                  <a:cubicBezTo>
                    <a:pt x="1074790" y="2081900"/>
                    <a:pt x="1065900" y="2073010"/>
                    <a:pt x="1065900" y="2056500"/>
                  </a:cubicBezTo>
                  <a:cubicBezTo>
                    <a:pt x="1065900" y="2034910"/>
                    <a:pt x="1074790" y="2031100"/>
                    <a:pt x="1116700" y="2031100"/>
                  </a:cubicBezTo>
                  <a:lnTo>
                    <a:pt x="1167500" y="2031100"/>
                  </a:lnTo>
                  <a:lnTo>
                    <a:pt x="1167500" y="1980300"/>
                  </a:lnTo>
                  <a:cubicBezTo>
                    <a:pt x="1167500" y="1938390"/>
                    <a:pt x="1171310" y="1929500"/>
                    <a:pt x="1192900" y="1929500"/>
                  </a:cubicBezTo>
                  <a:cubicBezTo>
                    <a:pt x="1209410" y="1929500"/>
                    <a:pt x="1218300" y="1938390"/>
                    <a:pt x="1218300" y="1954900"/>
                  </a:cubicBezTo>
                  <a:cubicBezTo>
                    <a:pt x="1218300" y="1971410"/>
                    <a:pt x="1227190" y="1980300"/>
                    <a:pt x="1243700" y="1980300"/>
                  </a:cubicBezTo>
                  <a:cubicBezTo>
                    <a:pt x="1260210" y="1980300"/>
                    <a:pt x="1269100" y="1989190"/>
                    <a:pt x="1269100" y="2005700"/>
                  </a:cubicBezTo>
                  <a:cubicBezTo>
                    <a:pt x="1269100" y="2027290"/>
                    <a:pt x="1277990" y="2031100"/>
                    <a:pt x="1319900" y="2031100"/>
                  </a:cubicBezTo>
                  <a:lnTo>
                    <a:pt x="1370700" y="2031100"/>
                  </a:lnTo>
                  <a:lnTo>
                    <a:pt x="1370700" y="1980300"/>
                  </a:lnTo>
                  <a:cubicBezTo>
                    <a:pt x="1370700" y="1938390"/>
                    <a:pt x="1374510" y="1929500"/>
                    <a:pt x="1396100" y="1929500"/>
                  </a:cubicBezTo>
                  <a:cubicBezTo>
                    <a:pt x="1412610" y="1929500"/>
                    <a:pt x="1421500" y="1938390"/>
                    <a:pt x="1421500" y="1954900"/>
                  </a:cubicBezTo>
                  <a:cubicBezTo>
                    <a:pt x="1421500" y="1976490"/>
                    <a:pt x="1430390" y="1980300"/>
                    <a:pt x="1472300" y="1980300"/>
                  </a:cubicBezTo>
                  <a:lnTo>
                    <a:pt x="1523100" y="1980300"/>
                  </a:lnTo>
                  <a:lnTo>
                    <a:pt x="1523100" y="2056500"/>
                  </a:lnTo>
                  <a:cubicBezTo>
                    <a:pt x="1523100" y="2123810"/>
                    <a:pt x="1520560" y="2132700"/>
                    <a:pt x="1497700" y="2132700"/>
                  </a:cubicBezTo>
                  <a:cubicBezTo>
                    <a:pt x="1476110" y="2132700"/>
                    <a:pt x="1472300" y="2123810"/>
                    <a:pt x="1472300" y="2081900"/>
                  </a:cubicBezTo>
                  <a:cubicBezTo>
                    <a:pt x="1472300" y="2039990"/>
                    <a:pt x="1468490" y="2031100"/>
                    <a:pt x="1446900" y="2031100"/>
                  </a:cubicBezTo>
                  <a:cubicBezTo>
                    <a:pt x="1425310" y="2031100"/>
                    <a:pt x="1421500" y="2039990"/>
                    <a:pt x="1421500" y="2081900"/>
                  </a:cubicBezTo>
                  <a:cubicBezTo>
                    <a:pt x="1421500" y="2123810"/>
                    <a:pt x="1417690" y="2132700"/>
                    <a:pt x="1396100" y="2132700"/>
                  </a:cubicBezTo>
                  <a:cubicBezTo>
                    <a:pt x="1379590" y="2132700"/>
                    <a:pt x="1370700" y="2141590"/>
                    <a:pt x="1370700" y="2158100"/>
                  </a:cubicBezTo>
                  <a:cubicBezTo>
                    <a:pt x="1370700" y="2174610"/>
                    <a:pt x="1379590" y="2183500"/>
                    <a:pt x="1396100" y="2183500"/>
                  </a:cubicBezTo>
                  <a:cubicBezTo>
                    <a:pt x="1412610" y="2183500"/>
                    <a:pt x="1421500" y="2192390"/>
                    <a:pt x="1421500" y="2208900"/>
                  </a:cubicBezTo>
                  <a:cubicBezTo>
                    <a:pt x="1421500" y="2225410"/>
                    <a:pt x="1430390" y="2234300"/>
                    <a:pt x="1446900" y="2234300"/>
                  </a:cubicBezTo>
                  <a:cubicBezTo>
                    <a:pt x="1463410" y="2234300"/>
                    <a:pt x="1472300" y="2225410"/>
                    <a:pt x="1472300" y="2208900"/>
                  </a:cubicBezTo>
                  <a:cubicBezTo>
                    <a:pt x="1472300" y="2192390"/>
                    <a:pt x="1481190" y="2183500"/>
                    <a:pt x="1497700" y="2183500"/>
                  </a:cubicBezTo>
                  <a:cubicBezTo>
                    <a:pt x="1514210" y="2183500"/>
                    <a:pt x="1523100" y="2174610"/>
                    <a:pt x="1523100" y="2158100"/>
                  </a:cubicBezTo>
                  <a:cubicBezTo>
                    <a:pt x="1523100" y="2141590"/>
                    <a:pt x="1531990" y="2132700"/>
                    <a:pt x="1548500" y="2132700"/>
                  </a:cubicBezTo>
                  <a:cubicBezTo>
                    <a:pt x="1570090" y="2132700"/>
                    <a:pt x="1573900" y="2141590"/>
                    <a:pt x="1573900" y="2183500"/>
                  </a:cubicBezTo>
                  <a:cubicBezTo>
                    <a:pt x="1573900" y="2225410"/>
                    <a:pt x="1570090" y="2234300"/>
                    <a:pt x="1548500" y="2234300"/>
                  </a:cubicBezTo>
                  <a:cubicBezTo>
                    <a:pt x="1531990" y="2234300"/>
                    <a:pt x="1523100" y="2243190"/>
                    <a:pt x="1523100" y="2259700"/>
                  </a:cubicBezTo>
                  <a:cubicBezTo>
                    <a:pt x="1523100" y="2282560"/>
                    <a:pt x="1514210" y="2285100"/>
                    <a:pt x="1446900" y="2285100"/>
                  </a:cubicBezTo>
                  <a:cubicBezTo>
                    <a:pt x="1379590" y="2285100"/>
                    <a:pt x="1370700" y="2287640"/>
                    <a:pt x="1370700" y="2310500"/>
                  </a:cubicBezTo>
                  <a:cubicBezTo>
                    <a:pt x="1370700" y="2333360"/>
                    <a:pt x="1379590" y="2335900"/>
                    <a:pt x="1446900" y="2335900"/>
                  </a:cubicBezTo>
                  <a:cubicBezTo>
                    <a:pt x="1514210" y="2335900"/>
                    <a:pt x="1523100" y="2333360"/>
                    <a:pt x="1523100" y="2310500"/>
                  </a:cubicBezTo>
                  <a:close/>
                  <a:moveTo>
                    <a:pt x="1319900" y="2158100"/>
                  </a:moveTo>
                  <a:lnTo>
                    <a:pt x="1319900" y="2081900"/>
                  </a:lnTo>
                  <a:lnTo>
                    <a:pt x="1243700" y="2081900"/>
                  </a:lnTo>
                  <a:lnTo>
                    <a:pt x="1167500" y="2081900"/>
                  </a:lnTo>
                  <a:lnTo>
                    <a:pt x="1167500" y="2158100"/>
                  </a:lnTo>
                  <a:lnTo>
                    <a:pt x="1167500" y="2234300"/>
                  </a:lnTo>
                  <a:lnTo>
                    <a:pt x="1243700" y="2234300"/>
                  </a:lnTo>
                  <a:lnTo>
                    <a:pt x="1319900" y="2234300"/>
                  </a:lnTo>
                  <a:lnTo>
                    <a:pt x="1319900" y="2158100"/>
                  </a:lnTo>
                  <a:close/>
                  <a:moveTo>
                    <a:pt x="507100" y="2158100"/>
                  </a:moveTo>
                  <a:cubicBezTo>
                    <a:pt x="507100" y="2141590"/>
                    <a:pt x="515990" y="2132700"/>
                    <a:pt x="532500" y="2132700"/>
                  </a:cubicBezTo>
                  <a:cubicBezTo>
                    <a:pt x="549010" y="2132700"/>
                    <a:pt x="557900" y="2141590"/>
                    <a:pt x="557900" y="2158100"/>
                  </a:cubicBezTo>
                  <a:cubicBezTo>
                    <a:pt x="557900" y="2174610"/>
                    <a:pt x="566790" y="2183500"/>
                    <a:pt x="583300" y="2183500"/>
                  </a:cubicBezTo>
                  <a:cubicBezTo>
                    <a:pt x="599810" y="2183500"/>
                    <a:pt x="608700" y="2174610"/>
                    <a:pt x="608700" y="2158100"/>
                  </a:cubicBezTo>
                  <a:cubicBezTo>
                    <a:pt x="608700" y="2141590"/>
                    <a:pt x="599810" y="2132700"/>
                    <a:pt x="583300" y="2132700"/>
                  </a:cubicBezTo>
                  <a:cubicBezTo>
                    <a:pt x="560440" y="2132700"/>
                    <a:pt x="557900" y="2123810"/>
                    <a:pt x="557900" y="2056500"/>
                  </a:cubicBezTo>
                  <a:cubicBezTo>
                    <a:pt x="557900" y="1989190"/>
                    <a:pt x="560440" y="1980300"/>
                    <a:pt x="583300" y="1980300"/>
                  </a:cubicBezTo>
                  <a:cubicBezTo>
                    <a:pt x="599810" y="1980300"/>
                    <a:pt x="608700" y="1989190"/>
                    <a:pt x="608700" y="2005700"/>
                  </a:cubicBezTo>
                  <a:cubicBezTo>
                    <a:pt x="608700" y="2028560"/>
                    <a:pt x="617590" y="2031100"/>
                    <a:pt x="684900" y="2031100"/>
                  </a:cubicBezTo>
                  <a:cubicBezTo>
                    <a:pt x="752210" y="2031100"/>
                    <a:pt x="761100" y="2028560"/>
                    <a:pt x="761100" y="2005700"/>
                  </a:cubicBezTo>
                  <a:cubicBezTo>
                    <a:pt x="761100" y="1982840"/>
                    <a:pt x="752210" y="1980300"/>
                    <a:pt x="684900" y="1980300"/>
                  </a:cubicBezTo>
                  <a:cubicBezTo>
                    <a:pt x="617590" y="1980300"/>
                    <a:pt x="608700" y="1977760"/>
                    <a:pt x="608700" y="1954900"/>
                  </a:cubicBezTo>
                  <a:cubicBezTo>
                    <a:pt x="608700" y="1938390"/>
                    <a:pt x="617590" y="1929500"/>
                    <a:pt x="634100" y="1929500"/>
                  </a:cubicBezTo>
                  <a:cubicBezTo>
                    <a:pt x="655690" y="1929500"/>
                    <a:pt x="659500" y="1920610"/>
                    <a:pt x="659500" y="1878700"/>
                  </a:cubicBezTo>
                  <a:lnTo>
                    <a:pt x="659500" y="1827900"/>
                  </a:lnTo>
                  <a:lnTo>
                    <a:pt x="608700" y="1827900"/>
                  </a:lnTo>
                  <a:cubicBezTo>
                    <a:pt x="566790" y="1827900"/>
                    <a:pt x="557900" y="1824090"/>
                    <a:pt x="557900" y="1802500"/>
                  </a:cubicBezTo>
                  <a:cubicBezTo>
                    <a:pt x="557900" y="1785990"/>
                    <a:pt x="549010" y="1777100"/>
                    <a:pt x="532500" y="1777100"/>
                  </a:cubicBezTo>
                  <a:cubicBezTo>
                    <a:pt x="515990" y="1777100"/>
                    <a:pt x="507100" y="1768210"/>
                    <a:pt x="507100" y="1751700"/>
                  </a:cubicBezTo>
                  <a:cubicBezTo>
                    <a:pt x="507100" y="1730110"/>
                    <a:pt x="515990" y="1726300"/>
                    <a:pt x="557900" y="1726300"/>
                  </a:cubicBezTo>
                  <a:cubicBezTo>
                    <a:pt x="599810" y="1726300"/>
                    <a:pt x="608700" y="1730110"/>
                    <a:pt x="608700" y="1751700"/>
                  </a:cubicBezTo>
                  <a:cubicBezTo>
                    <a:pt x="608700" y="1773290"/>
                    <a:pt x="617590" y="1777100"/>
                    <a:pt x="659500" y="1777100"/>
                  </a:cubicBezTo>
                  <a:lnTo>
                    <a:pt x="710300" y="1777100"/>
                  </a:lnTo>
                  <a:lnTo>
                    <a:pt x="710300" y="1700900"/>
                  </a:lnTo>
                  <a:cubicBezTo>
                    <a:pt x="710300" y="1633590"/>
                    <a:pt x="712840" y="1624700"/>
                    <a:pt x="735700" y="1624700"/>
                  </a:cubicBezTo>
                  <a:cubicBezTo>
                    <a:pt x="752210" y="1624700"/>
                    <a:pt x="761100" y="1615810"/>
                    <a:pt x="761100" y="1599300"/>
                  </a:cubicBezTo>
                  <a:cubicBezTo>
                    <a:pt x="761100" y="1582790"/>
                    <a:pt x="769990" y="1573900"/>
                    <a:pt x="786500" y="1573900"/>
                  </a:cubicBezTo>
                  <a:cubicBezTo>
                    <a:pt x="803010" y="1573900"/>
                    <a:pt x="811900" y="1582790"/>
                    <a:pt x="811900" y="1599300"/>
                  </a:cubicBezTo>
                  <a:cubicBezTo>
                    <a:pt x="811900" y="1620890"/>
                    <a:pt x="820790" y="1624700"/>
                    <a:pt x="862700" y="1624700"/>
                  </a:cubicBezTo>
                  <a:cubicBezTo>
                    <a:pt x="904610" y="1624700"/>
                    <a:pt x="913500" y="1628510"/>
                    <a:pt x="913500" y="1650100"/>
                  </a:cubicBezTo>
                  <a:cubicBezTo>
                    <a:pt x="913500" y="1666610"/>
                    <a:pt x="922390" y="1675500"/>
                    <a:pt x="938900" y="1675500"/>
                  </a:cubicBezTo>
                  <a:cubicBezTo>
                    <a:pt x="955410" y="1675500"/>
                    <a:pt x="964300" y="1684390"/>
                    <a:pt x="964300" y="1700900"/>
                  </a:cubicBezTo>
                  <a:cubicBezTo>
                    <a:pt x="964300" y="1717410"/>
                    <a:pt x="973190" y="1726300"/>
                    <a:pt x="989700" y="1726300"/>
                  </a:cubicBezTo>
                  <a:cubicBezTo>
                    <a:pt x="1006210" y="1726300"/>
                    <a:pt x="1015100" y="1735190"/>
                    <a:pt x="1015100" y="1751700"/>
                  </a:cubicBezTo>
                  <a:cubicBezTo>
                    <a:pt x="1015100" y="1768210"/>
                    <a:pt x="1023990" y="1777100"/>
                    <a:pt x="1040500" y="1777100"/>
                  </a:cubicBezTo>
                  <a:cubicBezTo>
                    <a:pt x="1057010" y="1777100"/>
                    <a:pt x="1065900" y="1768210"/>
                    <a:pt x="1065900" y="1751700"/>
                  </a:cubicBezTo>
                  <a:cubicBezTo>
                    <a:pt x="1065900" y="1730110"/>
                    <a:pt x="1074790" y="1726300"/>
                    <a:pt x="1116700" y="1726300"/>
                  </a:cubicBezTo>
                  <a:cubicBezTo>
                    <a:pt x="1158610" y="1726300"/>
                    <a:pt x="1167500" y="1730110"/>
                    <a:pt x="1167500" y="1751700"/>
                  </a:cubicBezTo>
                  <a:cubicBezTo>
                    <a:pt x="1167500" y="1768210"/>
                    <a:pt x="1158610" y="1777100"/>
                    <a:pt x="1142100" y="1777100"/>
                  </a:cubicBezTo>
                  <a:cubicBezTo>
                    <a:pt x="1125590" y="1777100"/>
                    <a:pt x="1116700" y="1785990"/>
                    <a:pt x="1116700" y="1802500"/>
                  </a:cubicBezTo>
                  <a:cubicBezTo>
                    <a:pt x="1116700" y="1819010"/>
                    <a:pt x="1125590" y="1827900"/>
                    <a:pt x="1142100" y="1827900"/>
                  </a:cubicBezTo>
                  <a:cubicBezTo>
                    <a:pt x="1158610" y="1827900"/>
                    <a:pt x="1167500" y="1819010"/>
                    <a:pt x="1167500" y="1802500"/>
                  </a:cubicBezTo>
                  <a:cubicBezTo>
                    <a:pt x="1167500" y="1779640"/>
                    <a:pt x="1176390" y="1777100"/>
                    <a:pt x="1269100" y="1777100"/>
                  </a:cubicBezTo>
                  <a:cubicBezTo>
                    <a:pt x="1361810" y="1777100"/>
                    <a:pt x="1370700" y="1774560"/>
                    <a:pt x="1370700" y="1751700"/>
                  </a:cubicBezTo>
                  <a:cubicBezTo>
                    <a:pt x="1370700" y="1728840"/>
                    <a:pt x="1361810" y="1726300"/>
                    <a:pt x="1269100" y="1726300"/>
                  </a:cubicBezTo>
                  <a:cubicBezTo>
                    <a:pt x="1176390" y="1726300"/>
                    <a:pt x="1167500" y="1723760"/>
                    <a:pt x="1167500" y="1700900"/>
                  </a:cubicBezTo>
                  <a:cubicBezTo>
                    <a:pt x="1167500" y="1684390"/>
                    <a:pt x="1158610" y="1675500"/>
                    <a:pt x="1142100" y="1675500"/>
                  </a:cubicBezTo>
                  <a:cubicBezTo>
                    <a:pt x="1120510" y="1675500"/>
                    <a:pt x="1116700" y="1666610"/>
                    <a:pt x="1116700" y="1624700"/>
                  </a:cubicBezTo>
                  <a:cubicBezTo>
                    <a:pt x="1116700" y="1582790"/>
                    <a:pt x="1112890" y="1573900"/>
                    <a:pt x="1091300" y="1573900"/>
                  </a:cubicBezTo>
                  <a:cubicBezTo>
                    <a:pt x="1074790" y="1573900"/>
                    <a:pt x="1065900" y="1565010"/>
                    <a:pt x="1065900" y="1548500"/>
                  </a:cubicBezTo>
                  <a:cubicBezTo>
                    <a:pt x="1065900" y="1531990"/>
                    <a:pt x="1074790" y="1523100"/>
                    <a:pt x="1091300" y="1523100"/>
                  </a:cubicBezTo>
                  <a:cubicBezTo>
                    <a:pt x="1107810" y="1523100"/>
                    <a:pt x="1116700" y="1514210"/>
                    <a:pt x="1116700" y="1497700"/>
                  </a:cubicBezTo>
                  <a:cubicBezTo>
                    <a:pt x="1116700" y="1481190"/>
                    <a:pt x="1125590" y="1472300"/>
                    <a:pt x="1142100" y="1472300"/>
                  </a:cubicBezTo>
                  <a:cubicBezTo>
                    <a:pt x="1163690" y="1472300"/>
                    <a:pt x="1167500" y="1463410"/>
                    <a:pt x="1167500" y="1421500"/>
                  </a:cubicBezTo>
                  <a:lnTo>
                    <a:pt x="1167500" y="1370700"/>
                  </a:lnTo>
                  <a:lnTo>
                    <a:pt x="1116700" y="1370700"/>
                  </a:lnTo>
                  <a:cubicBezTo>
                    <a:pt x="1074790" y="1370700"/>
                    <a:pt x="1065900" y="1366890"/>
                    <a:pt x="1065900" y="1345300"/>
                  </a:cubicBezTo>
                  <a:cubicBezTo>
                    <a:pt x="1065900" y="1328790"/>
                    <a:pt x="1057010" y="1319900"/>
                    <a:pt x="1040500" y="1319900"/>
                  </a:cubicBezTo>
                  <a:cubicBezTo>
                    <a:pt x="1023990" y="1319900"/>
                    <a:pt x="1015100" y="1311010"/>
                    <a:pt x="1015100" y="1294500"/>
                  </a:cubicBezTo>
                  <a:cubicBezTo>
                    <a:pt x="1015100" y="1277990"/>
                    <a:pt x="1006210" y="1269100"/>
                    <a:pt x="989700" y="1269100"/>
                  </a:cubicBezTo>
                  <a:cubicBezTo>
                    <a:pt x="973190" y="1269100"/>
                    <a:pt x="964300" y="1277990"/>
                    <a:pt x="964300" y="1294500"/>
                  </a:cubicBezTo>
                  <a:cubicBezTo>
                    <a:pt x="964300" y="1311010"/>
                    <a:pt x="955410" y="1319900"/>
                    <a:pt x="938900" y="1319900"/>
                  </a:cubicBezTo>
                  <a:cubicBezTo>
                    <a:pt x="917310" y="1319900"/>
                    <a:pt x="913500" y="1311010"/>
                    <a:pt x="913500" y="1269100"/>
                  </a:cubicBezTo>
                  <a:cubicBezTo>
                    <a:pt x="913500" y="1227190"/>
                    <a:pt x="909690" y="1218300"/>
                    <a:pt x="888100" y="1218300"/>
                  </a:cubicBezTo>
                  <a:cubicBezTo>
                    <a:pt x="871590" y="1218300"/>
                    <a:pt x="862700" y="1209410"/>
                    <a:pt x="862700" y="1192900"/>
                  </a:cubicBezTo>
                  <a:cubicBezTo>
                    <a:pt x="862700" y="1176390"/>
                    <a:pt x="853810" y="1167500"/>
                    <a:pt x="837300" y="1167500"/>
                  </a:cubicBezTo>
                  <a:cubicBezTo>
                    <a:pt x="820790" y="1167500"/>
                    <a:pt x="811900" y="1176390"/>
                    <a:pt x="811900" y="1192900"/>
                  </a:cubicBezTo>
                  <a:cubicBezTo>
                    <a:pt x="811900" y="1209410"/>
                    <a:pt x="803010" y="1218300"/>
                    <a:pt x="786500" y="1218300"/>
                  </a:cubicBezTo>
                  <a:cubicBezTo>
                    <a:pt x="763640" y="1218300"/>
                    <a:pt x="761100" y="1209410"/>
                    <a:pt x="761100" y="1142100"/>
                  </a:cubicBezTo>
                  <a:cubicBezTo>
                    <a:pt x="761100" y="1074790"/>
                    <a:pt x="758560" y="1065900"/>
                    <a:pt x="735700" y="1065900"/>
                  </a:cubicBezTo>
                  <a:cubicBezTo>
                    <a:pt x="719190" y="1065900"/>
                    <a:pt x="710300" y="1057010"/>
                    <a:pt x="710300" y="1040500"/>
                  </a:cubicBezTo>
                  <a:cubicBezTo>
                    <a:pt x="710300" y="1023990"/>
                    <a:pt x="701410" y="1015100"/>
                    <a:pt x="684900" y="1015100"/>
                  </a:cubicBezTo>
                  <a:cubicBezTo>
                    <a:pt x="668390" y="1015100"/>
                    <a:pt x="659500" y="1006210"/>
                    <a:pt x="659500" y="989700"/>
                  </a:cubicBezTo>
                  <a:cubicBezTo>
                    <a:pt x="659500" y="973190"/>
                    <a:pt x="668390" y="964300"/>
                    <a:pt x="684900" y="964300"/>
                  </a:cubicBezTo>
                  <a:cubicBezTo>
                    <a:pt x="701410" y="964300"/>
                    <a:pt x="710300" y="955410"/>
                    <a:pt x="710300" y="938900"/>
                  </a:cubicBezTo>
                  <a:cubicBezTo>
                    <a:pt x="710300" y="922390"/>
                    <a:pt x="719190" y="913500"/>
                    <a:pt x="735700" y="913500"/>
                  </a:cubicBezTo>
                  <a:cubicBezTo>
                    <a:pt x="758560" y="913500"/>
                    <a:pt x="761100" y="904610"/>
                    <a:pt x="761100" y="837300"/>
                  </a:cubicBezTo>
                  <a:lnTo>
                    <a:pt x="761100" y="761100"/>
                  </a:lnTo>
                  <a:lnTo>
                    <a:pt x="811900" y="761100"/>
                  </a:lnTo>
                  <a:cubicBezTo>
                    <a:pt x="853810" y="761100"/>
                    <a:pt x="862700" y="764910"/>
                    <a:pt x="862700" y="786500"/>
                  </a:cubicBezTo>
                  <a:cubicBezTo>
                    <a:pt x="862700" y="803010"/>
                    <a:pt x="871590" y="811900"/>
                    <a:pt x="888100" y="811900"/>
                  </a:cubicBezTo>
                  <a:cubicBezTo>
                    <a:pt x="904610" y="811900"/>
                    <a:pt x="913500" y="820790"/>
                    <a:pt x="913500" y="837300"/>
                  </a:cubicBezTo>
                  <a:cubicBezTo>
                    <a:pt x="913500" y="853810"/>
                    <a:pt x="922390" y="862700"/>
                    <a:pt x="938900" y="862700"/>
                  </a:cubicBezTo>
                  <a:cubicBezTo>
                    <a:pt x="961760" y="862700"/>
                    <a:pt x="964300" y="871590"/>
                    <a:pt x="964300" y="938900"/>
                  </a:cubicBezTo>
                  <a:cubicBezTo>
                    <a:pt x="964300" y="1006210"/>
                    <a:pt x="961760" y="1015100"/>
                    <a:pt x="938900" y="1015100"/>
                  </a:cubicBezTo>
                  <a:cubicBezTo>
                    <a:pt x="917310" y="1015100"/>
                    <a:pt x="913500" y="1006210"/>
                    <a:pt x="913500" y="964300"/>
                  </a:cubicBezTo>
                  <a:cubicBezTo>
                    <a:pt x="913500" y="922390"/>
                    <a:pt x="909690" y="913500"/>
                    <a:pt x="888100" y="913500"/>
                  </a:cubicBezTo>
                  <a:cubicBezTo>
                    <a:pt x="871590" y="913500"/>
                    <a:pt x="862700" y="904610"/>
                    <a:pt x="862700" y="888100"/>
                  </a:cubicBezTo>
                  <a:cubicBezTo>
                    <a:pt x="862700" y="871590"/>
                    <a:pt x="853810" y="862700"/>
                    <a:pt x="837300" y="862700"/>
                  </a:cubicBezTo>
                  <a:cubicBezTo>
                    <a:pt x="815710" y="862700"/>
                    <a:pt x="811900" y="871590"/>
                    <a:pt x="811900" y="913500"/>
                  </a:cubicBezTo>
                  <a:cubicBezTo>
                    <a:pt x="811900" y="955410"/>
                    <a:pt x="808090" y="964300"/>
                    <a:pt x="786500" y="964300"/>
                  </a:cubicBezTo>
                  <a:cubicBezTo>
                    <a:pt x="769990" y="964300"/>
                    <a:pt x="761100" y="973190"/>
                    <a:pt x="761100" y="989700"/>
                  </a:cubicBezTo>
                  <a:cubicBezTo>
                    <a:pt x="761100" y="1011290"/>
                    <a:pt x="769990" y="1015100"/>
                    <a:pt x="811900" y="1015100"/>
                  </a:cubicBezTo>
                  <a:cubicBezTo>
                    <a:pt x="853810" y="1015100"/>
                    <a:pt x="862700" y="1018910"/>
                    <a:pt x="862700" y="1040500"/>
                  </a:cubicBezTo>
                  <a:cubicBezTo>
                    <a:pt x="862700" y="1057010"/>
                    <a:pt x="853810" y="1065900"/>
                    <a:pt x="837300" y="1065900"/>
                  </a:cubicBezTo>
                  <a:cubicBezTo>
                    <a:pt x="820790" y="1065900"/>
                    <a:pt x="811900" y="1074790"/>
                    <a:pt x="811900" y="1091300"/>
                  </a:cubicBezTo>
                  <a:cubicBezTo>
                    <a:pt x="811900" y="1114160"/>
                    <a:pt x="820790" y="1116700"/>
                    <a:pt x="888100" y="1116700"/>
                  </a:cubicBezTo>
                  <a:lnTo>
                    <a:pt x="964300" y="1116700"/>
                  </a:lnTo>
                  <a:lnTo>
                    <a:pt x="964300" y="1167500"/>
                  </a:lnTo>
                  <a:lnTo>
                    <a:pt x="964300" y="1218300"/>
                  </a:lnTo>
                  <a:lnTo>
                    <a:pt x="1015100" y="1218300"/>
                  </a:lnTo>
                  <a:cubicBezTo>
                    <a:pt x="1057010" y="1218300"/>
                    <a:pt x="1065900" y="1222110"/>
                    <a:pt x="1065900" y="1243700"/>
                  </a:cubicBezTo>
                  <a:cubicBezTo>
                    <a:pt x="1065900" y="1260210"/>
                    <a:pt x="1074790" y="1269100"/>
                    <a:pt x="1091300" y="1269100"/>
                  </a:cubicBezTo>
                  <a:cubicBezTo>
                    <a:pt x="1107810" y="1269100"/>
                    <a:pt x="1116700" y="1260210"/>
                    <a:pt x="1116700" y="1243700"/>
                  </a:cubicBezTo>
                  <a:cubicBezTo>
                    <a:pt x="1116700" y="1227190"/>
                    <a:pt x="1107810" y="1218300"/>
                    <a:pt x="1091300" y="1218300"/>
                  </a:cubicBezTo>
                  <a:cubicBezTo>
                    <a:pt x="1074790" y="1218300"/>
                    <a:pt x="1065900" y="1209410"/>
                    <a:pt x="1065900" y="1192900"/>
                  </a:cubicBezTo>
                  <a:cubicBezTo>
                    <a:pt x="1065900" y="1176390"/>
                    <a:pt x="1074790" y="1167500"/>
                    <a:pt x="1091300" y="1167500"/>
                  </a:cubicBezTo>
                  <a:cubicBezTo>
                    <a:pt x="1107810" y="1167500"/>
                    <a:pt x="1116700" y="1158610"/>
                    <a:pt x="1116700" y="1142100"/>
                  </a:cubicBezTo>
                  <a:cubicBezTo>
                    <a:pt x="1116700" y="1125590"/>
                    <a:pt x="1107810" y="1116700"/>
                    <a:pt x="1091300" y="1116700"/>
                  </a:cubicBezTo>
                  <a:cubicBezTo>
                    <a:pt x="1074790" y="1116700"/>
                    <a:pt x="1065900" y="1107810"/>
                    <a:pt x="1065900" y="1091300"/>
                  </a:cubicBezTo>
                  <a:cubicBezTo>
                    <a:pt x="1065900" y="1074790"/>
                    <a:pt x="1057010" y="1065900"/>
                    <a:pt x="1040500" y="1065900"/>
                  </a:cubicBezTo>
                  <a:cubicBezTo>
                    <a:pt x="1023990" y="1065900"/>
                    <a:pt x="1015100" y="1057010"/>
                    <a:pt x="1015100" y="1040500"/>
                  </a:cubicBezTo>
                  <a:cubicBezTo>
                    <a:pt x="1015100" y="1018910"/>
                    <a:pt x="1023990" y="1015100"/>
                    <a:pt x="1065900" y="1015100"/>
                  </a:cubicBezTo>
                  <a:cubicBezTo>
                    <a:pt x="1107810" y="1015100"/>
                    <a:pt x="1116700" y="1018910"/>
                    <a:pt x="1116700" y="1040500"/>
                  </a:cubicBezTo>
                  <a:cubicBezTo>
                    <a:pt x="1116700" y="1057010"/>
                    <a:pt x="1125590" y="1065900"/>
                    <a:pt x="1142100" y="1065900"/>
                  </a:cubicBezTo>
                  <a:cubicBezTo>
                    <a:pt x="1158610" y="1065900"/>
                    <a:pt x="1167500" y="1074790"/>
                    <a:pt x="1167500" y="1091300"/>
                  </a:cubicBezTo>
                  <a:cubicBezTo>
                    <a:pt x="1167500" y="1114160"/>
                    <a:pt x="1176390" y="1116700"/>
                    <a:pt x="1243700" y="1116700"/>
                  </a:cubicBezTo>
                  <a:cubicBezTo>
                    <a:pt x="1311010" y="1116700"/>
                    <a:pt x="1319900" y="1114160"/>
                    <a:pt x="1319900" y="1091300"/>
                  </a:cubicBezTo>
                  <a:cubicBezTo>
                    <a:pt x="1319900" y="1074790"/>
                    <a:pt x="1328790" y="1065900"/>
                    <a:pt x="1345300" y="1065900"/>
                  </a:cubicBezTo>
                  <a:cubicBezTo>
                    <a:pt x="1366890" y="1065900"/>
                    <a:pt x="1370700" y="1057010"/>
                    <a:pt x="1370700" y="1015100"/>
                  </a:cubicBezTo>
                  <a:lnTo>
                    <a:pt x="1370700" y="964300"/>
                  </a:lnTo>
                  <a:lnTo>
                    <a:pt x="1446900" y="964300"/>
                  </a:lnTo>
                  <a:cubicBezTo>
                    <a:pt x="1514210" y="964300"/>
                    <a:pt x="1523100" y="966840"/>
                    <a:pt x="1523100" y="989700"/>
                  </a:cubicBezTo>
                  <a:cubicBezTo>
                    <a:pt x="1523100" y="1011290"/>
                    <a:pt x="1514210" y="1015100"/>
                    <a:pt x="1472300" y="1015100"/>
                  </a:cubicBezTo>
                  <a:cubicBezTo>
                    <a:pt x="1430390" y="1015100"/>
                    <a:pt x="1421500" y="1018910"/>
                    <a:pt x="1421500" y="1040500"/>
                  </a:cubicBezTo>
                  <a:cubicBezTo>
                    <a:pt x="1421500" y="1062090"/>
                    <a:pt x="1430390" y="1065900"/>
                    <a:pt x="1472300" y="1065900"/>
                  </a:cubicBezTo>
                  <a:cubicBezTo>
                    <a:pt x="1514210" y="1065900"/>
                    <a:pt x="1523100" y="1069710"/>
                    <a:pt x="1523100" y="1091300"/>
                  </a:cubicBezTo>
                  <a:cubicBezTo>
                    <a:pt x="1523100" y="1112890"/>
                    <a:pt x="1514210" y="1116700"/>
                    <a:pt x="1472300" y="1116700"/>
                  </a:cubicBezTo>
                  <a:cubicBezTo>
                    <a:pt x="1430390" y="1116700"/>
                    <a:pt x="1421500" y="1120510"/>
                    <a:pt x="1421500" y="1142100"/>
                  </a:cubicBezTo>
                  <a:cubicBezTo>
                    <a:pt x="1421500" y="1158610"/>
                    <a:pt x="1412610" y="1167500"/>
                    <a:pt x="1396100" y="1167500"/>
                  </a:cubicBezTo>
                  <a:cubicBezTo>
                    <a:pt x="1373240" y="1167500"/>
                    <a:pt x="1370700" y="1176390"/>
                    <a:pt x="1370700" y="1243700"/>
                  </a:cubicBezTo>
                  <a:cubicBezTo>
                    <a:pt x="1370700" y="1311010"/>
                    <a:pt x="1373240" y="1319900"/>
                    <a:pt x="1396100" y="1319900"/>
                  </a:cubicBezTo>
                  <a:cubicBezTo>
                    <a:pt x="1412610" y="1319900"/>
                    <a:pt x="1421500" y="1311010"/>
                    <a:pt x="1421500" y="1294500"/>
                  </a:cubicBezTo>
                  <a:cubicBezTo>
                    <a:pt x="1421500" y="1277990"/>
                    <a:pt x="1430390" y="1269100"/>
                    <a:pt x="1446900" y="1269100"/>
                  </a:cubicBezTo>
                  <a:cubicBezTo>
                    <a:pt x="1468490" y="1269100"/>
                    <a:pt x="1472300" y="1277990"/>
                    <a:pt x="1472300" y="1319900"/>
                  </a:cubicBezTo>
                  <a:cubicBezTo>
                    <a:pt x="1472300" y="1361810"/>
                    <a:pt x="1476110" y="1370700"/>
                    <a:pt x="1497700" y="1370700"/>
                  </a:cubicBezTo>
                  <a:cubicBezTo>
                    <a:pt x="1514210" y="1370700"/>
                    <a:pt x="1523100" y="1379590"/>
                    <a:pt x="1523100" y="1396100"/>
                  </a:cubicBezTo>
                  <a:cubicBezTo>
                    <a:pt x="1523100" y="1412610"/>
                    <a:pt x="1514210" y="1421500"/>
                    <a:pt x="1497700" y="1421500"/>
                  </a:cubicBezTo>
                  <a:cubicBezTo>
                    <a:pt x="1476110" y="1421500"/>
                    <a:pt x="1472300" y="1430390"/>
                    <a:pt x="1472300" y="1472300"/>
                  </a:cubicBezTo>
                  <a:lnTo>
                    <a:pt x="1472300" y="1523100"/>
                  </a:lnTo>
                  <a:lnTo>
                    <a:pt x="1421500" y="1523100"/>
                  </a:lnTo>
                  <a:cubicBezTo>
                    <a:pt x="1379590" y="1523100"/>
                    <a:pt x="1370700" y="1519290"/>
                    <a:pt x="1370700" y="1497700"/>
                  </a:cubicBezTo>
                  <a:cubicBezTo>
                    <a:pt x="1370700" y="1481190"/>
                    <a:pt x="1379590" y="1472300"/>
                    <a:pt x="1396100" y="1472300"/>
                  </a:cubicBezTo>
                  <a:cubicBezTo>
                    <a:pt x="1417690" y="1472300"/>
                    <a:pt x="1421500" y="1463410"/>
                    <a:pt x="1421500" y="1421500"/>
                  </a:cubicBezTo>
                  <a:cubicBezTo>
                    <a:pt x="1421500" y="1379590"/>
                    <a:pt x="1417690" y="1370700"/>
                    <a:pt x="1396100" y="1370700"/>
                  </a:cubicBezTo>
                  <a:cubicBezTo>
                    <a:pt x="1374510" y="1370700"/>
                    <a:pt x="1370700" y="1379590"/>
                    <a:pt x="1370700" y="1421500"/>
                  </a:cubicBezTo>
                  <a:cubicBezTo>
                    <a:pt x="1370700" y="1463410"/>
                    <a:pt x="1366890" y="1472300"/>
                    <a:pt x="1345300" y="1472300"/>
                  </a:cubicBezTo>
                  <a:cubicBezTo>
                    <a:pt x="1328790" y="1472300"/>
                    <a:pt x="1319900" y="1481190"/>
                    <a:pt x="1319900" y="1497700"/>
                  </a:cubicBezTo>
                  <a:cubicBezTo>
                    <a:pt x="1319900" y="1514210"/>
                    <a:pt x="1328790" y="1523100"/>
                    <a:pt x="1345300" y="1523100"/>
                  </a:cubicBezTo>
                  <a:cubicBezTo>
                    <a:pt x="1366890" y="1523100"/>
                    <a:pt x="1370700" y="1531990"/>
                    <a:pt x="1370700" y="1573900"/>
                  </a:cubicBezTo>
                  <a:cubicBezTo>
                    <a:pt x="1370700" y="1615810"/>
                    <a:pt x="1366890" y="1624700"/>
                    <a:pt x="1345300" y="1624700"/>
                  </a:cubicBezTo>
                  <a:cubicBezTo>
                    <a:pt x="1328790" y="1624700"/>
                    <a:pt x="1319900" y="1615810"/>
                    <a:pt x="1319900" y="1599300"/>
                  </a:cubicBezTo>
                  <a:cubicBezTo>
                    <a:pt x="1319900" y="1577710"/>
                    <a:pt x="1311010" y="1573900"/>
                    <a:pt x="1269100" y="1573900"/>
                  </a:cubicBezTo>
                  <a:cubicBezTo>
                    <a:pt x="1227190" y="1573900"/>
                    <a:pt x="1218300" y="1570090"/>
                    <a:pt x="1218300" y="1548500"/>
                  </a:cubicBezTo>
                  <a:cubicBezTo>
                    <a:pt x="1218300" y="1531990"/>
                    <a:pt x="1227190" y="1523100"/>
                    <a:pt x="1243700" y="1523100"/>
                  </a:cubicBezTo>
                  <a:cubicBezTo>
                    <a:pt x="1260210" y="1523100"/>
                    <a:pt x="1269100" y="1514210"/>
                    <a:pt x="1269100" y="1497700"/>
                  </a:cubicBezTo>
                  <a:cubicBezTo>
                    <a:pt x="1269100" y="1481190"/>
                    <a:pt x="1260210" y="1472300"/>
                    <a:pt x="1243700" y="1472300"/>
                  </a:cubicBezTo>
                  <a:cubicBezTo>
                    <a:pt x="1227190" y="1472300"/>
                    <a:pt x="1218300" y="1481190"/>
                    <a:pt x="1218300" y="1497700"/>
                  </a:cubicBezTo>
                  <a:cubicBezTo>
                    <a:pt x="1218300" y="1514210"/>
                    <a:pt x="1209410" y="1523100"/>
                    <a:pt x="1192900" y="1523100"/>
                  </a:cubicBezTo>
                  <a:cubicBezTo>
                    <a:pt x="1171310" y="1523100"/>
                    <a:pt x="1167500" y="1531990"/>
                    <a:pt x="1167500" y="1573900"/>
                  </a:cubicBezTo>
                  <a:cubicBezTo>
                    <a:pt x="1167500" y="1615810"/>
                    <a:pt x="1171310" y="1624700"/>
                    <a:pt x="1192900" y="1624700"/>
                  </a:cubicBezTo>
                  <a:cubicBezTo>
                    <a:pt x="1209410" y="1624700"/>
                    <a:pt x="1218300" y="1633590"/>
                    <a:pt x="1218300" y="1650100"/>
                  </a:cubicBezTo>
                  <a:cubicBezTo>
                    <a:pt x="1218300" y="1666610"/>
                    <a:pt x="1227190" y="1675500"/>
                    <a:pt x="1243700" y="1675500"/>
                  </a:cubicBezTo>
                  <a:cubicBezTo>
                    <a:pt x="1260210" y="1675500"/>
                    <a:pt x="1269100" y="1666610"/>
                    <a:pt x="1269100" y="1650100"/>
                  </a:cubicBezTo>
                  <a:cubicBezTo>
                    <a:pt x="1269100" y="1633590"/>
                    <a:pt x="1277990" y="1624700"/>
                    <a:pt x="1294500" y="1624700"/>
                  </a:cubicBezTo>
                  <a:cubicBezTo>
                    <a:pt x="1311010" y="1624700"/>
                    <a:pt x="1319900" y="1633590"/>
                    <a:pt x="1319900" y="1650100"/>
                  </a:cubicBezTo>
                  <a:cubicBezTo>
                    <a:pt x="1319900" y="1671690"/>
                    <a:pt x="1328790" y="1675500"/>
                    <a:pt x="1370700" y="1675500"/>
                  </a:cubicBezTo>
                  <a:lnTo>
                    <a:pt x="1421500" y="1675500"/>
                  </a:lnTo>
                  <a:lnTo>
                    <a:pt x="1421500" y="1726300"/>
                  </a:lnTo>
                  <a:lnTo>
                    <a:pt x="1421500" y="1777100"/>
                  </a:lnTo>
                  <a:lnTo>
                    <a:pt x="1472300" y="1777100"/>
                  </a:lnTo>
                  <a:cubicBezTo>
                    <a:pt x="1514210" y="1777100"/>
                    <a:pt x="1523100" y="1780910"/>
                    <a:pt x="1523100" y="1802500"/>
                  </a:cubicBezTo>
                  <a:cubicBezTo>
                    <a:pt x="1523100" y="1824090"/>
                    <a:pt x="1531990" y="1827900"/>
                    <a:pt x="1573900" y="1827900"/>
                  </a:cubicBezTo>
                  <a:cubicBezTo>
                    <a:pt x="1615810" y="1827900"/>
                    <a:pt x="1624700" y="1824090"/>
                    <a:pt x="1624700" y="1802500"/>
                  </a:cubicBezTo>
                  <a:cubicBezTo>
                    <a:pt x="1624700" y="1785990"/>
                    <a:pt x="1615810" y="1777100"/>
                    <a:pt x="1599300" y="1777100"/>
                  </a:cubicBezTo>
                  <a:cubicBezTo>
                    <a:pt x="1582790" y="1777100"/>
                    <a:pt x="1573900" y="1768210"/>
                    <a:pt x="1573900" y="1751700"/>
                  </a:cubicBezTo>
                  <a:cubicBezTo>
                    <a:pt x="1573900" y="1735190"/>
                    <a:pt x="1565010" y="1726300"/>
                    <a:pt x="1548500" y="1726300"/>
                  </a:cubicBezTo>
                  <a:cubicBezTo>
                    <a:pt x="1531990" y="1726300"/>
                    <a:pt x="1523100" y="1717410"/>
                    <a:pt x="1523100" y="1700900"/>
                  </a:cubicBezTo>
                  <a:cubicBezTo>
                    <a:pt x="1523100" y="1679310"/>
                    <a:pt x="1514210" y="1675500"/>
                    <a:pt x="1472300" y="1675500"/>
                  </a:cubicBezTo>
                  <a:lnTo>
                    <a:pt x="1421500" y="1675500"/>
                  </a:lnTo>
                  <a:lnTo>
                    <a:pt x="1421500" y="1624700"/>
                  </a:lnTo>
                  <a:lnTo>
                    <a:pt x="1421500" y="1573900"/>
                  </a:lnTo>
                  <a:lnTo>
                    <a:pt x="1472300" y="1573900"/>
                  </a:lnTo>
                  <a:cubicBezTo>
                    <a:pt x="1514210" y="1573900"/>
                    <a:pt x="1523100" y="1577710"/>
                    <a:pt x="1523100" y="1599300"/>
                  </a:cubicBezTo>
                  <a:cubicBezTo>
                    <a:pt x="1523100" y="1615810"/>
                    <a:pt x="1531990" y="1624700"/>
                    <a:pt x="1548500" y="1624700"/>
                  </a:cubicBezTo>
                  <a:cubicBezTo>
                    <a:pt x="1565010" y="1624700"/>
                    <a:pt x="1573900" y="1615810"/>
                    <a:pt x="1573900" y="1599300"/>
                  </a:cubicBezTo>
                  <a:cubicBezTo>
                    <a:pt x="1573900" y="1582790"/>
                    <a:pt x="1565010" y="1573900"/>
                    <a:pt x="1548500" y="1573900"/>
                  </a:cubicBezTo>
                  <a:cubicBezTo>
                    <a:pt x="1531990" y="1573900"/>
                    <a:pt x="1523100" y="1565010"/>
                    <a:pt x="1523100" y="1548500"/>
                  </a:cubicBezTo>
                  <a:cubicBezTo>
                    <a:pt x="1523100" y="1531990"/>
                    <a:pt x="1531990" y="1523100"/>
                    <a:pt x="1548500" y="1523100"/>
                  </a:cubicBezTo>
                  <a:cubicBezTo>
                    <a:pt x="1565010" y="1523100"/>
                    <a:pt x="1573900" y="1514210"/>
                    <a:pt x="1573900" y="1497700"/>
                  </a:cubicBezTo>
                  <a:cubicBezTo>
                    <a:pt x="1573900" y="1481190"/>
                    <a:pt x="1582790" y="1472300"/>
                    <a:pt x="1599300" y="1472300"/>
                  </a:cubicBezTo>
                  <a:cubicBezTo>
                    <a:pt x="1615810" y="1472300"/>
                    <a:pt x="1624700" y="1463410"/>
                    <a:pt x="1624700" y="1446900"/>
                  </a:cubicBezTo>
                  <a:cubicBezTo>
                    <a:pt x="1624700" y="1430390"/>
                    <a:pt x="1633590" y="1421500"/>
                    <a:pt x="1650100" y="1421500"/>
                  </a:cubicBezTo>
                  <a:cubicBezTo>
                    <a:pt x="1666610" y="1421500"/>
                    <a:pt x="1675500" y="1412610"/>
                    <a:pt x="1675500" y="1396100"/>
                  </a:cubicBezTo>
                  <a:cubicBezTo>
                    <a:pt x="1675500" y="1373240"/>
                    <a:pt x="1666610" y="1370700"/>
                    <a:pt x="1599300" y="1370700"/>
                  </a:cubicBezTo>
                  <a:lnTo>
                    <a:pt x="1523100" y="1370700"/>
                  </a:lnTo>
                  <a:lnTo>
                    <a:pt x="1523100" y="1319900"/>
                  </a:lnTo>
                  <a:cubicBezTo>
                    <a:pt x="1523100" y="1277990"/>
                    <a:pt x="1526910" y="1269100"/>
                    <a:pt x="1548500" y="1269100"/>
                  </a:cubicBezTo>
                  <a:cubicBezTo>
                    <a:pt x="1565010" y="1269100"/>
                    <a:pt x="1573900" y="1260210"/>
                    <a:pt x="1573900" y="1243700"/>
                  </a:cubicBezTo>
                  <a:cubicBezTo>
                    <a:pt x="1573900" y="1227190"/>
                    <a:pt x="1565010" y="1218300"/>
                    <a:pt x="1548500" y="1218300"/>
                  </a:cubicBezTo>
                  <a:cubicBezTo>
                    <a:pt x="1531990" y="1218300"/>
                    <a:pt x="1523100" y="1209410"/>
                    <a:pt x="1523100" y="1192900"/>
                  </a:cubicBezTo>
                  <a:cubicBezTo>
                    <a:pt x="1523100" y="1170040"/>
                    <a:pt x="1531990" y="1167500"/>
                    <a:pt x="1599300" y="1167500"/>
                  </a:cubicBezTo>
                  <a:cubicBezTo>
                    <a:pt x="1666610" y="1167500"/>
                    <a:pt x="1675500" y="1164960"/>
                    <a:pt x="1675500" y="1142100"/>
                  </a:cubicBezTo>
                  <a:cubicBezTo>
                    <a:pt x="1675500" y="1120510"/>
                    <a:pt x="1684390" y="1116700"/>
                    <a:pt x="1726300" y="1116700"/>
                  </a:cubicBezTo>
                  <a:cubicBezTo>
                    <a:pt x="1768210" y="1116700"/>
                    <a:pt x="1777100" y="1112890"/>
                    <a:pt x="1777100" y="1091300"/>
                  </a:cubicBezTo>
                  <a:cubicBezTo>
                    <a:pt x="1777100" y="1069710"/>
                    <a:pt x="1785990" y="1065900"/>
                    <a:pt x="1827900" y="1065900"/>
                  </a:cubicBezTo>
                  <a:cubicBezTo>
                    <a:pt x="1869810" y="1065900"/>
                    <a:pt x="1878700" y="1062090"/>
                    <a:pt x="1878700" y="1040500"/>
                  </a:cubicBezTo>
                  <a:cubicBezTo>
                    <a:pt x="1878700" y="1023990"/>
                    <a:pt x="1869810" y="1015100"/>
                    <a:pt x="1853300" y="1015100"/>
                  </a:cubicBezTo>
                  <a:cubicBezTo>
                    <a:pt x="1836790" y="1015100"/>
                    <a:pt x="1827900" y="1006210"/>
                    <a:pt x="1827900" y="989700"/>
                  </a:cubicBezTo>
                  <a:cubicBezTo>
                    <a:pt x="1827900" y="966840"/>
                    <a:pt x="1819010" y="964300"/>
                    <a:pt x="1751700" y="964300"/>
                  </a:cubicBezTo>
                  <a:cubicBezTo>
                    <a:pt x="1684390" y="964300"/>
                    <a:pt x="1675500" y="961760"/>
                    <a:pt x="1675500" y="938900"/>
                  </a:cubicBezTo>
                  <a:cubicBezTo>
                    <a:pt x="1675500" y="922390"/>
                    <a:pt x="1666610" y="913500"/>
                    <a:pt x="1650100" y="913500"/>
                  </a:cubicBezTo>
                  <a:cubicBezTo>
                    <a:pt x="1633590" y="913500"/>
                    <a:pt x="1624700" y="922390"/>
                    <a:pt x="1624700" y="938900"/>
                  </a:cubicBezTo>
                  <a:cubicBezTo>
                    <a:pt x="1624700" y="955410"/>
                    <a:pt x="1615810" y="964300"/>
                    <a:pt x="1599300" y="964300"/>
                  </a:cubicBezTo>
                  <a:cubicBezTo>
                    <a:pt x="1582790" y="964300"/>
                    <a:pt x="1573900" y="955410"/>
                    <a:pt x="1573900" y="938900"/>
                  </a:cubicBezTo>
                  <a:cubicBezTo>
                    <a:pt x="1573900" y="922390"/>
                    <a:pt x="1565010" y="913500"/>
                    <a:pt x="1548500" y="913500"/>
                  </a:cubicBezTo>
                  <a:cubicBezTo>
                    <a:pt x="1531990" y="913500"/>
                    <a:pt x="1523100" y="904610"/>
                    <a:pt x="1523100" y="888100"/>
                  </a:cubicBezTo>
                  <a:cubicBezTo>
                    <a:pt x="1523100" y="871590"/>
                    <a:pt x="1531990" y="862700"/>
                    <a:pt x="1548500" y="862700"/>
                  </a:cubicBezTo>
                  <a:cubicBezTo>
                    <a:pt x="1565010" y="862700"/>
                    <a:pt x="1573900" y="853810"/>
                    <a:pt x="1573900" y="837300"/>
                  </a:cubicBezTo>
                  <a:cubicBezTo>
                    <a:pt x="1573900" y="820790"/>
                    <a:pt x="1565010" y="811900"/>
                    <a:pt x="1548500" y="811900"/>
                  </a:cubicBezTo>
                  <a:cubicBezTo>
                    <a:pt x="1531990" y="811900"/>
                    <a:pt x="1523100" y="820790"/>
                    <a:pt x="1523100" y="837300"/>
                  </a:cubicBezTo>
                  <a:cubicBezTo>
                    <a:pt x="1523100" y="853810"/>
                    <a:pt x="1514210" y="862700"/>
                    <a:pt x="1497700" y="862700"/>
                  </a:cubicBezTo>
                  <a:cubicBezTo>
                    <a:pt x="1481190" y="862700"/>
                    <a:pt x="1472300" y="871590"/>
                    <a:pt x="1472300" y="888100"/>
                  </a:cubicBezTo>
                  <a:cubicBezTo>
                    <a:pt x="1472300" y="909690"/>
                    <a:pt x="1463410" y="913500"/>
                    <a:pt x="1421500" y="913500"/>
                  </a:cubicBezTo>
                  <a:cubicBezTo>
                    <a:pt x="1379590" y="913500"/>
                    <a:pt x="1370700" y="917310"/>
                    <a:pt x="1370700" y="938900"/>
                  </a:cubicBezTo>
                  <a:cubicBezTo>
                    <a:pt x="1370700" y="955410"/>
                    <a:pt x="1361810" y="964300"/>
                    <a:pt x="1345300" y="964300"/>
                  </a:cubicBezTo>
                  <a:cubicBezTo>
                    <a:pt x="1328790" y="964300"/>
                    <a:pt x="1319900" y="955410"/>
                    <a:pt x="1319900" y="938900"/>
                  </a:cubicBezTo>
                  <a:cubicBezTo>
                    <a:pt x="1319900" y="922390"/>
                    <a:pt x="1311010" y="913500"/>
                    <a:pt x="1294500" y="913500"/>
                  </a:cubicBezTo>
                  <a:cubicBezTo>
                    <a:pt x="1277990" y="913500"/>
                    <a:pt x="1269100" y="904610"/>
                    <a:pt x="1269100" y="888100"/>
                  </a:cubicBezTo>
                  <a:cubicBezTo>
                    <a:pt x="1269100" y="866510"/>
                    <a:pt x="1277990" y="862700"/>
                    <a:pt x="1319900" y="862700"/>
                  </a:cubicBezTo>
                  <a:cubicBezTo>
                    <a:pt x="1361810" y="862700"/>
                    <a:pt x="1370700" y="858890"/>
                    <a:pt x="1370700" y="837300"/>
                  </a:cubicBezTo>
                  <a:cubicBezTo>
                    <a:pt x="1370700" y="815710"/>
                    <a:pt x="1379590" y="811900"/>
                    <a:pt x="1421500" y="811900"/>
                  </a:cubicBezTo>
                  <a:lnTo>
                    <a:pt x="1472300" y="811900"/>
                  </a:lnTo>
                  <a:lnTo>
                    <a:pt x="1472300" y="710300"/>
                  </a:lnTo>
                  <a:cubicBezTo>
                    <a:pt x="1472300" y="617590"/>
                    <a:pt x="1474840" y="608700"/>
                    <a:pt x="1497700" y="608700"/>
                  </a:cubicBezTo>
                  <a:cubicBezTo>
                    <a:pt x="1520560" y="608700"/>
                    <a:pt x="1523100" y="599810"/>
                    <a:pt x="1523100" y="532500"/>
                  </a:cubicBezTo>
                  <a:cubicBezTo>
                    <a:pt x="1523100" y="465190"/>
                    <a:pt x="1525640" y="456300"/>
                    <a:pt x="1548500" y="456300"/>
                  </a:cubicBezTo>
                  <a:cubicBezTo>
                    <a:pt x="1565010" y="456300"/>
                    <a:pt x="1573900" y="447410"/>
                    <a:pt x="1573900" y="430900"/>
                  </a:cubicBezTo>
                  <a:cubicBezTo>
                    <a:pt x="1573900" y="414390"/>
                    <a:pt x="1565010" y="405500"/>
                    <a:pt x="1548500" y="405500"/>
                  </a:cubicBezTo>
                  <a:cubicBezTo>
                    <a:pt x="1531990" y="405500"/>
                    <a:pt x="1523100" y="414390"/>
                    <a:pt x="1523100" y="430900"/>
                  </a:cubicBezTo>
                  <a:cubicBezTo>
                    <a:pt x="1523100" y="452490"/>
                    <a:pt x="1514210" y="456300"/>
                    <a:pt x="1472300" y="456300"/>
                  </a:cubicBezTo>
                  <a:cubicBezTo>
                    <a:pt x="1430390" y="456300"/>
                    <a:pt x="1421500" y="452490"/>
                    <a:pt x="1421500" y="430900"/>
                  </a:cubicBezTo>
                  <a:cubicBezTo>
                    <a:pt x="1421500" y="414390"/>
                    <a:pt x="1412610" y="405500"/>
                    <a:pt x="1396100" y="405500"/>
                  </a:cubicBezTo>
                  <a:cubicBezTo>
                    <a:pt x="1374510" y="405500"/>
                    <a:pt x="1370700" y="414390"/>
                    <a:pt x="1370700" y="456300"/>
                  </a:cubicBezTo>
                  <a:lnTo>
                    <a:pt x="1370700" y="507100"/>
                  </a:lnTo>
                  <a:lnTo>
                    <a:pt x="1421500" y="507100"/>
                  </a:lnTo>
                  <a:lnTo>
                    <a:pt x="1472300" y="507100"/>
                  </a:lnTo>
                  <a:lnTo>
                    <a:pt x="1472300" y="557900"/>
                  </a:lnTo>
                  <a:lnTo>
                    <a:pt x="1472300" y="608700"/>
                  </a:lnTo>
                  <a:lnTo>
                    <a:pt x="1421500" y="608700"/>
                  </a:lnTo>
                  <a:lnTo>
                    <a:pt x="1370700" y="608700"/>
                  </a:lnTo>
                  <a:lnTo>
                    <a:pt x="1370700" y="659500"/>
                  </a:lnTo>
                  <a:lnTo>
                    <a:pt x="1370700" y="710300"/>
                  </a:lnTo>
                  <a:lnTo>
                    <a:pt x="1294500" y="710300"/>
                  </a:lnTo>
                  <a:cubicBezTo>
                    <a:pt x="1227190" y="710300"/>
                    <a:pt x="1218300" y="707760"/>
                    <a:pt x="1218300" y="684900"/>
                  </a:cubicBezTo>
                  <a:cubicBezTo>
                    <a:pt x="1218300" y="668390"/>
                    <a:pt x="1209410" y="659500"/>
                    <a:pt x="1192900" y="659500"/>
                  </a:cubicBezTo>
                  <a:cubicBezTo>
                    <a:pt x="1176390" y="659500"/>
                    <a:pt x="1167500" y="650610"/>
                    <a:pt x="1167500" y="634100"/>
                  </a:cubicBezTo>
                  <a:cubicBezTo>
                    <a:pt x="1167500" y="617590"/>
                    <a:pt x="1176390" y="608700"/>
                    <a:pt x="1192900" y="608700"/>
                  </a:cubicBezTo>
                  <a:cubicBezTo>
                    <a:pt x="1209410" y="608700"/>
                    <a:pt x="1218300" y="599810"/>
                    <a:pt x="1218300" y="583300"/>
                  </a:cubicBezTo>
                  <a:cubicBezTo>
                    <a:pt x="1218300" y="566790"/>
                    <a:pt x="1209410" y="557900"/>
                    <a:pt x="1192900" y="557900"/>
                  </a:cubicBezTo>
                  <a:cubicBezTo>
                    <a:pt x="1176390" y="557900"/>
                    <a:pt x="1167500" y="549010"/>
                    <a:pt x="1167500" y="532500"/>
                  </a:cubicBezTo>
                  <a:cubicBezTo>
                    <a:pt x="1167500" y="515990"/>
                    <a:pt x="1176390" y="507100"/>
                    <a:pt x="1192900" y="507100"/>
                  </a:cubicBezTo>
                  <a:cubicBezTo>
                    <a:pt x="1209410" y="507100"/>
                    <a:pt x="1218300" y="498210"/>
                    <a:pt x="1218300" y="481700"/>
                  </a:cubicBezTo>
                  <a:cubicBezTo>
                    <a:pt x="1218300" y="460110"/>
                    <a:pt x="1209410" y="456300"/>
                    <a:pt x="1167500" y="456300"/>
                  </a:cubicBezTo>
                  <a:cubicBezTo>
                    <a:pt x="1125590" y="456300"/>
                    <a:pt x="1116700" y="452490"/>
                    <a:pt x="1116700" y="430900"/>
                  </a:cubicBezTo>
                  <a:cubicBezTo>
                    <a:pt x="1116700" y="414390"/>
                    <a:pt x="1107810" y="405500"/>
                    <a:pt x="1091300" y="405500"/>
                  </a:cubicBezTo>
                  <a:cubicBezTo>
                    <a:pt x="1069710" y="405500"/>
                    <a:pt x="1065900" y="396610"/>
                    <a:pt x="1065900" y="354700"/>
                  </a:cubicBezTo>
                  <a:cubicBezTo>
                    <a:pt x="1065900" y="312790"/>
                    <a:pt x="1069710" y="303900"/>
                    <a:pt x="1091300" y="303900"/>
                  </a:cubicBezTo>
                  <a:cubicBezTo>
                    <a:pt x="1112890" y="303900"/>
                    <a:pt x="1116700" y="295010"/>
                    <a:pt x="1116700" y="253100"/>
                  </a:cubicBezTo>
                  <a:lnTo>
                    <a:pt x="1116700" y="202300"/>
                  </a:lnTo>
                  <a:lnTo>
                    <a:pt x="1040500" y="202300"/>
                  </a:lnTo>
                  <a:cubicBezTo>
                    <a:pt x="973190" y="202300"/>
                    <a:pt x="964300" y="204840"/>
                    <a:pt x="964300" y="227700"/>
                  </a:cubicBezTo>
                  <a:cubicBezTo>
                    <a:pt x="964300" y="244210"/>
                    <a:pt x="973190" y="253100"/>
                    <a:pt x="989700" y="253100"/>
                  </a:cubicBezTo>
                  <a:cubicBezTo>
                    <a:pt x="1006210" y="253100"/>
                    <a:pt x="1015100" y="261990"/>
                    <a:pt x="1015100" y="278500"/>
                  </a:cubicBezTo>
                  <a:cubicBezTo>
                    <a:pt x="1015100" y="295010"/>
                    <a:pt x="1006210" y="303900"/>
                    <a:pt x="989700" y="303900"/>
                  </a:cubicBezTo>
                  <a:cubicBezTo>
                    <a:pt x="973190" y="303900"/>
                    <a:pt x="964300" y="312790"/>
                    <a:pt x="964300" y="329300"/>
                  </a:cubicBezTo>
                  <a:cubicBezTo>
                    <a:pt x="964300" y="345810"/>
                    <a:pt x="955410" y="354700"/>
                    <a:pt x="938900" y="354700"/>
                  </a:cubicBezTo>
                  <a:cubicBezTo>
                    <a:pt x="922390" y="354700"/>
                    <a:pt x="913500" y="363590"/>
                    <a:pt x="913500" y="380100"/>
                  </a:cubicBezTo>
                  <a:cubicBezTo>
                    <a:pt x="913500" y="401690"/>
                    <a:pt x="904610" y="405500"/>
                    <a:pt x="862700" y="405500"/>
                  </a:cubicBezTo>
                  <a:lnTo>
                    <a:pt x="811900" y="405500"/>
                  </a:lnTo>
                  <a:lnTo>
                    <a:pt x="811900" y="456300"/>
                  </a:lnTo>
                  <a:cubicBezTo>
                    <a:pt x="811900" y="498210"/>
                    <a:pt x="808090" y="507100"/>
                    <a:pt x="786500" y="507100"/>
                  </a:cubicBezTo>
                  <a:cubicBezTo>
                    <a:pt x="764910" y="507100"/>
                    <a:pt x="761100" y="498210"/>
                    <a:pt x="761100" y="456300"/>
                  </a:cubicBezTo>
                  <a:lnTo>
                    <a:pt x="761100" y="405500"/>
                  </a:lnTo>
                  <a:lnTo>
                    <a:pt x="710300" y="405500"/>
                  </a:lnTo>
                  <a:cubicBezTo>
                    <a:pt x="668390" y="405500"/>
                    <a:pt x="659500" y="401690"/>
                    <a:pt x="659500" y="380100"/>
                  </a:cubicBezTo>
                  <a:cubicBezTo>
                    <a:pt x="659500" y="363590"/>
                    <a:pt x="668390" y="354700"/>
                    <a:pt x="684900" y="354700"/>
                  </a:cubicBezTo>
                  <a:cubicBezTo>
                    <a:pt x="701410" y="354700"/>
                    <a:pt x="710300" y="345810"/>
                    <a:pt x="710300" y="329300"/>
                  </a:cubicBezTo>
                  <a:cubicBezTo>
                    <a:pt x="710300" y="312790"/>
                    <a:pt x="701410" y="303900"/>
                    <a:pt x="684900" y="303900"/>
                  </a:cubicBezTo>
                  <a:cubicBezTo>
                    <a:pt x="668390" y="303900"/>
                    <a:pt x="659500" y="312790"/>
                    <a:pt x="659500" y="329300"/>
                  </a:cubicBezTo>
                  <a:cubicBezTo>
                    <a:pt x="659500" y="350890"/>
                    <a:pt x="650610" y="354700"/>
                    <a:pt x="608700" y="354700"/>
                  </a:cubicBezTo>
                  <a:cubicBezTo>
                    <a:pt x="566790" y="354700"/>
                    <a:pt x="557900" y="358510"/>
                    <a:pt x="557900" y="380100"/>
                  </a:cubicBezTo>
                  <a:cubicBezTo>
                    <a:pt x="557900" y="401690"/>
                    <a:pt x="566790" y="405500"/>
                    <a:pt x="608700" y="405500"/>
                  </a:cubicBezTo>
                  <a:lnTo>
                    <a:pt x="659500" y="405500"/>
                  </a:lnTo>
                  <a:lnTo>
                    <a:pt x="659500" y="456300"/>
                  </a:lnTo>
                  <a:lnTo>
                    <a:pt x="659500" y="507100"/>
                  </a:lnTo>
                  <a:lnTo>
                    <a:pt x="710300" y="507100"/>
                  </a:lnTo>
                  <a:lnTo>
                    <a:pt x="761100" y="507100"/>
                  </a:lnTo>
                  <a:lnTo>
                    <a:pt x="761100" y="557900"/>
                  </a:lnTo>
                  <a:cubicBezTo>
                    <a:pt x="761100" y="599810"/>
                    <a:pt x="757290" y="608700"/>
                    <a:pt x="735700" y="608700"/>
                  </a:cubicBezTo>
                  <a:cubicBezTo>
                    <a:pt x="719190" y="608700"/>
                    <a:pt x="710300" y="599810"/>
                    <a:pt x="710300" y="583300"/>
                  </a:cubicBezTo>
                  <a:cubicBezTo>
                    <a:pt x="710300" y="566790"/>
                    <a:pt x="701410" y="557900"/>
                    <a:pt x="684900" y="557900"/>
                  </a:cubicBezTo>
                  <a:cubicBezTo>
                    <a:pt x="662040" y="557900"/>
                    <a:pt x="659500" y="566790"/>
                    <a:pt x="659500" y="634100"/>
                  </a:cubicBezTo>
                  <a:cubicBezTo>
                    <a:pt x="659500" y="701410"/>
                    <a:pt x="656960" y="710300"/>
                    <a:pt x="634100" y="710300"/>
                  </a:cubicBezTo>
                  <a:cubicBezTo>
                    <a:pt x="617590" y="710300"/>
                    <a:pt x="608700" y="719190"/>
                    <a:pt x="608700" y="735700"/>
                  </a:cubicBezTo>
                  <a:cubicBezTo>
                    <a:pt x="608700" y="752210"/>
                    <a:pt x="599810" y="761100"/>
                    <a:pt x="583300" y="761100"/>
                  </a:cubicBezTo>
                  <a:cubicBezTo>
                    <a:pt x="566790" y="761100"/>
                    <a:pt x="557900" y="769990"/>
                    <a:pt x="557900" y="786500"/>
                  </a:cubicBezTo>
                  <a:cubicBezTo>
                    <a:pt x="557900" y="803010"/>
                    <a:pt x="549010" y="811900"/>
                    <a:pt x="532500" y="811900"/>
                  </a:cubicBezTo>
                  <a:cubicBezTo>
                    <a:pt x="515990" y="811900"/>
                    <a:pt x="507100" y="820790"/>
                    <a:pt x="507100" y="837300"/>
                  </a:cubicBezTo>
                  <a:cubicBezTo>
                    <a:pt x="507100" y="860160"/>
                    <a:pt x="498210" y="862700"/>
                    <a:pt x="405500" y="862700"/>
                  </a:cubicBezTo>
                  <a:cubicBezTo>
                    <a:pt x="312790" y="862700"/>
                    <a:pt x="303900" y="860160"/>
                    <a:pt x="303900" y="837300"/>
                  </a:cubicBezTo>
                  <a:cubicBezTo>
                    <a:pt x="303900" y="820790"/>
                    <a:pt x="312790" y="811900"/>
                    <a:pt x="329300" y="811900"/>
                  </a:cubicBezTo>
                  <a:cubicBezTo>
                    <a:pt x="345810" y="811900"/>
                    <a:pt x="354700" y="803010"/>
                    <a:pt x="354700" y="786500"/>
                  </a:cubicBezTo>
                  <a:cubicBezTo>
                    <a:pt x="354700" y="769990"/>
                    <a:pt x="345810" y="761100"/>
                    <a:pt x="329300" y="761100"/>
                  </a:cubicBezTo>
                  <a:cubicBezTo>
                    <a:pt x="312790" y="761100"/>
                    <a:pt x="303900" y="752210"/>
                    <a:pt x="303900" y="735700"/>
                  </a:cubicBezTo>
                  <a:cubicBezTo>
                    <a:pt x="303900" y="719190"/>
                    <a:pt x="312790" y="710300"/>
                    <a:pt x="329300" y="710300"/>
                  </a:cubicBezTo>
                  <a:cubicBezTo>
                    <a:pt x="345810" y="710300"/>
                    <a:pt x="354700" y="701410"/>
                    <a:pt x="354700" y="684900"/>
                  </a:cubicBezTo>
                  <a:cubicBezTo>
                    <a:pt x="354700" y="668390"/>
                    <a:pt x="363590" y="659500"/>
                    <a:pt x="380100" y="659500"/>
                  </a:cubicBezTo>
                  <a:cubicBezTo>
                    <a:pt x="401690" y="659500"/>
                    <a:pt x="405500" y="650610"/>
                    <a:pt x="405500" y="608700"/>
                  </a:cubicBezTo>
                  <a:lnTo>
                    <a:pt x="405500" y="557900"/>
                  </a:lnTo>
                  <a:lnTo>
                    <a:pt x="354700" y="557900"/>
                  </a:lnTo>
                  <a:cubicBezTo>
                    <a:pt x="312790" y="557900"/>
                    <a:pt x="303900" y="561710"/>
                    <a:pt x="303900" y="583300"/>
                  </a:cubicBezTo>
                  <a:cubicBezTo>
                    <a:pt x="303900" y="599810"/>
                    <a:pt x="312790" y="608700"/>
                    <a:pt x="329300" y="608700"/>
                  </a:cubicBezTo>
                  <a:cubicBezTo>
                    <a:pt x="345810" y="608700"/>
                    <a:pt x="354700" y="617590"/>
                    <a:pt x="354700" y="634100"/>
                  </a:cubicBezTo>
                  <a:cubicBezTo>
                    <a:pt x="354700" y="655690"/>
                    <a:pt x="345810" y="659500"/>
                    <a:pt x="303900" y="659500"/>
                  </a:cubicBezTo>
                  <a:cubicBezTo>
                    <a:pt x="261990" y="659500"/>
                    <a:pt x="253100" y="655690"/>
                    <a:pt x="253100" y="634100"/>
                  </a:cubicBezTo>
                  <a:cubicBezTo>
                    <a:pt x="253100" y="617590"/>
                    <a:pt x="244210" y="608700"/>
                    <a:pt x="227700" y="608700"/>
                  </a:cubicBezTo>
                  <a:cubicBezTo>
                    <a:pt x="211190" y="608700"/>
                    <a:pt x="202300" y="617590"/>
                    <a:pt x="202300" y="634100"/>
                  </a:cubicBezTo>
                  <a:cubicBezTo>
                    <a:pt x="202300" y="650610"/>
                    <a:pt x="211190" y="659500"/>
                    <a:pt x="227700" y="659500"/>
                  </a:cubicBezTo>
                  <a:cubicBezTo>
                    <a:pt x="244210" y="659500"/>
                    <a:pt x="253100" y="668390"/>
                    <a:pt x="253100" y="684900"/>
                  </a:cubicBezTo>
                  <a:cubicBezTo>
                    <a:pt x="253100" y="701410"/>
                    <a:pt x="244210" y="710300"/>
                    <a:pt x="227700" y="710300"/>
                  </a:cubicBezTo>
                  <a:cubicBezTo>
                    <a:pt x="211190" y="710300"/>
                    <a:pt x="202300" y="719190"/>
                    <a:pt x="202300" y="735700"/>
                  </a:cubicBezTo>
                  <a:cubicBezTo>
                    <a:pt x="202300" y="752210"/>
                    <a:pt x="211190" y="761100"/>
                    <a:pt x="227700" y="761100"/>
                  </a:cubicBezTo>
                  <a:cubicBezTo>
                    <a:pt x="249290" y="761100"/>
                    <a:pt x="253100" y="769990"/>
                    <a:pt x="253100" y="811900"/>
                  </a:cubicBezTo>
                  <a:cubicBezTo>
                    <a:pt x="253100" y="853810"/>
                    <a:pt x="249290" y="862700"/>
                    <a:pt x="227700" y="862700"/>
                  </a:cubicBezTo>
                  <a:cubicBezTo>
                    <a:pt x="211190" y="862700"/>
                    <a:pt x="202300" y="853810"/>
                    <a:pt x="202300" y="837300"/>
                  </a:cubicBezTo>
                  <a:cubicBezTo>
                    <a:pt x="202300" y="820790"/>
                    <a:pt x="193410" y="811900"/>
                    <a:pt x="176900" y="811900"/>
                  </a:cubicBezTo>
                  <a:cubicBezTo>
                    <a:pt x="160390" y="811900"/>
                    <a:pt x="151500" y="803010"/>
                    <a:pt x="151500" y="786500"/>
                  </a:cubicBezTo>
                  <a:cubicBezTo>
                    <a:pt x="151500" y="769990"/>
                    <a:pt x="142610" y="761100"/>
                    <a:pt x="126100" y="761100"/>
                  </a:cubicBezTo>
                  <a:cubicBezTo>
                    <a:pt x="109590" y="761100"/>
                    <a:pt x="100700" y="769990"/>
                    <a:pt x="100700" y="786500"/>
                  </a:cubicBezTo>
                  <a:cubicBezTo>
                    <a:pt x="100700" y="803010"/>
                    <a:pt x="91810" y="811900"/>
                    <a:pt x="75300" y="811900"/>
                  </a:cubicBezTo>
                  <a:cubicBezTo>
                    <a:pt x="58790" y="811900"/>
                    <a:pt x="49900" y="820790"/>
                    <a:pt x="49900" y="837300"/>
                  </a:cubicBezTo>
                  <a:cubicBezTo>
                    <a:pt x="49900" y="853810"/>
                    <a:pt x="58790" y="862700"/>
                    <a:pt x="75300" y="862700"/>
                  </a:cubicBezTo>
                  <a:cubicBezTo>
                    <a:pt x="91810" y="862700"/>
                    <a:pt x="100700" y="871590"/>
                    <a:pt x="100700" y="888100"/>
                  </a:cubicBezTo>
                  <a:cubicBezTo>
                    <a:pt x="100700" y="904610"/>
                    <a:pt x="109590" y="913500"/>
                    <a:pt x="126100" y="913500"/>
                  </a:cubicBezTo>
                  <a:cubicBezTo>
                    <a:pt x="142610" y="913500"/>
                    <a:pt x="151500" y="922390"/>
                    <a:pt x="151500" y="938900"/>
                  </a:cubicBezTo>
                  <a:cubicBezTo>
                    <a:pt x="151500" y="955410"/>
                    <a:pt x="160390" y="964300"/>
                    <a:pt x="176900" y="964300"/>
                  </a:cubicBezTo>
                  <a:cubicBezTo>
                    <a:pt x="193410" y="964300"/>
                    <a:pt x="202300" y="973190"/>
                    <a:pt x="202300" y="989700"/>
                  </a:cubicBezTo>
                  <a:cubicBezTo>
                    <a:pt x="202300" y="1006210"/>
                    <a:pt x="193410" y="1015100"/>
                    <a:pt x="176900" y="1015100"/>
                  </a:cubicBezTo>
                  <a:cubicBezTo>
                    <a:pt x="160390" y="1015100"/>
                    <a:pt x="151500" y="1023990"/>
                    <a:pt x="151500" y="1040500"/>
                  </a:cubicBezTo>
                  <a:cubicBezTo>
                    <a:pt x="151500" y="1062090"/>
                    <a:pt x="160390" y="1065900"/>
                    <a:pt x="202300" y="1065900"/>
                  </a:cubicBezTo>
                  <a:cubicBezTo>
                    <a:pt x="244210" y="1065900"/>
                    <a:pt x="253100" y="1062090"/>
                    <a:pt x="253100" y="1040500"/>
                  </a:cubicBezTo>
                  <a:cubicBezTo>
                    <a:pt x="253100" y="1018910"/>
                    <a:pt x="261990" y="1015100"/>
                    <a:pt x="303900" y="1015100"/>
                  </a:cubicBezTo>
                  <a:cubicBezTo>
                    <a:pt x="345810" y="1015100"/>
                    <a:pt x="354700" y="1011290"/>
                    <a:pt x="354700" y="989700"/>
                  </a:cubicBezTo>
                  <a:cubicBezTo>
                    <a:pt x="354700" y="968110"/>
                    <a:pt x="345810" y="964300"/>
                    <a:pt x="303900" y="964300"/>
                  </a:cubicBezTo>
                  <a:lnTo>
                    <a:pt x="253100" y="964300"/>
                  </a:lnTo>
                  <a:lnTo>
                    <a:pt x="253100" y="913500"/>
                  </a:lnTo>
                  <a:cubicBezTo>
                    <a:pt x="253100" y="871590"/>
                    <a:pt x="256910" y="862700"/>
                    <a:pt x="278500" y="862700"/>
                  </a:cubicBezTo>
                  <a:cubicBezTo>
                    <a:pt x="295010" y="862700"/>
                    <a:pt x="303900" y="871590"/>
                    <a:pt x="303900" y="888100"/>
                  </a:cubicBezTo>
                  <a:cubicBezTo>
                    <a:pt x="303900" y="909690"/>
                    <a:pt x="312790" y="913500"/>
                    <a:pt x="354700" y="913500"/>
                  </a:cubicBezTo>
                  <a:cubicBezTo>
                    <a:pt x="396610" y="913500"/>
                    <a:pt x="405500" y="917310"/>
                    <a:pt x="405500" y="938900"/>
                  </a:cubicBezTo>
                  <a:cubicBezTo>
                    <a:pt x="405500" y="955410"/>
                    <a:pt x="414390" y="964300"/>
                    <a:pt x="430900" y="964300"/>
                  </a:cubicBezTo>
                  <a:cubicBezTo>
                    <a:pt x="447410" y="964300"/>
                    <a:pt x="456300" y="973190"/>
                    <a:pt x="456300" y="989700"/>
                  </a:cubicBezTo>
                  <a:cubicBezTo>
                    <a:pt x="456300" y="1006210"/>
                    <a:pt x="447410" y="1015100"/>
                    <a:pt x="430900" y="1015100"/>
                  </a:cubicBezTo>
                  <a:cubicBezTo>
                    <a:pt x="414390" y="1015100"/>
                    <a:pt x="405500" y="1023990"/>
                    <a:pt x="405500" y="1040500"/>
                  </a:cubicBezTo>
                  <a:cubicBezTo>
                    <a:pt x="405500" y="1062090"/>
                    <a:pt x="396610" y="1065900"/>
                    <a:pt x="354700" y="1065900"/>
                  </a:cubicBezTo>
                  <a:cubicBezTo>
                    <a:pt x="312790" y="1065900"/>
                    <a:pt x="303900" y="1069710"/>
                    <a:pt x="303900" y="1091300"/>
                  </a:cubicBezTo>
                  <a:cubicBezTo>
                    <a:pt x="303900" y="1114160"/>
                    <a:pt x="312790" y="1116700"/>
                    <a:pt x="380100" y="1116700"/>
                  </a:cubicBezTo>
                  <a:lnTo>
                    <a:pt x="456300" y="1116700"/>
                  </a:lnTo>
                  <a:lnTo>
                    <a:pt x="456300" y="1065900"/>
                  </a:lnTo>
                  <a:cubicBezTo>
                    <a:pt x="456300" y="1023990"/>
                    <a:pt x="460110" y="1015100"/>
                    <a:pt x="481700" y="1015100"/>
                  </a:cubicBezTo>
                  <a:cubicBezTo>
                    <a:pt x="498210" y="1015100"/>
                    <a:pt x="507100" y="1023990"/>
                    <a:pt x="507100" y="1040500"/>
                  </a:cubicBezTo>
                  <a:cubicBezTo>
                    <a:pt x="507100" y="1057010"/>
                    <a:pt x="515990" y="1065900"/>
                    <a:pt x="532500" y="1065900"/>
                  </a:cubicBezTo>
                  <a:cubicBezTo>
                    <a:pt x="554090" y="1065900"/>
                    <a:pt x="557900" y="1074790"/>
                    <a:pt x="557900" y="1116700"/>
                  </a:cubicBezTo>
                  <a:cubicBezTo>
                    <a:pt x="557900" y="1158610"/>
                    <a:pt x="554090" y="1167500"/>
                    <a:pt x="532500" y="1167500"/>
                  </a:cubicBezTo>
                  <a:cubicBezTo>
                    <a:pt x="510910" y="1167500"/>
                    <a:pt x="507100" y="1176390"/>
                    <a:pt x="507100" y="1218300"/>
                  </a:cubicBezTo>
                  <a:cubicBezTo>
                    <a:pt x="507100" y="1260210"/>
                    <a:pt x="503290" y="1269100"/>
                    <a:pt x="481700" y="1269100"/>
                  </a:cubicBezTo>
                  <a:cubicBezTo>
                    <a:pt x="460110" y="1269100"/>
                    <a:pt x="456300" y="1277990"/>
                    <a:pt x="456300" y="1319900"/>
                  </a:cubicBezTo>
                  <a:lnTo>
                    <a:pt x="456300" y="1370700"/>
                  </a:lnTo>
                  <a:lnTo>
                    <a:pt x="380100" y="1370700"/>
                  </a:lnTo>
                  <a:cubicBezTo>
                    <a:pt x="312790" y="1370700"/>
                    <a:pt x="303900" y="1373240"/>
                    <a:pt x="303900" y="1396100"/>
                  </a:cubicBezTo>
                  <a:cubicBezTo>
                    <a:pt x="303900" y="1412610"/>
                    <a:pt x="312790" y="1421500"/>
                    <a:pt x="329300" y="1421500"/>
                  </a:cubicBezTo>
                  <a:cubicBezTo>
                    <a:pt x="345810" y="1421500"/>
                    <a:pt x="354700" y="1430390"/>
                    <a:pt x="354700" y="1446900"/>
                  </a:cubicBezTo>
                  <a:cubicBezTo>
                    <a:pt x="354700" y="1463410"/>
                    <a:pt x="345810" y="1472300"/>
                    <a:pt x="329300" y="1472300"/>
                  </a:cubicBezTo>
                  <a:cubicBezTo>
                    <a:pt x="312790" y="1472300"/>
                    <a:pt x="303900" y="1481190"/>
                    <a:pt x="303900" y="1497700"/>
                  </a:cubicBezTo>
                  <a:cubicBezTo>
                    <a:pt x="303900" y="1514210"/>
                    <a:pt x="312790" y="1523100"/>
                    <a:pt x="329300" y="1523100"/>
                  </a:cubicBezTo>
                  <a:cubicBezTo>
                    <a:pt x="345810" y="1523100"/>
                    <a:pt x="354700" y="1531990"/>
                    <a:pt x="354700" y="1548500"/>
                  </a:cubicBezTo>
                  <a:cubicBezTo>
                    <a:pt x="354700" y="1565010"/>
                    <a:pt x="345810" y="1573900"/>
                    <a:pt x="329300" y="1573900"/>
                  </a:cubicBezTo>
                  <a:cubicBezTo>
                    <a:pt x="312790" y="1573900"/>
                    <a:pt x="303900" y="1582790"/>
                    <a:pt x="303900" y="1599300"/>
                  </a:cubicBezTo>
                  <a:cubicBezTo>
                    <a:pt x="303900" y="1615810"/>
                    <a:pt x="312790" y="1624700"/>
                    <a:pt x="329300" y="1624700"/>
                  </a:cubicBezTo>
                  <a:cubicBezTo>
                    <a:pt x="345810" y="1624700"/>
                    <a:pt x="354700" y="1633590"/>
                    <a:pt x="354700" y="1650100"/>
                  </a:cubicBezTo>
                  <a:cubicBezTo>
                    <a:pt x="354700" y="1671690"/>
                    <a:pt x="363590" y="1675500"/>
                    <a:pt x="405500" y="1675500"/>
                  </a:cubicBezTo>
                  <a:cubicBezTo>
                    <a:pt x="447410" y="1675500"/>
                    <a:pt x="456300" y="1671690"/>
                    <a:pt x="456300" y="1650100"/>
                  </a:cubicBezTo>
                  <a:cubicBezTo>
                    <a:pt x="456300" y="1633590"/>
                    <a:pt x="465190" y="1624700"/>
                    <a:pt x="481700" y="1624700"/>
                  </a:cubicBezTo>
                  <a:cubicBezTo>
                    <a:pt x="503290" y="1624700"/>
                    <a:pt x="507100" y="1633590"/>
                    <a:pt x="507100" y="1675500"/>
                  </a:cubicBezTo>
                  <a:cubicBezTo>
                    <a:pt x="507100" y="1717410"/>
                    <a:pt x="503290" y="1726300"/>
                    <a:pt x="481700" y="1726300"/>
                  </a:cubicBezTo>
                  <a:cubicBezTo>
                    <a:pt x="465190" y="1726300"/>
                    <a:pt x="456300" y="1735190"/>
                    <a:pt x="456300" y="1751700"/>
                  </a:cubicBezTo>
                  <a:cubicBezTo>
                    <a:pt x="456300" y="1768210"/>
                    <a:pt x="447410" y="1777100"/>
                    <a:pt x="430900" y="1777100"/>
                  </a:cubicBezTo>
                  <a:cubicBezTo>
                    <a:pt x="414390" y="1777100"/>
                    <a:pt x="405500" y="1785990"/>
                    <a:pt x="405500" y="1802500"/>
                  </a:cubicBezTo>
                  <a:cubicBezTo>
                    <a:pt x="405500" y="1819010"/>
                    <a:pt x="396610" y="1827900"/>
                    <a:pt x="380100" y="1827900"/>
                  </a:cubicBezTo>
                  <a:cubicBezTo>
                    <a:pt x="363590" y="1827900"/>
                    <a:pt x="354700" y="1819010"/>
                    <a:pt x="354700" y="1802500"/>
                  </a:cubicBezTo>
                  <a:cubicBezTo>
                    <a:pt x="354700" y="1785990"/>
                    <a:pt x="345810" y="1777100"/>
                    <a:pt x="329300" y="1777100"/>
                  </a:cubicBezTo>
                  <a:cubicBezTo>
                    <a:pt x="312790" y="1777100"/>
                    <a:pt x="303900" y="1785990"/>
                    <a:pt x="303900" y="1802500"/>
                  </a:cubicBezTo>
                  <a:cubicBezTo>
                    <a:pt x="303900" y="1819010"/>
                    <a:pt x="312790" y="1827900"/>
                    <a:pt x="329300" y="1827900"/>
                  </a:cubicBezTo>
                  <a:cubicBezTo>
                    <a:pt x="345810" y="1827900"/>
                    <a:pt x="354700" y="1836790"/>
                    <a:pt x="354700" y="1853300"/>
                  </a:cubicBezTo>
                  <a:cubicBezTo>
                    <a:pt x="354700" y="1869810"/>
                    <a:pt x="345810" y="1878700"/>
                    <a:pt x="329300" y="1878700"/>
                  </a:cubicBezTo>
                  <a:cubicBezTo>
                    <a:pt x="312790" y="1878700"/>
                    <a:pt x="303900" y="1887590"/>
                    <a:pt x="303900" y="1904100"/>
                  </a:cubicBezTo>
                  <a:cubicBezTo>
                    <a:pt x="303900" y="1925690"/>
                    <a:pt x="312790" y="1929500"/>
                    <a:pt x="354700" y="1929500"/>
                  </a:cubicBezTo>
                  <a:cubicBezTo>
                    <a:pt x="396610" y="1929500"/>
                    <a:pt x="405500" y="1933310"/>
                    <a:pt x="405500" y="1954900"/>
                  </a:cubicBezTo>
                  <a:cubicBezTo>
                    <a:pt x="405500" y="1976490"/>
                    <a:pt x="414390" y="1980300"/>
                    <a:pt x="456300" y="1980300"/>
                  </a:cubicBezTo>
                  <a:lnTo>
                    <a:pt x="507100" y="1980300"/>
                  </a:lnTo>
                  <a:lnTo>
                    <a:pt x="507100" y="2056500"/>
                  </a:lnTo>
                  <a:cubicBezTo>
                    <a:pt x="507100" y="2123810"/>
                    <a:pt x="504560" y="2132700"/>
                    <a:pt x="481700" y="2132700"/>
                  </a:cubicBezTo>
                  <a:cubicBezTo>
                    <a:pt x="465190" y="2132700"/>
                    <a:pt x="456300" y="2141590"/>
                    <a:pt x="456300" y="2158100"/>
                  </a:cubicBezTo>
                  <a:cubicBezTo>
                    <a:pt x="456300" y="2174610"/>
                    <a:pt x="465190" y="2183500"/>
                    <a:pt x="481700" y="2183500"/>
                  </a:cubicBezTo>
                  <a:cubicBezTo>
                    <a:pt x="498210" y="2183500"/>
                    <a:pt x="507100" y="2174610"/>
                    <a:pt x="507100" y="2158100"/>
                  </a:cubicBezTo>
                  <a:close/>
                  <a:moveTo>
                    <a:pt x="1827900" y="2132700"/>
                  </a:moveTo>
                  <a:lnTo>
                    <a:pt x="1827900" y="2081900"/>
                  </a:lnTo>
                  <a:lnTo>
                    <a:pt x="1777100" y="2081900"/>
                  </a:lnTo>
                  <a:cubicBezTo>
                    <a:pt x="1735190" y="2081900"/>
                    <a:pt x="1726300" y="2085710"/>
                    <a:pt x="1726300" y="2107300"/>
                  </a:cubicBezTo>
                  <a:cubicBezTo>
                    <a:pt x="1726300" y="2123810"/>
                    <a:pt x="1735190" y="2132700"/>
                    <a:pt x="1751700" y="2132700"/>
                  </a:cubicBezTo>
                  <a:cubicBezTo>
                    <a:pt x="1768210" y="2132700"/>
                    <a:pt x="1777100" y="2141590"/>
                    <a:pt x="1777100" y="2158100"/>
                  </a:cubicBezTo>
                  <a:cubicBezTo>
                    <a:pt x="1777100" y="2174610"/>
                    <a:pt x="1785990" y="2183500"/>
                    <a:pt x="1802500" y="2183500"/>
                  </a:cubicBezTo>
                  <a:cubicBezTo>
                    <a:pt x="1824090" y="2183500"/>
                    <a:pt x="1827900" y="2174610"/>
                    <a:pt x="1827900" y="2132700"/>
                  </a:cubicBezTo>
                  <a:close/>
                  <a:moveTo>
                    <a:pt x="354700" y="2005700"/>
                  </a:moveTo>
                  <a:cubicBezTo>
                    <a:pt x="354700" y="1989190"/>
                    <a:pt x="345810" y="1980300"/>
                    <a:pt x="329300" y="1980300"/>
                  </a:cubicBezTo>
                  <a:cubicBezTo>
                    <a:pt x="312790" y="1980300"/>
                    <a:pt x="303900" y="1989190"/>
                    <a:pt x="303900" y="2005700"/>
                  </a:cubicBezTo>
                  <a:cubicBezTo>
                    <a:pt x="303900" y="2022210"/>
                    <a:pt x="312790" y="2031100"/>
                    <a:pt x="329300" y="2031100"/>
                  </a:cubicBezTo>
                  <a:cubicBezTo>
                    <a:pt x="345810" y="2031100"/>
                    <a:pt x="354700" y="2022210"/>
                    <a:pt x="354700" y="2005700"/>
                  </a:cubicBezTo>
                  <a:close/>
                  <a:moveTo>
                    <a:pt x="2031100" y="1954900"/>
                  </a:moveTo>
                  <a:cubicBezTo>
                    <a:pt x="2031100" y="1938390"/>
                    <a:pt x="2039990" y="1929500"/>
                    <a:pt x="2056500" y="1929500"/>
                  </a:cubicBezTo>
                  <a:cubicBezTo>
                    <a:pt x="2073010" y="1929500"/>
                    <a:pt x="2081900" y="1920610"/>
                    <a:pt x="2081900" y="1904100"/>
                  </a:cubicBezTo>
                  <a:cubicBezTo>
                    <a:pt x="2081900" y="1887590"/>
                    <a:pt x="2073010" y="1878700"/>
                    <a:pt x="2056500" y="1878700"/>
                  </a:cubicBezTo>
                  <a:cubicBezTo>
                    <a:pt x="2039990" y="1878700"/>
                    <a:pt x="2031100" y="1869810"/>
                    <a:pt x="2031100" y="1853300"/>
                  </a:cubicBezTo>
                  <a:cubicBezTo>
                    <a:pt x="2031100" y="1831710"/>
                    <a:pt x="2022210" y="1827900"/>
                    <a:pt x="1980300" y="1827900"/>
                  </a:cubicBezTo>
                  <a:cubicBezTo>
                    <a:pt x="1938390" y="1827900"/>
                    <a:pt x="1929500" y="1831710"/>
                    <a:pt x="1929500" y="1853300"/>
                  </a:cubicBezTo>
                  <a:cubicBezTo>
                    <a:pt x="1929500" y="1869810"/>
                    <a:pt x="1938390" y="1878700"/>
                    <a:pt x="1954900" y="1878700"/>
                  </a:cubicBezTo>
                  <a:cubicBezTo>
                    <a:pt x="1976490" y="1878700"/>
                    <a:pt x="1980300" y="1887590"/>
                    <a:pt x="1980300" y="1929500"/>
                  </a:cubicBezTo>
                  <a:cubicBezTo>
                    <a:pt x="1980300" y="1971410"/>
                    <a:pt x="1984110" y="1980300"/>
                    <a:pt x="2005700" y="1980300"/>
                  </a:cubicBezTo>
                  <a:cubicBezTo>
                    <a:pt x="2022210" y="1980300"/>
                    <a:pt x="2031100" y="1971410"/>
                    <a:pt x="2031100" y="1954900"/>
                  </a:cubicBezTo>
                  <a:close/>
                  <a:moveTo>
                    <a:pt x="2335900" y="1954900"/>
                  </a:moveTo>
                  <a:cubicBezTo>
                    <a:pt x="2335900" y="1938390"/>
                    <a:pt x="2327010" y="1929500"/>
                    <a:pt x="2310500" y="1929500"/>
                  </a:cubicBezTo>
                  <a:cubicBezTo>
                    <a:pt x="2293990" y="1929500"/>
                    <a:pt x="2285100" y="1938390"/>
                    <a:pt x="2285100" y="1954900"/>
                  </a:cubicBezTo>
                  <a:cubicBezTo>
                    <a:pt x="2285100" y="1971410"/>
                    <a:pt x="2293990" y="1980300"/>
                    <a:pt x="2310500" y="1980300"/>
                  </a:cubicBezTo>
                  <a:cubicBezTo>
                    <a:pt x="2327010" y="1980300"/>
                    <a:pt x="2335900" y="1971410"/>
                    <a:pt x="2335900" y="1954900"/>
                  </a:cubicBezTo>
                  <a:close/>
                  <a:moveTo>
                    <a:pt x="2386700" y="1853300"/>
                  </a:moveTo>
                  <a:cubicBezTo>
                    <a:pt x="2386700" y="1836790"/>
                    <a:pt x="2377810" y="1827900"/>
                    <a:pt x="2361300" y="1827900"/>
                  </a:cubicBezTo>
                  <a:cubicBezTo>
                    <a:pt x="2344790" y="1827900"/>
                    <a:pt x="2335900" y="1836790"/>
                    <a:pt x="2335900" y="1853300"/>
                  </a:cubicBezTo>
                  <a:cubicBezTo>
                    <a:pt x="2335900" y="1869810"/>
                    <a:pt x="2344790" y="1878700"/>
                    <a:pt x="2361300" y="1878700"/>
                  </a:cubicBezTo>
                  <a:cubicBezTo>
                    <a:pt x="2377810" y="1878700"/>
                    <a:pt x="2386700" y="1869810"/>
                    <a:pt x="2386700" y="1853300"/>
                  </a:cubicBezTo>
                  <a:close/>
                  <a:moveTo>
                    <a:pt x="2081900" y="1751700"/>
                  </a:moveTo>
                  <a:cubicBezTo>
                    <a:pt x="2081900" y="1735190"/>
                    <a:pt x="2090790" y="1726300"/>
                    <a:pt x="2107300" y="1726300"/>
                  </a:cubicBezTo>
                  <a:cubicBezTo>
                    <a:pt x="2128890" y="1726300"/>
                    <a:pt x="2132700" y="1717410"/>
                    <a:pt x="2132700" y="1675500"/>
                  </a:cubicBezTo>
                  <a:cubicBezTo>
                    <a:pt x="2132700" y="1633590"/>
                    <a:pt x="2128890" y="1624700"/>
                    <a:pt x="2107300" y="1624700"/>
                  </a:cubicBezTo>
                  <a:cubicBezTo>
                    <a:pt x="2085710" y="1624700"/>
                    <a:pt x="2081900" y="1633590"/>
                    <a:pt x="2081900" y="1675500"/>
                  </a:cubicBezTo>
                  <a:cubicBezTo>
                    <a:pt x="2081900" y="1717410"/>
                    <a:pt x="2078090" y="1726300"/>
                    <a:pt x="2056500" y="1726300"/>
                  </a:cubicBezTo>
                  <a:cubicBezTo>
                    <a:pt x="2039990" y="1726300"/>
                    <a:pt x="2031100" y="1717410"/>
                    <a:pt x="2031100" y="1700900"/>
                  </a:cubicBezTo>
                  <a:cubicBezTo>
                    <a:pt x="2031100" y="1684390"/>
                    <a:pt x="2022210" y="1675500"/>
                    <a:pt x="2005700" y="1675500"/>
                  </a:cubicBezTo>
                  <a:cubicBezTo>
                    <a:pt x="1989190" y="1675500"/>
                    <a:pt x="1980300" y="1684390"/>
                    <a:pt x="1980300" y="1700900"/>
                  </a:cubicBezTo>
                  <a:cubicBezTo>
                    <a:pt x="1980300" y="1717410"/>
                    <a:pt x="1989190" y="1726300"/>
                    <a:pt x="2005700" y="1726300"/>
                  </a:cubicBezTo>
                  <a:cubicBezTo>
                    <a:pt x="2022210" y="1726300"/>
                    <a:pt x="2031100" y="1735190"/>
                    <a:pt x="2031100" y="1751700"/>
                  </a:cubicBezTo>
                  <a:cubicBezTo>
                    <a:pt x="2031100" y="1768210"/>
                    <a:pt x="2039990" y="1777100"/>
                    <a:pt x="2056500" y="1777100"/>
                  </a:cubicBezTo>
                  <a:cubicBezTo>
                    <a:pt x="2073010" y="1777100"/>
                    <a:pt x="2081900" y="1768210"/>
                    <a:pt x="2081900" y="1751700"/>
                  </a:cubicBezTo>
                  <a:close/>
                  <a:moveTo>
                    <a:pt x="2386700" y="1700900"/>
                  </a:moveTo>
                  <a:cubicBezTo>
                    <a:pt x="2386700" y="1684390"/>
                    <a:pt x="2395590" y="1675500"/>
                    <a:pt x="2412100" y="1675500"/>
                  </a:cubicBezTo>
                  <a:cubicBezTo>
                    <a:pt x="2428610" y="1675500"/>
                    <a:pt x="2437500" y="1666610"/>
                    <a:pt x="2437500" y="1650100"/>
                  </a:cubicBezTo>
                  <a:cubicBezTo>
                    <a:pt x="2437500" y="1628510"/>
                    <a:pt x="2428610" y="1624700"/>
                    <a:pt x="2386700" y="1624700"/>
                  </a:cubicBezTo>
                  <a:lnTo>
                    <a:pt x="2335900" y="1624700"/>
                  </a:lnTo>
                  <a:lnTo>
                    <a:pt x="2335900" y="1675500"/>
                  </a:lnTo>
                  <a:cubicBezTo>
                    <a:pt x="2335900" y="1717410"/>
                    <a:pt x="2339710" y="1726300"/>
                    <a:pt x="2361300" y="1726300"/>
                  </a:cubicBezTo>
                  <a:cubicBezTo>
                    <a:pt x="2377810" y="1726300"/>
                    <a:pt x="2386700" y="1717410"/>
                    <a:pt x="2386700" y="1700900"/>
                  </a:cubicBezTo>
                  <a:close/>
                  <a:moveTo>
                    <a:pt x="100700" y="1548500"/>
                  </a:moveTo>
                  <a:cubicBezTo>
                    <a:pt x="100700" y="1531990"/>
                    <a:pt x="91810" y="1523100"/>
                    <a:pt x="75300" y="1523100"/>
                  </a:cubicBezTo>
                  <a:cubicBezTo>
                    <a:pt x="58790" y="1523100"/>
                    <a:pt x="49900" y="1531990"/>
                    <a:pt x="49900" y="1548500"/>
                  </a:cubicBezTo>
                  <a:cubicBezTo>
                    <a:pt x="49900" y="1565010"/>
                    <a:pt x="58790" y="1573900"/>
                    <a:pt x="75300" y="1573900"/>
                  </a:cubicBezTo>
                  <a:cubicBezTo>
                    <a:pt x="91810" y="1573900"/>
                    <a:pt x="100700" y="1565010"/>
                    <a:pt x="100700" y="1548500"/>
                  </a:cubicBezTo>
                  <a:close/>
                  <a:moveTo>
                    <a:pt x="2031100" y="1548500"/>
                  </a:moveTo>
                  <a:cubicBezTo>
                    <a:pt x="2031100" y="1531990"/>
                    <a:pt x="2022210" y="1523100"/>
                    <a:pt x="2005700" y="1523100"/>
                  </a:cubicBezTo>
                  <a:cubicBezTo>
                    <a:pt x="1989190" y="1523100"/>
                    <a:pt x="1980300" y="1531990"/>
                    <a:pt x="1980300" y="1548500"/>
                  </a:cubicBezTo>
                  <a:cubicBezTo>
                    <a:pt x="1980300" y="1565010"/>
                    <a:pt x="1989190" y="1573900"/>
                    <a:pt x="2005700" y="1573900"/>
                  </a:cubicBezTo>
                  <a:cubicBezTo>
                    <a:pt x="2022210" y="1573900"/>
                    <a:pt x="2031100" y="1565010"/>
                    <a:pt x="2031100" y="1548500"/>
                  </a:cubicBezTo>
                  <a:close/>
                  <a:moveTo>
                    <a:pt x="1319900" y="1396100"/>
                  </a:moveTo>
                  <a:cubicBezTo>
                    <a:pt x="1319900" y="1379590"/>
                    <a:pt x="1311010" y="1370700"/>
                    <a:pt x="1294500" y="1370700"/>
                  </a:cubicBezTo>
                  <a:cubicBezTo>
                    <a:pt x="1277990" y="1370700"/>
                    <a:pt x="1269100" y="1379590"/>
                    <a:pt x="1269100" y="1396100"/>
                  </a:cubicBezTo>
                  <a:cubicBezTo>
                    <a:pt x="1269100" y="1412610"/>
                    <a:pt x="1277990" y="1421500"/>
                    <a:pt x="1294500" y="1421500"/>
                  </a:cubicBezTo>
                  <a:cubicBezTo>
                    <a:pt x="1311010" y="1421500"/>
                    <a:pt x="1319900" y="1412610"/>
                    <a:pt x="1319900" y="1396100"/>
                  </a:cubicBezTo>
                  <a:close/>
                  <a:moveTo>
                    <a:pt x="151500" y="1345300"/>
                  </a:moveTo>
                  <a:cubicBezTo>
                    <a:pt x="151500" y="1328790"/>
                    <a:pt x="160390" y="1319900"/>
                    <a:pt x="176900" y="1319900"/>
                  </a:cubicBezTo>
                  <a:cubicBezTo>
                    <a:pt x="199760" y="1319900"/>
                    <a:pt x="202300" y="1311010"/>
                    <a:pt x="202300" y="1243700"/>
                  </a:cubicBezTo>
                  <a:cubicBezTo>
                    <a:pt x="202300" y="1176390"/>
                    <a:pt x="199760" y="1167500"/>
                    <a:pt x="176900" y="1167500"/>
                  </a:cubicBezTo>
                  <a:cubicBezTo>
                    <a:pt x="160390" y="1167500"/>
                    <a:pt x="151500" y="1158610"/>
                    <a:pt x="151500" y="1142100"/>
                  </a:cubicBezTo>
                  <a:cubicBezTo>
                    <a:pt x="151500" y="1125590"/>
                    <a:pt x="142610" y="1116700"/>
                    <a:pt x="126100" y="1116700"/>
                  </a:cubicBezTo>
                  <a:cubicBezTo>
                    <a:pt x="109590" y="1116700"/>
                    <a:pt x="100700" y="1107810"/>
                    <a:pt x="100700" y="1091300"/>
                  </a:cubicBezTo>
                  <a:cubicBezTo>
                    <a:pt x="100700" y="1074790"/>
                    <a:pt x="91810" y="1065900"/>
                    <a:pt x="75300" y="1065900"/>
                  </a:cubicBezTo>
                  <a:cubicBezTo>
                    <a:pt x="58790" y="1065900"/>
                    <a:pt x="49900" y="1074790"/>
                    <a:pt x="49900" y="1091300"/>
                  </a:cubicBezTo>
                  <a:cubicBezTo>
                    <a:pt x="49900" y="1107810"/>
                    <a:pt x="58790" y="1116700"/>
                    <a:pt x="75300" y="1116700"/>
                  </a:cubicBezTo>
                  <a:cubicBezTo>
                    <a:pt x="91810" y="1116700"/>
                    <a:pt x="100700" y="1125590"/>
                    <a:pt x="100700" y="1142100"/>
                  </a:cubicBezTo>
                  <a:cubicBezTo>
                    <a:pt x="100700" y="1158610"/>
                    <a:pt x="91810" y="1167500"/>
                    <a:pt x="75300" y="1167500"/>
                  </a:cubicBezTo>
                  <a:cubicBezTo>
                    <a:pt x="52440" y="1167500"/>
                    <a:pt x="49900" y="1176390"/>
                    <a:pt x="49900" y="1243700"/>
                  </a:cubicBezTo>
                  <a:cubicBezTo>
                    <a:pt x="49900" y="1311010"/>
                    <a:pt x="52440" y="1319900"/>
                    <a:pt x="75300" y="1319900"/>
                  </a:cubicBezTo>
                  <a:cubicBezTo>
                    <a:pt x="91810" y="1319900"/>
                    <a:pt x="100700" y="1328790"/>
                    <a:pt x="100700" y="1345300"/>
                  </a:cubicBezTo>
                  <a:cubicBezTo>
                    <a:pt x="100700" y="1361810"/>
                    <a:pt x="109590" y="1370700"/>
                    <a:pt x="126100" y="1370700"/>
                  </a:cubicBezTo>
                  <a:cubicBezTo>
                    <a:pt x="142610" y="1370700"/>
                    <a:pt x="151500" y="1361810"/>
                    <a:pt x="151500" y="1345300"/>
                  </a:cubicBezTo>
                  <a:close/>
                  <a:moveTo>
                    <a:pt x="1980300" y="1345300"/>
                  </a:moveTo>
                  <a:cubicBezTo>
                    <a:pt x="1980300" y="1328790"/>
                    <a:pt x="1971410" y="1319900"/>
                    <a:pt x="1954900" y="1319900"/>
                  </a:cubicBezTo>
                  <a:cubicBezTo>
                    <a:pt x="1938390" y="1319900"/>
                    <a:pt x="1929500" y="1328790"/>
                    <a:pt x="1929500" y="1345300"/>
                  </a:cubicBezTo>
                  <a:cubicBezTo>
                    <a:pt x="1929500" y="1361810"/>
                    <a:pt x="1938390" y="1370700"/>
                    <a:pt x="1954900" y="1370700"/>
                  </a:cubicBezTo>
                  <a:cubicBezTo>
                    <a:pt x="1971410" y="1370700"/>
                    <a:pt x="1980300" y="1361810"/>
                    <a:pt x="1980300" y="1345300"/>
                  </a:cubicBezTo>
                  <a:close/>
                  <a:moveTo>
                    <a:pt x="2386700" y="1294500"/>
                  </a:moveTo>
                  <a:cubicBezTo>
                    <a:pt x="2386700" y="1227190"/>
                    <a:pt x="2384160" y="1218300"/>
                    <a:pt x="2361300" y="1218300"/>
                  </a:cubicBezTo>
                  <a:cubicBezTo>
                    <a:pt x="2344790" y="1218300"/>
                    <a:pt x="2335900" y="1227190"/>
                    <a:pt x="2335900" y="1243700"/>
                  </a:cubicBezTo>
                  <a:cubicBezTo>
                    <a:pt x="2335900" y="1260210"/>
                    <a:pt x="2327010" y="1269100"/>
                    <a:pt x="2310500" y="1269100"/>
                  </a:cubicBezTo>
                  <a:cubicBezTo>
                    <a:pt x="2293990" y="1269100"/>
                    <a:pt x="2285100" y="1277990"/>
                    <a:pt x="2285100" y="1294500"/>
                  </a:cubicBezTo>
                  <a:cubicBezTo>
                    <a:pt x="2285100" y="1311010"/>
                    <a:pt x="2293990" y="1319900"/>
                    <a:pt x="2310500" y="1319900"/>
                  </a:cubicBezTo>
                  <a:cubicBezTo>
                    <a:pt x="2327010" y="1319900"/>
                    <a:pt x="2335900" y="1328790"/>
                    <a:pt x="2335900" y="1345300"/>
                  </a:cubicBezTo>
                  <a:cubicBezTo>
                    <a:pt x="2335900" y="1361810"/>
                    <a:pt x="2344790" y="1370700"/>
                    <a:pt x="2361300" y="1370700"/>
                  </a:cubicBezTo>
                  <a:cubicBezTo>
                    <a:pt x="2384160" y="1370700"/>
                    <a:pt x="2386700" y="1361810"/>
                    <a:pt x="2386700" y="1294500"/>
                  </a:cubicBezTo>
                  <a:close/>
                  <a:moveTo>
                    <a:pt x="405500" y="1243700"/>
                  </a:moveTo>
                  <a:lnTo>
                    <a:pt x="405500" y="1167500"/>
                  </a:lnTo>
                  <a:lnTo>
                    <a:pt x="329300" y="1167500"/>
                  </a:lnTo>
                  <a:lnTo>
                    <a:pt x="253100" y="1167500"/>
                  </a:lnTo>
                  <a:lnTo>
                    <a:pt x="253100" y="1243700"/>
                  </a:lnTo>
                  <a:lnTo>
                    <a:pt x="253100" y="1319900"/>
                  </a:lnTo>
                  <a:lnTo>
                    <a:pt x="329300" y="1319900"/>
                  </a:lnTo>
                  <a:lnTo>
                    <a:pt x="405500" y="1319900"/>
                  </a:lnTo>
                  <a:lnTo>
                    <a:pt x="405500" y="1243700"/>
                  </a:lnTo>
                  <a:close/>
                  <a:moveTo>
                    <a:pt x="1319900" y="1243700"/>
                  </a:moveTo>
                  <a:lnTo>
                    <a:pt x="1319900" y="1167500"/>
                  </a:lnTo>
                  <a:lnTo>
                    <a:pt x="1243700" y="1167500"/>
                  </a:lnTo>
                  <a:lnTo>
                    <a:pt x="1167500" y="1167500"/>
                  </a:lnTo>
                  <a:lnTo>
                    <a:pt x="1167500" y="1243700"/>
                  </a:lnTo>
                  <a:lnTo>
                    <a:pt x="1167500" y="1319900"/>
                  </a:lnTo>
                  <a:lnTo>
                    <a:pt x="1243700" y="1319900"/>
                  </a:lnTo>
                  <a:lnTo>
                    <a:pt x="1319900" y="1319900"/>
                  </a:lnTo>
                  <a:lnTo>
                    <a:pt x="1319900" y="1243700"/>
                  </a:lnTo>
                  <a:close/>
                  <a:moveTo>
                    <a:pt x="1726300" y="1294500"/>
                  </a:moveTo>
                  <a:cubicBezTo>
                    <a:pt x="1726300" y="1272910"/>
                    <a:pt x="1717410" y="1269100"/>
                    <a:pt x="1675500" y="1269100"/>
                  </a:cubicBezTo>
                  <a:cubicBezTo>
                    <a:pt x="1633590" y="1269100"/>
                    <a:pt x="1624700" y="1272910"/>
                    <a:pt x="1624700" y="1294500"/>
                  </a:cubicBezTo>
                  <a:cubicBezTo>
                    <a:pt x="1624700" y="1316090"/>
                    <a:pt x="1633590" y="1319900"/>
                    <a:pt x="1675500" y="1319900"/>
                  </a:cubicBezTo>
                  <a:cubicBezTo>
                    <a:pt x="1717410" y="1319900"/>
                    <a:pt x="1726300" y="1316090"/>
                    <a:pt x="1726300" y="1294500"/>
                  </a:cubicBezTo>
                  <a:close/>
                  <a:moveTo>
                    <a:pt x="2234300" y="1243700"/>
                  </a:moveTo>
                  <a:lnTo>
                    <a:pt x="2234300" y="1167500"/>
                  </a:lnTo>
                  <a:lnTo>
                    <a:pt x="2158100" y="1167500"/>
                  </a:lnTo>
                  <a:lnTo>
                    <a:pt x="2081900" y="1167500"/>
                  </a:lnTo>
                  <a:lnTo>
                    <a:pt x="2081900" y="1243700"/>
                  </a:lnTo>
                  <a:lnTo>
                    <a:pt x="2081900" y="1319900"/>
                  </a:lnTo>
                  <a:lnTo>
                    <a:pt x="2158100" y="1319900"/>
                  </a:lnTo>
                  <a:lnTo>
                    <a:pt x="2234300" y="1319900"/>
                  </a:lnTo>
                  <a:lnTo>
                    <a:pt x="2234300" y="1243700"/>
                  </a:lnTo>
                  <a:close/>
                  <a:moveTo>
                    <a:pt x="2031100" y="1243700"/>
                  </a:moveTo>
                  <a:cubicBezTo>
                    <a:pt x="2031100" y="1227190"/>
                    <a:pt x="2022210" y="1218300"/>
                    <a:pt x="2005700" y="1218300"/>
                  </a:cubicBezTo>
                  <a:cubicBezTo>
                    <a:pt x="1989190" y="1218300"/>
                    <a:pt x="1980300" y="1227190"/>
                    <a:pt x="1980300" y="1243700"/>
                  </a:cubicBezTo>
                  <a:cubicBezTo>
                    <a:pt x="1980300" y="1260210"/>
                    <a:pt x="1989190" y="1269100"/>
                    <a:pt x="2005700" y="1269100"/>
                  </a:cubicBezTo>
                  <a:cubicBezTo>
                    <a:pt x="2022210" y="1269100"/>
                    <a:pt x="2031100" y="1260210"/>
                    <a:pt x="2031100" y="1243700"/>
                  </a:cubicBezTo>
                  <a:close/>
                  <a:moveTo>
                    <a:pt x="2031100" y="938900"/>
                  </a:moveTo>
                  <a:cubicBezTo>
                    <a:pt x="2031100" y="917310"/>
                    <a:pt x="2039990" y="913500"/>
                    <a:pt x="2081900" y="913500"/>
                  </a:cubicBezTo>
                  <a:cubicBezTo>
                    <a:pt x="2123810" y="913500"/>
                    <a:pt x="2132700" y="909690"/>
                    <a:pt x="2132700" y="888100"/>
                  </a:cubicBezTo>
                  <a:cubicBezTo>
                    <a:pt x="2132700" y="871590"/>
                    <a:pt x="2141590" y="862700"/>
                    <a:pt x="2158100" y="862700"/>
                  </a:cubicBezTo>
                  <a:cubicBezTo>
                    <a:pt x="2174610" y="862700"/>
                    <a:pt x="2183500" y="871590"/>
                    <a:pt x="2183500" y="888100"/>
                  </a:cubicBezTo>
                  <a:cubicBezTo>
                    <a:pt x="2183500" y="904610"/>
                    <a:pt x="2192390" y="913500"/>
                    <a:pt x="2208900" y="913500"/>
                  </a:cubicBezTo>
                  <a:cubicBezTo>
                    <a:pt x="2225410" y="913500"/>
                    <a:pt x="2234300" y="922390"/>
                    <a:pt x="2234300" y="938900"/>
                  </a:cubicBezTo>
                  <a:cubicBezTo>
                    <a:pt x="2234300" y="955410"/>
                    <a:pt x="2243190" y="964300"/>
                    <a:pt x="2259700" y="964300"/>
                  </a:cubicBezTo>
                  <a:cubicBezTo>
                    <a:pt x="2281290" y="964300"/>
                    <a:pt x="2285100" y="955410"/>
                    <a:pt x="2285100" y="913500"/>
                  </a:cubicBezTo>
                  <a:cubicBezTo>
                    <a:pt x="2285100" y="871590"/>
                    <a:pt x="2288910" y="862700"/>
                    <a:pt x="2310500" y="862700"/>
                  </a:cubicBezTo>
                  <a:cubicBezTo>
                    <a:pt x="2327010" y="862700"/>
                    <a:pt x="2335900" y="871590"/>
                    <a:pt x="2335900" y="888100"/>
                  </a:cubicBezTo>
                  <a:cubicBezTo>
                    <a:pt x="2335900" y="909690"/>
                    <a:pt x="2344790" y="913500"/>
                    <a:pt x="2386700" y="913500"/>
                  </a:cubicBezTo>
                  <a:cubicBezTo>
                    <a:pt x="2428610" y="913500"/>
                    <a:pt x="2437500" y="909690"/>
                    <a:pt x="2437500" y="888100"/>
                  </a:cubicBezTo>
                  <a:cubicBezTo>
                    <a:pt x="2437500" y="871590"/>
                    <a:pt x="2428610" y="862700"/>
                    <a:pt x="2412100" y="862700"/>
                  </a:cubicBezTo>
                  <a:cubicBezTo>
                    <a:pt x="2395590" y="862700"/>
                    <a:pt x="2386700" y="853810"/>
                    <a:pt x="2386700" y="837300"/>
                  </a:cubicBezTo>
                  <a:cubicBezTo>
                    <a:pt x="2386700" y="820790"/>
                    <a:pt x="2395590" y="811900"/>
                    <a:pt x="2412100" y="811900"/>
                  </a:cubicBezTo>
                  <a:cubicBezTo>
                    <a:pt x="2428610" y="811900"/>
                    <a:pt x="2437500" y="803010"/>
                    <a:pt x="2437500" y="786500"/>
                  </a:cubicBezTo>
                  <a:cubicBezTo>
                    <a:pt x="2437500" y="764910"/>
                    <a:pt x="2428610" y="761100"/>
                    <a:pt x="2386700" y="761100"/>
                  </a:cubicBezTo>
                  <a:lnTo>
                    <a:pt x="2335900" y="761100"/>
                  </a:lnTo>
                  <a:lnTo>
                    <a:pt x="2335900" y="710300"/>
                  </a:lnTo>
                  <a:cubicBezTo>
                    <a:pt x="2335900" y="668390"/>
                    <a:pt x="2332090" y="659500"/>
                    <a:pt x="2310500" y="659500"/>
                  </a:cubicBezTo>
                  <a:cubicBezTo>
                    <a:pt x="2288910" y="659500"/>
                    <a:pt x="2285100" y="650610"/>
                    <a:pt x="2285100" y="608700"/>
                  </a:cubicBezTo>
                  <a:cubicBezTo>
                    <a:pt x="2285100" y="566790"/>
                    <a:pt x="2281290" y="557900"/>
                    <a:pt x="2259700" y="557900"/>
                  </a:cubicBezTo>
                  <a:cubicBezTo>
                    <a:pt x="2238110" y="557900"/>
                    <a:pt x="2234300" y="566790"/>
                    <a:pt x="2234300" y="608700"/>
                  </a:cubicBezTo>
                  <a:cubicBezTo>
                    <a:pt x="2234300" y="650610"/>
                    <a:pt x="2238110" y="659500"/>
                    <a:pt x="2259700" y="659500"/>
                  </a:cubicBezTo>
                  <a:cubicBezTo>
                    <a:pt x="2281290" y="659500"/>
                    <a:pt x="2285100" y="668390"/>
                    <a:pt x="2285100" y="710300"/>
                  </a:cubicBezTo>
                  <a:cubicBezTo>
                    <a:pt x="2285100" y="752210"/>
                    <a:pt x="2281290" y="761100"/>
                    <a:pt x="2259700" y="761100"/>
                  </a:cubicBezTo>
                  <a:cubicBezTo>
                    <a:pt x="2243190" y="761100"/>
                    <a:pt x="2234300" y="769990"/>
                    <a:pt x="2234300" y="786500"/>
                  </a:cubicBezTo>
                  <a:cubicBezTo>
                    <a:pt x="2234300" y="809360"/>
                    <a:pt x="2225410" y="811900"/>
                    <a:pt x="2158100" y="811900"/>
                  </a:cubicBezTo>
                  <a:cubicBezTo>
                    <a:pt x="2090790" y="811900"/>
                    <a:pt x="2081900" y="814440"/>
                    <a:pt x="2081900" y="837300"/>
                  </a:cubicBezTo>
                  <a:cubicBezTo>
                    <a:pt x="2081900" y="853810"/>
                    <a:pt x="2073010" y="862700"/>
                    <a:pt x="2056500" y="862700"/>
                  </a:cubicBezTo>
                  <a:cubicBezTo>
                    <a:pt x="2039990" y="862700"/>
                    <a:pt x="2031100" y="871590"/>
                    <a:pt x="2031100" y="888100"/>
                  </a:cubicBezTo>
                  <a:cubicBezTo>
                    <a:pt x="2031100" y="904610"/>
                    <a:pt x="2022210" y="913500"/>
                    <a:pt x="2005700" y="913500"/>
                  </a:cubicBezTo>
                  <a:cubicBezTo>
                    <a:pt x="1989190" y="913500"/>
                    <a:pt x="1980300" y="922390"/>
                    <a:pt x="1980300" y="938900"/>
                  </a:cubicBezTo>
                  <a:cubicBezTo>
                    <a:pt x="1980300" y="955410"/>
                    <a:pt x="1989190" y="964300"/>
                    <a:pt x="2005700" y="964300"/>
                  </a:cubicBezTo>
                  <a:cubicBezTo>
                    <a:pt x="2022210" y="964300"/>
                    <a:pt x="2031100" y="955410"/>
                    <a:pt x="2031100" y="938900"/>
                  </a:cubicBezTo>
                  <a:close/>
                  <a:moveTo>
                    <a:pt x="1777100" y="888100"/>
                  </a:moveTo>
                  <a:cubicBezTo>
                    <a:pt x="1777100" y="871590"/>
                    <a:pt x="1768210" y="862700"/>
                    <a:pt x="1751700" y="862700"/>
                  </a:cubicBezTo>
                  <a:cubicBezTo>
                    <a:pt x="1735190" y="862700"/>
                    <a:pt x="1726300" y="853810"/>
                    <a:pt x="1726300" y="837300"/>
                  </a:cubicBezTo>
                  <a:cubicBezTo>
                    <a:pt x="1726300" y="815710"/>
                    <a:pt x="1717410" y="811900"/>
                    <a:pt x="1675500" y="811900"/>
                  </a:cubicBezTo>
                  <a:cubicBezTo>
                    <a:pt x="1633590" y="811900"/>
                    <a:pt x="1624700" y="815710"/>
                    <a:pt x="1624700" y="837300"/>
                  </a:cubicBezTo>
                  <a:cubicBezTo>
                    <a:pt x="1624700" y="858890"/>
                    <a:pt x="1633590" y="862700"/>
                    <a:pt x="1675500" y="862700"/>
                  </a:cubicBezTo>
                  <a:cubicBezTo>
                    <a:pt x="1717410" y="862700"/>
                    <a:pt x="1726300" y="866510"/>
                    <a:pt x="1726300" y="888100"/>
                  </a:cubicBezTo>
                  <a:cubicBezTo>
                    <a:pt x="1726300" y="904610"/>
                    <a:pt x="1735190" y="913500"/>
                    <a:pt x="1751700" y="913500"/>
                  </a:cubicBezTo>
                  <a:cubicBezTo>
                    <a:pt x="1768210" y="913500"/>
                    <a:pt x="1777100" y="904610"/>
                    <a:pt x="1777100" y="888100"/>
                  </a:cubicBezTo>
                  <a:close/>
                  <a:moveTo>
                    <a:pt x="1624700" y="735700"/>
                  </a:moveTo>
                  <a:cubicBezTo>
                    <a:pt x="1624700" y="719190"/>
                    <a:pt x="1633590" y="710300"/>
                    <a:pt x="1650100" y="710300"/>
                  </a:cubicBezTo>
                  <a:cubicBezTo>
                    <a:pt x="1666610" y="710300"/>
                    <a:pt x="1675500" y="719190"/>
                    <a:pt x="1675500" y="735700"/>
                  </a:cubicBezTo>
                  <a:cubicBezTo>
                    <a:pt x="1675500" y="752210"/>
                    <a:pt x="1684390" y="761100"/>
                    <a:pt x="1700900" y="761100"/>
                  </a:cubicBezTo>
                  <a:cubicBezTo>
                    <a:pt x="1717410" y="761100"/>
                    <a:pt x="1726300" y="752210"/>
                    <a:pt x="1726300" y="735700"/>
                  </a:cubicBezTo>
                  <a:cubicBezTo>
                    <a:pt x="1726300" y="719190"/>
                    <a:pt x="1717410" y="710300"/>
                    <a:pt x="1700900" y="710300"/>
                  </a:cubicBezTo>
                  <a:cubicBezTo>
                    <a:pt x="1679310" y="710300"/>
                    <a:pt x="1675500" y="701410"/>
                    <a:pt x="1675500" y="659500"/>
                  </a:cubicBezTo>
                  <a:cubicBezTo>
                    <a:pt x="1675500" y="617590"/>
                    <a:pt x="1679310" y="608700"/>
                    <a:pt x="1700900" y="608700"/>
                  </a:cubicBezTo>
                  <a:cubicBezTo>
                    <a:pt x="1717410" y="608700"/>
                    <a:pt x="1726300" y="617590"/>
                    <a:pt x="1726300" y="634100"/>
                  </a:cubicBezTo>
                  <a:cubicBezTo>
                    <a:pt x="1726300" y="650610"/>
                    <a:pt x="1735190" y="659500"/>
                    <a:pt x="1751700" y="659500"/>
                  </a:cubicBezTo>
                  <a:cubicBezTo>
                    <a:pt x="1768210" y="659500"/>
                    <a:pt x="1777100" y="650610"/>
                    <a:pt x="1777100" y="634100"/>
                  </a:cubicBezTo>
                  <a:cubicBezTo>
                    <a:pt x="1777100" y="617590"/>
                    <a:pt x="1785990" y="608700"/>
                    <a:pt x="1802500" y="608700"/>
                  </a:cubicBezTo>
                  <a:cubicBezTo>
                    <a:pt x="1819010" y="608700"/>
                    <a:pt x="1827900" y="599810"/>
                    <a:pt x="1827900" y="583300"/>
                  </a:cubicBezTo>
                  <a:cubicBezTo>
                    <a:pt x="1827900" y="566790"/>
                    <a:pt x="1836790" y="557900"/>
                    <a:pt x="1853300" y="557900"/>
                  </a:cubicBezTo>
                  <a:cubicBezTo>
                    <a:pt x="1869810" y="557900"/>
                    <a:pt x="1878700" y="549010"/>
                    <a:pt x="1878700" y="532500"/>
                  </a:cubicBezTo>
                  <a:cubicBezTo>
                    <a:pt x="1878700" y="515990"/>
                    <a:pt x="1869810" y="507100"/>
                    <a:pt x="1853300" y="507100"/>
                  </a:cubicBezTo>
                  <a:cubicBezTo>
                    <a:pt x="1836790" y="507100"/>
                    <a:pt x="1827900" y="515990"/>
                    <a:pt x="1827900" y="532500"/>
                  </a:cubicBezTo>
                  <a:cubicBezTo>
                    <a:pt x="1827900" y="549010"/>
                    <a:pt x="1819010" y="557900"/>
                    <a:pt x="1802500" y="557900"/>
                  </a:cubicBezTo>
                  <a:cubicBezTo>
                    <a:pt x="1780910" y="557900"/>
                    <a:pt x="1777100" y="549010"/>
                    <a:pt x="1777100" y="507100"/>
                  </a:cubicBezTo>
                  <a:lnTo>
                    <a:pt x="1777100" y="456300"/>
                  </a:lnTo>
                  <a:lnTo>
                    <a:pt x="1827900" y="456300"/>
                  </a:lnTo>
                  <a:cubicBezTo>
                    <a:pt x="1869810" y="456300"/>
                    <a:pt x="1878700" y="452490"/>
                    <a:pt x="1878700" y="430900"/>
                  </a:cubicBezTo>
                  <a:cubicBezTo>
                    <a:pt x="1878700" y="414390"/>
                    <a:pt x="1869810" y="405500"/>
                    <a:pt x="1853300" y="405500"/>
                  </a:cubicBezTo>
                  <a:cubicBezTo>
                    <a:pt x="1836790" y="405500"/>
                    <a:pt x="1827900" y="396610"/>
                    <a:pt x="1827900" y="380100"/>
                  </a:cubicBezTo>
                  <a:cubicBezTo>
                    <a:pt x="1827900" y="363590"/>
                    <a:pt x="1819010" y="354700"/>
                    <a:pt x="1802500" y="354700"/>
                  </a:cubicBezTo>
                  <a:cubicBezTo>
                    <a:pt x="1785990" y="354700"/>
                    <a:pt x="1777100" y="345810"/>
                    <a:pt x="1777100" y="329300"/>
                  </a:cubicBezTo>
                  <a:cubicBezTo>
                    <a:pt x="1777100" y="312790"/>
                    <a:pt x="1785990" y="303900"/>
                    <a:pt x="1802500" y="303900"/>
                  </a:cubicBezTo>
                  <a:cubicBezTo>
                    <a:pt x="1819010" y="303900"/>
                    <a:pt x="1827900" y="295010"/>
                    <a:pt x="1827900" y="278500"/>
                  </a:cubicBezTo>
                  <a:cubicBezTo>
                    <a:pt x="1827900" y="261990"/>
                    <a:pt x="1819010" y="253100"/>
                    <a:pt x="1802500" y="253100"/>
                  </a:cubicBezTo>
                  <a:cubicBezTo>
                    <a:pt x="1785990" y="253100"/>
                    <a:pt x="1777100" y="261990"/>
                    <a:pt x="1777100" y="278500"/>
                  </a:cubicBezTo>
                  <a:cubicBezTo>
                    <a:pt x="1777100" y="295010"/>
                    <a:pt x="1768210" y="303900"/>
                    <a:pt x="1751700" y="303900"/>
                  </a:cubicBezTo>
                  <a:cubicBezTo>
                    <a:pt x="1730110" y="303900"/>
                    <a:pt x="1726300" y="295010"/>
                    <a:pt x="1726300" y="253100"/>
                  </a:cubicBezTo>
                  <a:cubicBezTo>
                    <a:pt x="1726300" y="211190"/>
                    <a:pt x="1722490" y="202300"/>
                    <a:pt x="1700900" y="202300"/>
                  </a:cubicBezTo>
                  <a:cubicBezTo>
                    <a:pt x="1684390" y="202300"/>
                    <a:pt x="1675500" y="211190"/>
                    <a:pt x="1675500" y="227700"/>
                  </a:cubicBezTo>
                  <a:cubicBezTo>
                    <a:pt x="1675500" y="249290"/>
                    <a:pt x="1666610" y="253100"/>
                    <a:pt x="1624700" y="253100"/>
                  </a:cubicBezTo>
                  <a:cubicBezTo>
                    <a:pt x="1582790" y="253100"/>
                    <a:pt x="1573900" y="256910"/>
                    <a:pt x="1573900" y="278500"/>
                  </a:cubicBezTo>
                  <a:cubicBezTo>
                    <a:pt x="1573900" y="300090"/>
                    <a:pt x="1582790" y="303900"/>
                    <a:pt x="1624700" y="303900"/>
                  </a:cubicBezTo>
                  <a:cubicBezTo>
                    <a:pt x="1666610" y="303900"/>
                    <a:pt x="1675500" y="307710"/>
                    <a:pt x="1675500" y="329300"/>
                  </a:cubicBezTo>
                  <a:cubicBezTo>
                    <a:pt x="1675500" y="345810"/>
                    <a:pt x="1684390" y="354700"/>
                    <a:pt x="1700900" y="354700"/>
                  </a:cubicBezTo>
                  <a:cubicBezTo>
                    <a:pt x="1723760" y="354700"/>
                    <a:pt x="1726300" y="363590"/>
                    <a:pt x="1726300" y="430900"/>
                  </a:cubicBezTo>
                  <a:cubicBezTo>
                    <a:pt x="1726300" y="498210"/>
                    <a:pt x="1723760" y="507100"/>
                    <a:pt x="1700900" y="507100"/>
                  </a:cubicBezTo>
                  <a:cubicBezTo>
                    <a:pt x="1684390" y="507100"/>
                    <a:pt x="1675500" y="498210"/>
                    <a:pt x="1675500" y="481700"/>
                  </a:cubicBezTo>
                  <a:cubicBezTo>
                    <a:pt x="1675500" y="465190"/>
                    <a:pt x="1666610" y="456300"/>
                    <a:pt x="1650100" y="456300"/>
                  </a:cubicBezTo>
                  <a:cubicBezTo>
                    <a:pt x="1627240" y="456300"/>
                    <a:pt x="1624700" y="465190"/>
                    <a:pt x="1624700" y="532500"/>
                  </a:cubicBezTo>
                  <a:cubicBezTo>
                    <a:pt x="1624700" y="599810"/>
                    <a:pt x="1622160" y="608700"/>
                    <a:pt x="1599300" y="608700"/>
                  </a:cubicBezTo>
                  <a:cubicBezTo>
                    <a:pt x="1582790" y="608700"/>
                    <a:pt x="1573900" y="617590"/>
                    <a:pt x="1573900" y="634100"/>
                  </a:cubicBezTo>
                  <a:cubicBezTo>
                    <a:pt x="1573900" y="650610"/>
                    <a:pt x="1565010" y="659500"/>
                    <a:pt x="1548500" y="659500"/>
                  </a:cubicBezTo>
                  <a:cubicBezTo>
                    <a:pt x="1531990" y="659500"/>
                    <a:pt x="1523100" y="668390"/>
                    <a:pt x="1523100" y="684900"/>
                  </a:cubicBezTo>
                  <a:cubicBezTo>
                    <a:pt x="1523100" y="701410"/>
                    <a:pt x="1531990" y="710300"/>
                    <a:pt x="1548500" y="710300"/>
                  </a:cubicBezTo>
                  <a:cubicBezTo>
                    <a:pt x="1565010" y="710300"/>
                    <a:pt x="1573900" y="719190"/>
                    <a:pt x="1573900" y="735700"/>
                  </a:cubicBezTo>
                  <a:cubicBezTo>
                    <a:pt x="1573900" y="752210"/>
                    <a:pt x="1582790" y="761100"/>
                    <a:pt x="1599300" y="761100"/>
                  </a:cubicBezTo>
                  <a:cubicBezTo>
                    <a:pt x="1615810" y="761100"/>
                    <a:pt x="1624700" y="752210"/>
                    <a:pt x="1624700" y="735700"/>
                  </a:cubicBezTo>
                  <a:close/>
                  <a:moveTo>
                    <a:pt x="151500" y="684900"/>
                  </a:moveTo>
                  <a:cubicBezTo>
                    <a:pt x="151500" y="668390"/>
                    <a:pt x="142610" y="659500"/>
                    <a:pt x="126100" y="659500"/>
                  </a:cubicBezTo>
                  <a:cubicBezTo>
                    <a:pt x="109590" y="659500"/>
                    <a:pt x="100700" y="650610"/>
                    <a:pt x="100700" y="634100"/>
                  </a:cubicBezTo>
                  <a:cubicBezTo>
                    <a:pt x="100700" y="617590"/>
                    <a:pt x="91810" y="608700"/>
                    <a:pt x="75300" y="608700"/>
                  </a:cubicBezTo>
                  <a:cubicBezTo>
                    <a:pt x="58790" y="608700"/>
                    <a:pt x="49900" y="617590"/>
                    <a:pt x="49900" y="634100"/>
                  </a:cubicBezTo>
                  <a:cubicBezTo>
                    <a:pt x="49900" y="650610"/>
                    <a:pt x="58790" y="659500"/>
                    <a:pt x="75300" y="659500"/>
                  </a:cubicBezTo>
                  <a:cubicBezTo>
                    <a:pt x="91810" y="659500"/>
                    <a:pt x="100700" y="668390"/>
                    <a:pt x="100700" y="684900"/>
                  </a:cubicBezTo>
                  <a:cubicBezTo>
                    <a:pt x="100700" y="701410"/>
                    <a:pt x="109590" y="710300"/>
                    <a:pt x="126100" y="710300"/>
                  </a:cubicBezTo>
                  <a:cubicBezTo>
                    <a:pt x="142610" y="710300"/>
                    <a:pt x="151500" y="701410"/>
                    <a:pt x="151500" y="684900"/>
                  </a:cubicBezTo>
                  <a:close/>
                  <a:moveTo>
                    <a:pt x="2437500" y="684900"/>
                  </a:moveTo>
                  <a:cubicBezTo>
                    <a:pt x="2437500" y="668390"/>
                    <a:pt x="2428610" y="659500"/>
                    <a:pt x="2412100" y="659500"/>
                  </a:cubicBezTo>
                  <a:cubicBezTo>
                    <a:pt x="2395590" y="659500"/>
                    <a:pt x="2386700" y="668390"/>
                    <a:pt x="2386700" y="684900"/>
                  </a:cubicBezTo>
                  <a:cubicBezTo>
                    <a:pt x="2386700" y="701410"/>
                    <a:pt x="2395590" y="710300"/>
                    <a:pt x="2412100" y="710300"/>
                  </a:cubicBezTo>
                  <a:cubicBezTo>
                    <a:pt x="2428610" y="710300"/>
                    <a:pt x="2437500" y="701410"/>
                    <a:pt x="2437500" y="684900"/>
                  </a:cubicBezTo>
                  <a:close/>
                  <a:moveTo>
                    <a:pt x="1319900" y="329300"/>
                  </a:moveTo>
                  <a:lnTo>
                    <a:pt x="1319900" y="253100"/>
                  </a:lnTo>
                  <a:lnTo>
                    <a:pt x="1243700" y="253100"/>
                  </a:lnTo>
                  <a:lnTo>
                    <a:pt x="1167500" y="253100"/>
                  </a:lnTo>
                  <a:lnTo>
                    <a:pt x="1167500" y="329300"/>
                  </a:lnTo>
                  <a:lnTo>
                    <a:pt x="1167500" y="405500"/>
                  </a:lnTo>
                  <a:lnTo>
                    <a:pt x="1243700" y="405500"/>
                  </a:lnTo>
                  <a:lnTo>
                    <a:pt x="1319900" y="405500"/>
                  </a:lnTo>
                  <a:lnTo>
                    <a:pt x="1319900" y="329300"/>
                  </a:lnTo>
                  <a:close/>
                  <a:moveTo>
                    <a:pt x="2234300" y="329300"/>
                  </a:moveTo>
                  <a:lnTo>
                    <a:pt x="2234300" y="253100"/>
                  </a:lnTo>
                  <a:lnTo>
                    <a:pt x="2158100" y="253100"/>
                  </a:lnTo>
                  <a:lnTo>
                    <a:pt x="2081900" y="253100"/>
                  </a:lnTo>
                  <a:lnTo>
                    <a:pt x="2081900" y="329300"/>
                  </a:lnTo>
                  <a:lnTo>
                    <a:pt x="2081900" y="405500"/>
                  </a:lnTo>
                  <a:lnTo>
                    <a:pt x="2158100" y="405500"/>
                  </a:lnTo>
                  <a:lnTo>
                    <a:pt x="2234300" y="405500"/>
                  </a:lnTo>
                  <a:lnTo>
                    <a:pt x="2234300" y="329300"/>
                  </a:lnTo>
                  <a:close/>
                  <a:moveTo>
                    <a:pt x="811900" y="303900"/>
                  </a:moveTo>
                  <a:cubicBezTo>
                    <a:pt x="811900" y="261990"/>
                    <a:pt x="808090" y="253100"/>
                    <a:pt x="786500" y="253100"/>
                  </a:cubicBezTo>
                  <a:cubicBezTo>
                    <a:pt x="764910" y="253100"/>
                    <a:pt x="761100" y="261990"/>
                    <a:pt x="761100" y="303900"/>
                  </a:cubicBezTo>
                  <a:cubicBezTo>
                    <a:pt x="761100" y="345810"/>
                    <a:pt x="764910" y="354700"/>
                    <a:pt x="786500" y="354700"/>
                  </a:cubicBezTo>
                  <a:cubicBezTo>
                    <a:pt x="808090" y="354700"/>
                    <a:pt x="811900" y="345810"/>
                    <a:pt x="811900" y="303900"/>
                  </a:cubicBezTo>
                  <a:close/>
                  <a:moveTo>
                    <a:pt x="1421500" y="329300"/>
                  </a:moveTo>
                  <a:cubicBezTo>
                    <a:pt x="1421500" y="312790"/>
                    <a:pt x="1412610" y="303900"/>
                    <a:pt x="1396100" y="303900"/>
                  </a:cubicBezTo>
                  <a:cubicBezTo>
                    <a:pt x="1379590" y="303900"/>
                    <a:pt x="1370700" y="312790"/>
                    <a:pt x="1370700" y="329300"/>
                  </a:cubicBezTo>
                  <a:cubicBezTo>
                    <a:pt x="1370700" y="345810"/>
                    <a:pt x="1379590" y="354700"/>
                    <a:pt x="1396100" y="354700"/>
                  </a:cubicBezTo>
                  <a:cubicBezTo>
                    <a:pt x="1412610" y="354700"/>
                    <a:pt x="1421500" y="345810"/>
                    <a:pt x="1421500" y="329300"/>
                  </a:cubicBezTo>
                  <a:close/>
                  <a:moveTo>
                    <a:pt x="1523100" y="329300"/>
                  </a:moveTo>
                  <a:cubicBezTo>
                    <a:pt x="1523100" y="312790"/>
                    <a:pt x="1514210" y="303900"/>
                    <a:pt x="1497700" y="303900"/>
                  </a:cubicBezTo>
                  <a:cubicBezTo>
                    <a:pt x="1481190" y="303900"/>
                    <a:pt x="1472300" y="312790"/>
                    <a:pt x="1472300" y="329300"/>
                  </a:cubicBezTo>
                  <a:cubicBezTo>
                    <a:pt x="1472300" y="345810"/>
                    <a:pt x="1481190" y="354700"/>
                    <a:pt x="1497700" y="354700"/>
                  </a:cubicBezTo>
                  <a:cubicBezTo>
                    <a:pt x="1514210" y="354700"/>
                    <a:pt x="1523100" y="345810"/>
                    <a:pt x="1523100" y="329300"/>
                  </a:cubicBezTo>
                  <a:close/>
                  <a:moveTo>
                    <a:pt x="1421500" y="227700"/>
                  </a:moveTo>
                  <a:cubicBezTo>
                    <a:pt x="1421500" y="211190"/>
                    <a:pt x="1430390" y="202300"/>
                    <a:pt x="1446900" y="202300"/>
                  </a:cubicBezTo>
                  <a:cubicBezTo>
                    <a:pt x="1463410" y="202300"/>
                    <a:pt x="1472300" y="193410"/>
                    <a:pt x="1472300" y="176900"/>
                  </a:cubicBezTo>
                  <a:cubicBezTo>
                    <a:pt x="1472300" y="160390"/>
                    <a:pt x="1481190" y="151500"/>
                    <a:pt x="1497700" y="151500"/>
                  </a:cubicBezTo>
                  <a:cubicBezTo>
                    <a:pt x="1514210" y="151500"/>
                    <a:pt x="1523100" y="142610"/>
                    <a:pt x="1523100" y="126100"/>
                  </a:cubicBezTo>
                  <a:cubicBezTo>
                    <a:pt x="1523100" y="109590"/>
                    <a:pt x="1531990" y="100700"/>
                    <a:pt x="1548500" y="100700"/>
                  </a:cubicBezTo>
                  <a:cubicBezTo>
                    <a:pt x="1565010" y="100700"/>
                    <a:pt x="1573900" y="91810"/>
                    <a:pt x="1573900" y="75300"/>
                  </a:cubicBezTo>
                  <a:cubicBezTo>
                    <a:pt x="1573900" y="58790"/>
                    <a:pt x="1565010" y="49900"/>
                    <a:pt x="1548500" y="49900"/>
                  </a:cubicBezTo>
                  <a:cubicBezTo>
                    <a:pt x="1531990" y="49900"/>
                    <a:pt x="1523100" y="58790"/>
                    <a:pt x="1523100" y="75300"/>
                  </a:cubicBezTo>
                  <a:cubicBezTo>
                    <a:pt x="1523100" y="91810"/>
                    <a:pt x="1514210" y="100700"/>
                    <a:pt x="1497700" y="100700"/>
                  </a:cubicBezTo>
                  <a:cubicBezTo>
                    <a:pt x="1481190" y="100700"/>
                    <a:pt x="1472300" y="109590"/>
                    <a:pt x="1472300" y="126100"/>
                  </a:cubicBezTo>
                  <a:cubicBezTo>
                    <a:pt x="1472300" y="142610"/>
                    <a:pt x="1463410" y="151500"/>
                    <a:pt x="1446900" y="151500"/>
                  </a:cubicBezTo>
                  <a:cubicBezTo>
                    <a:pt x="1430390" y="151500"/>
                    <a:pt x="1421500" y="142610"/>
                    <a:pt x="1421500" y="126100"/>
                  </a:cubicBezTo>
                  <a:cubicBezTo>
                    <a:pt x="1421500" y="103240"/>
                    <a:pt x="1412610" y="100700"/>
                    <a:pt x="1345300" y="100700"/>
                  </a:cubicBezTo>
                  <a:lnTo>
                    <a:pt x="1269100" y="100700"/>
                  </a:lnTo>
                  <a:lnTo>
                    <a:pt x="1269100" y="151500"/>
                  </a:lnTo>
                  <a:lnTo>
                    <a:pt x="1269100" y="202300"/>
                  </a:lnTo>
                  <a:lnTo>
                    <a:pt x="1319900" y="202300"/>
                  </a:lnTo>
                  <a:cubicBezTo>
                    <a:pt x="1361810" y="202300"/>
                    <a:pt x="1370700" y="206110"/>
                    <a:pt x="1370700" y="227700"/>
                  </a:cubicBezTo>
                  <a:cubicBezTo>
                    <a:pt x="1370700" y="244210"/>
                    <a:pt x="1379590" y="253100"/>
                    <a:pt x="1396100" y="253100"/>
                  </a:cubicBezTo>
                  <a:cubicBezTo>
                    <a:pt x="1412610" y="253100"/>
                    <a:pt x="1421500" y="244210"/>
                    <a:pt x="1421500" y="227700"/>
                  </a:cubicBezTo>
                  <a:close/>
                  <a:moveTo>
                    <a:pt x="1218300" y="176900"/>
                  </a:moveTo>
                  <a:cubicBezTo>
                    <a:pt x="1218300" y="160390"/>
                    <a:pt x="1209410" y="151500"/>
                    <a:pt x="1192900" y="151500"/>
                  </a:cubicBezTo>
                  <a:cubicBezTo>
                    <a:pt x="1176390" y="151500"/>
                    <a:pt x="1167500" y="160390"/>
                    <a:pt x="1167500" y="176900"/>
                  </a:cubicBezTo>
                  <a:cubicBezTo>
                    <a:pt x="1167500" y="193410"/>
                    <a:pt x="1176390" y="202300"/>
                    <a:pt x="1192900" y="202300"/>
                  </a:cubicBezTo>
                  <a:cubicBezTo>
                    <a:pt x="1209410" y="202300"/>
                    <a:pt x="1218300" y="193410"/>
                    <a:pt x="1218300" y="176900"/>
                  </a:cubicBezTo>
                  <a:close/>
                  <a:moveTo>
                    <a:pt x="1827900" y="176900"/>
                  </a:moveTo>
                  <a:cubicBezTo>
                    <a:pt x="1827900" y="160390"/>
                    <a:pt x="1819010" y="151500"/>
                    <a:pt x="1802500" y="151500"/>
                  </a:cubicBezTo>
                  <a:cubicBezTo>
                    <a:pt x="1785990" y="151500"/>
                    <a:pt x="1777100" y="160390"/>
                    <a:pt x="1777100" y="176900"/>
                  </a:cubicBezTo>
                  <a:cubicBezTo>
                    <a:pt x="1777100" y="193410"/>
                    <a:pt x="1785990" y="202300"/>
                    <a:pt x="1802500" y="202300"/>
                  </a:cubicBezTo>
                  <a:cubicBezTo>
                    <a:pt x="1819010" y="202300"/>
                    <a:pt x="1827900" y="193410"/>
                    <a:pt x="1827900" y="176900"/>
                  </a:cubicBezTo>
                  <a:close/>
                  <a:moveTo>
                    <a:pt x="2386700" y="176900"/>
                  </a:moveTo>
                  <a:cubicBezTo>
                    <a:pt x="2386700" y="155310"/>
                    <a:pt x="2377810" y="151500"/>
                    <a:pt x="2335900" y="151500"/>
                  </a:cubicBezTo>
                  <a:cubicBezTo>
                    <a:pt x="2293990" y="151500"/>
                    <a:pt x="2285100" y="155310"/>
                    <a:pt x="2285100" y="176900"/>
                  </a:cubicBezTo>
                  <a:cubicBezTo>
                    <a:pt x="2285100" y="198490"/>
                    <a:pt x="2293990" y="202300"/>
                    <a:pt x="2335900" y="202300"/>
                  </a:cubicBezTo>
                  <a:cubicBezTo>
                    <a:pt x="2377810" y="202300"/>
                    <a:pt x="2386700" y="198490"/>
                    <a:pt x="2386700" y="176900"/>
                  </a:cubicBezTo>
                  <a:close/>
                  <a:moveTo>
                    <a:pt x="557900" y="126100"/>
                  </a:moveTo>
                  <a:cubicBezTo>
                    <a:pt x="557900" y="109590"/>
                    <a:pt x="549010" y="100700"/>
                    <a:pt x="532500" y="100700"/>
                  </a:cubicBezTo>
                  <a:cubicBezTo>
                    <a:pt x="515990" y="100700"/>
                    <a:pt x="507100" y="109590"/>
                    <a:pt x="507100" y="126100"/>
                  </a:cubicBezTo>
                  <a:cubicBezTo>
                    <a:pt x="507100" y="142610"/>
                    <a:pt x="515990" y="151500"/>
                    <a:pt x="532500" y="151500"/>
                  </a:cubicBezTo>
                  <a:cubicBezTo>
                    <a:pt x="549010" y="151500"/>
                    <a:pt x="557900" y="142610"/>
                    <a:pt x="557900" y="126100"/>
                  </a:cubicBezTo>
                  <a:close/>
                  <a:moveTo>
                    <a:pt x="1929500" y="75300"/>
                  </a:moveTo>
                  <a:cubicBezTo>
                    <a:pt x="1929500" y="58790"/>
                    <a:pt x="1920610" y="49900"/>
                    <a:pt x="1904100" y="49900"/>
                  </a:cubicBezTo>
                  <a:cubicBezTo>
                    <a:pt x="1887590" y="49900"/>
                    <a:pt x="1878700" y="58790"/>
                    <a:pt x="1878700" y="75300"/>
                  </a:cubicBezTo>
                  <a:cubicBezTo>
                    <a:pt x="1878700" y="91810"/>
                    <a:pt x="1887590" y="100700"/>
                    <a:pt x="1904100" y="100700"/>
                  </a:cubicBezTo>
                  <a:cubicBezTo>
                    <a:pt x="1920610" y="100700"/>
                    <a:pt x="1929500" y="91810"/>
                    <a:pt x="1929500" y="7530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" name="手繪多邊形 9">
              <a:extLst>
                <a:ext uri="{FF2B5EF4-FFF2-40B4-BE49-F238E27FC236}">
                  <a16:creationId xmlns:a16="http://schemas.microsoft.com/office/drawing/2014/main" id="{717981E0-B47E-5BF7-8132-3A694A7A139C}"/>
                </a:ext>
              </a:extLst>
            </p:cNvPr>
            <p:cNvSpPr/>
            <p:nvPr/>
          </p:nvSpPr>
          <p:spPr>
            <a:xfrm flipV="1">
              <a:off x="4230914" y="2140857"/>
              <a:ext cx="101600" cy="101600"/>
            </a:xfrm>
            <a:custGeom>
              <a:avLst/>
              <a:gdLst>
                <a:gd name="connsiteX0" fmla="*/ -702 w 101600"/>
                <a:gd name="connsiteY0" fmla="*/ 74530 h 101600"/>
                <a:gd name="connsiteX1" fmla="*/ 24698 w 101600"/>
                <a:gd name="connsiteY1" fmla="*/ 49130 h 101600"/>
                <a:gd name="connsiteX2" fmla="*/ 50098 w 101600"/>
                <a:gd name="connsiteY2" fmla="*/ 23730 h 101600"/>
                <a:gd name="connsiteX3" fmla="*/ 75498 w 101600"/>
                <a:gd name="connsiteY3" fmla="*/ -1670 h 101600"/>
                <a:gd name="connsiteX4" fmla="*/ 100898 w 101600"/>
                <a:gd name="connsiteY4" fmla="*/ 23730 h 101600"/>
                <a:gd name="connsiteX5" fmla="*/ 75498 w 101600"/>
                <a:gd name="connsiteY5" fmla="*/ 49130 h 101600"/>
                <a:gd name="connsiteX6" fmla="*/ 50098 w 101600"/>
                <a:gd name="connsiteY6" fmla="*/ 74530 h 101600"/>
                <a:gd name="connsiteX7" fmla="*/ 24698 w 101600"/>
                <a:gd name="connsiteY7" fmla="*/ 99930 h 101600"/>
                <a:gd name="connsiteX8" fmla="*/ -702 w 101600"/>
                <a:gd name="connsiteY8" fmla="*/ 7453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600" h="101600">
                  <a:moveTo>
                    <a:pt x="-702" y="74530"/>
                  </a:moveTo>
                  <a:cubicBezTo>
                    <a:pt x="-702" y="58020"/>
                    <a:pt x="8188" y="49130"/>
                    <a:pt x="24698" y="49130"/>
                  </a:cubicBezTo>
                  <a:cubicBezTo>
                    <a:pt x="41208" y="49130"/>
                    <a:pt x="50098" y="40240"/>
                    <a:pt x="50098" y="23730"/>
                  </a:cubicBezTo>
                  <a:cubicBezTo>
                    <a:pt x="50098" y="7220"/>
                    <a:pt x="58988" y="-1670"/>
                    <a:pt x="75498" y="-1670"/>
                  </a:cubicBezTo>
                  <a:cubicBezTo>
                    <a:pt x="92008" y="-1670"/>
                    <a:pt x="100898" y="7220"/>
                    <a:pt x="100898" y="23730"/>
                  </a:cubicBezTo>
                  <a:cubicBezTo>
                    <a:pt x="100898" y="40240"/>
                    <a:pt x="92008" y="49130"/>
                    <a:pt x="75498" y="49130"/>
                  </a:cubicBezTo>
                  <a:cubicBezTo>
                    <a:pt x="58988" y="49130"/>
                    <a:pt x="50098" y="58020"/>
                    <a:pt x="50098" y="74530"/>
                  </a:cubicBezTo>
                  <a:cubicBezTo>
                    <a:pt x="50098" y="91040"/>
                    <a:pt x="41208" y="99930"/>
                    <a:pt x="24698" y="99930"/>
                  </a:cubicBezTo>
                  <a:cubicBezTo>
                    <a:pt x="8188" y="99930"/>
                    <a:pt x="-702" y="91040"/>
                    <a:pt x="-702" y="7453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 11">
              <a:extLst>
                <a:ext uri="{FF2B5EF4-FFF2-40B4-BE49-F238E27FC236}">
                  <a16:creationId xmlns:a16="http://schemas.microsoft.com/office/drawing/2014/main" id="{79F9F989-00C1-C0AB-A3F2-194A5CC49F73}"/>
                </a:ext>
              </a:extLst>
            </p:cNvPr>
            <p:cNvSpPr/>
            <p:nvPr/>
          </p:nvSpPr>
          <p:spPr>
            <a:xfrm flipV="1">
              <a:off x="4738914" y="2140857"/>
              <a:ext cx="50800" cy="50800"/>
            </a:xfrm>
            <a:custGeom>
              <a:avLst/>
              <a:gdLst>
                <a:gd name="connsiteX0" fmla="*/ -1044 w 50800"/>
                <a:gd name="connsiteY0" fmla="*/ 23708 h 50800"/>
                <a:gd name="connsiteX1" fmla="*/ 24356 w 50800"/>
                <a:gd name="connsiteY1" fmla="*/ -1692 h 50800"/>
                <a:gd name="connsiteX2" fmla="*/ 49756 w 50800"/>
                <a:gd name="connsiteY2" fmla="*/ 23708 h 50800"/>
                <a:gd name="connsiteX3" fmla="*/ 24356 w 50800"/>
                <a:gd name="connsiteY3" fmla="*/ 49108 h 50800"/>
                <a:gd name="connsiteX4" fmla="*/ -1044 w 50800"/>
                <a:gd name="connsiteY4" fmla="*/ 23708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044" y="23708"/>
                  </a:moveTo>
                  <a:cubicBezTo>
                    <a:pt x="-1044" y="7198"/>
                    <a:pt x="7846" y="-1692"/>
                    <a:pt x="24356" y="-1692"/>
                  </a:cubicBezTo>
                  <a:cubicBezTo>
                    <a:pt x="40866" y="-1692"/>
                    <a:pt x="49756" y="7198"/>
                    <a:pt x="49756" y="23708"/>
                  </a:cubicBezTo>
                  <a:cubicBezTo>
                    <a:pt x="49756" y="40218"/>
                    <a:pt x="40866" y="49108"/>
                    <a:pt x="24356" y="49108"/>
                  </a:cubicBezTo>
                  <a:cubicBezTo>
                    <a:pt x="7846" y="49108"/>
                    <a:pt x="-1044" y="40218"/>
                    <a:pt x="-1044" y="2370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4" name="手繪多邊形 13">
              <a:extLst>
                <a:ext uri="{FF2B5EF4-FFF2-40B4-BE49-F238E27FC236}">
                  <a16:creationId xmlns:a16="http://schemas.microsoft.com/office/drawing/2014/main" id="{C285A1B1-C547-B028-87C4-4E0613209834}"/>
                </a:ext>
              </a:extLst>
            </p:cNvPr>
            <p:cNvSpPr/>
            <p:nvPr/>
          </p:nvSpPr>
          <p:spPr>
            <a:xfrm flipV="1">
              <a:off x="4535714" y="2140857"/>
              <a:ext cx="50800" cy="50800"/>
            </a:xfrm>
            <a:custGeom>
              <a:avLst/>
              <a:gdLst>
                <a:gd name="connsiteX0" fmla="*/ -900 w 50800"/>
                <a:gd name="connsiteY0" fmla="*/ 23708 h 50800"/>
                <a:gd name="connsiteX1" fmla="*/ 24500 w 50800"/>
                <a:gd name="connsiteY1" fmla="*/ -1692 h 50800"/>
                <a:gd name="connsiteX2" fmla="*/ 49900 w 50800"/>
                <a:gd name="connsiteY2" fmla="*/ 23708 h 50800"/>
                <a:gd name="connsiteX3" fmla="*/ 24500 w 50800"/>
                <a:gd name="connsiteY3" fmla="*/ 49108 h 50800"/>
                <a:gd name="connsiteX4" fmla="*/ -900 w 50800"/>
                <a:gd name="connsiteY4" fmla="*/ 23708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900" y="23708"/>
                  </a:moveTo>
                  <a:cubicBezTo>
                    <a:pt x="-900" y="7198"/>
                    <a:pt x="7990" y="-1692"/>
                    <a:pt x="24500" y="-1692"/>
                  </a:cubicBezTo>
                  <a:cubicBezTo>
                    <a:pt x="41010" y="-1692"/>
                    <a:pt x="49900" y="7198"/>
                    <a:pt x="49900" y="23708"/>
                  </a:cubicBezTo>
                  <a:cubicBezTo>
                    <a:pt x="49900" y="40218"/>
                    <a:pt x="41010" y="49108"/>
                    <a:pt x="24500" y="49108"/>
                  </a:cubicBezTo>
                  <a:cubicBezTo>
                    <a:pt x="7990" y="49108"/>
                    <a:pt x="-900" y="40218"/>
                    <a:pt x="-900" y="2370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5" name="手繪多邊形 14">
              <a:extLst>
                <a:ext uri="{FF2B5EF4-FFF2-40B4-BE49-F238E27FC236}">
                  <a16:creationId xmlns:a16="http://schemas.microsoft.com/office/drawing/2014/main" id="{65FE52F5-024A-356E-4B4D-0609C79BE9DB}"/>
                </a:ext>
              </a:extLst>
            </p:cNvPr>
            <p:cNvSpPr/>
            <p:nvPr/>
          </p:nvSpPr>
          <p:spPr>
            <a:xfrm flipV="1">
              <a:off x="3875314" y="2394857"/>
              <a:ext cx="50800" cy="50800"/>
            </a:xfrm>
            <a:custGeom>
              <a:avLst/>
              <a:gdLst>
                <a:gd name="connsiteX0" fmla="*/ -432 w 50800"/>
                <a:gd name="connsiteY0" fmla="*/ 23928 h 50800"/>
                <a:gd name="connsiteX1" fmla="*/ 24968 w 50800"/>
                <a:gd name="connsiteY1" fmla="*/ -1472 h 50800"/>
                <a:gd name="connsiteX2" fmla="*/ 50368 w 50800"/>
                <a:gd name="connsiteY2" fmla="*/ 23928 h 50800"/>
                <a:gd name="connsiteX3" fmla="*/ 24968 w 50800"/>
                <a:gd name="connsiteY3" fmla="*/ 49328 h 50800"/>
                <a:gd name="connsiteX4" fmla="*/ -432 w 50800"/>
                <a:gd name="connsiteY4" fmla="*/ 23928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432" y="23928"/>
                  </a:moveTo>
                  <a:cubicBezTo>
                    <a:pt x="-432" y="7418"/>
                    <a:pt x="8458" y="-1472"/>
                    <a:pt x="24968" y="-1472"/>
                  </a:cubicBezTo>
                  <a:cubicBezTo>
                    <a:pt x="41478" y="-1472"/>
                    <a:pt x="50368" y="7418"/>
                    <a:pt x="50368" y="23928"/>
                  </a:cubicBezTo>
                  <a:cubicBezTo>
                    <a:pt x="50368" y="40438"/>
                    <a:pt x="41478" y="49328"/>
                    <a:pt x="24968" y="49328"/>
                  </a:cubicBezTo>
                  <a:cubicBezTo>
                    <a:pt x="8458" y="49328"/>
                    <a:pt x="-432" y="40438"/>
                    <a:pt x="-432" y="2392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928ED857-9DF4-030D-F76C-D07EC53F725A}"/>
                </a:ext>
              </a:extLst>
            </p:cNvPr>
            <p:cNvSpPr/>
            <p:nvPr/>
          </p:nvSpPr>
          <p:spPr>
            <a:xfrm flipV="1">
              <a:off x="3773714" y="2445657"/>
              <a:ext cx="50800" cy="101600"/>
            </a:xfrm>
            <a:custGeom>
              <a:avLst/>
              <a:gdLst>
                <a:gd name="connsiteX0" fmla="*/ -360 w 50800"/>
                <a:gd name="connsiteY0" fmla="*/ 49394 h 101600"/>
                <a:gd name="connsiteX1" fmla="*/ 25040 w 50800"/>
                <a:gd name="connsiteY1" fmla="*/ -1406 h 101600"/>
                <a:gd name="connsiteX2" fmla="*/ 50440 w 50800"/>
                <a:gd name="connsiteY2" fmla="*/ 49394 h 101600"/>
                <a:gd name="connsiteX3" fmla="*/ 25040 w 50800"/>
                <a:gd name="connsiteY3" fmla="*/ 100194 h 101600"/>
                <a:gd name="connsiteX4" fmla="*/ -360 w 50800"/>
                <a:gd name="connsiteY4" fmla="*/ 49394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101600">
                  <a:moveTo>
                    <a:pt x="-360" y="49394"/>
                  </a:moveTo>
                  <a:cubicBezTo>
                    <a:pt x="-360" y="7484"/>
                    <a:pt x="3450" y="-1406"/>
                    <a:pt x="25040" y="-1406"/>
                  </a:cubicBezTo>
                  <a:cubicBezTo>
                    <a:pt x="46630" y="-1406"/>
                    <a:pt x="50440" y="7484"/>
                    <a:pt x="50440" y="49394"/>
                  </a:cubicBezTo>
                  <a:cubicBezTo>
                    <a:pt x="50440" y="91304"/>
                    <a:pt x="46630" y="100194"/>
                    <a:pt x="25040" y="100194"/>
                  </a:cubicBezTo>
                  <a:cubicBezTo>
                    <a:pt x="3450" y="100194"/>
                    <a:pt x="-360" y="91304"/>
                    <a:pt x="-360" y="49394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 17">
              <a:extLst>
                <a:ext uri="{FF2B5EF4-FFF2-40B4-BE49-F238E27FC236}">
                  <a16:creationId xmlns:a16="http://schemas.microsoft.com/office/drawing/2014/main" id="{AB2F3448-4A8D-4895-B976-664E5752B724}"/>
                </a:ext>
              </a:extLst>
            </p:cNvPr>
            <p:cNvSpPr/>
            <p:nvPr/>
          </p:nvSpPr>
          <p:spPr>
            <a:xfrm flipV="1">
              <a:off x="3672114" y="2648857"/>
              <a:ext cx="508000" cy="660400"/>
            </a:xfrm>
            <a:custGeom>
              <a:avLst/>
              <a:gdLst>
                <a:gd name="connsiteX0" fmla="*/ 202750 w 508000"/>
                <a:gd name="connsiteY0" fmla="*/ 608612 h 660400"/>
                <a:gd name="connsiteX1" fmla="*/ 202750 w 508000"/>
                <a:gd name="connsiteY1" fmla="*/ 557812 h 660400"/>
                <a:gd name="connsiteX2" fmla="*/ 126550 w 508000"/>
                <a:gd name="connsiteY2" fmla="*/ 557812 h 660400"/>
                <a:gd name="connsiteX3" fmla="*/ 50350 w 508000"/>
                <a:gd name="connsiteY3" fmla="*/ 583212 h 660400"/>
                <a:gd name="connsiteX4" fmla="*/ 24950 w 508000"/>
                <a:gd name="connsiteY4" fmla="*/ 608612 h 660400"/>
                <a:gd name="connsiteX5" fmla="*/ -450 w 508000"/>
                <a:gd name="connsiteY5" fmla="*/ 583212 h 660400"/>
                <a:gd name="connsiteX6" fmla="*/ 24950 w 508000"/>
                <a:gd name="connsiteY6" fmla="*/ 557812 h 660400"/>
                <a:gd name="connsiteX7" fmla="*/ 50350 w 508000"/>
                <a:gd name="connsiteY7" fmla="*/ 532412 h 660400"/>
                <a:gd name="connsiteX8" fmla="*/ 126550 w 508000"/>
                <a:gd name="connsiteY8" fmla="*/ 507012 h 660400"/>
                <a:gd name="connsiteX9" fmla="*/ 202750 w 508000"/>
                <a:gd name="connsiteY9" fmla="*/ 481612 h 660400"/>
                <a:gd name="connsiteX10" fmla="*/ 228150 w 508000"/>
                <a:gd name="connsiteY10" fmla="*/ 456212 h 660400"/>
                <a:gd name="connsiteX11" fmla="*/ 253550 w 508000"/>
                <a:gd name="connsiteY11" fmla="*/ 430812 h 660400"/>
                <a:gd name="connsiteX12" fmla="*/ 202750 w 508000"/>
                <a:gd name="connsiteY12" fmla="*/ 405412 h 660400"/>
                <a:gd name="connsiteX13" fmla="*/ 151950 w 508000"/>
                <a:gd name="connsiteY13" fmla="*/ 430812 h 660400"/>
                <a:gd name="connsiteX14" fmla="*/ 126550 w 508000"/>
                <a:gd name="connsiteY14" fmla="*/ 456212 h 660400"/>
                <a:gd name="connsiteX15" fmla="*/ 101150 w 508000"/>
                <a:gd name="connsiteY15" fmla="*/ 430812 h 660400"/>
                <a:gd name="connsiteX16" fmla="*/ 126550 w 508000"/>
                <a:gd name="connsiteY16" fmla="*/ 405412 h 660400"/>
                <a:gd name="connsiteX17" fmla="*/ 151950 w 508000"/>
                <a:gd name="connsiteY17" fmla="*/ 380012 h 660400"/>
                <a:gd name="connsiteX18" fmla="*/ 202750 w 508000"/>
                <a:gd name="connsiteY18" fmla="*/ 354612 h 660400"/>
                <a:gd name="connsiteX19" fmla="*/ 253550 w 508000"/>
                <a:gd name="connsiteY19" fmla="*/ 329212 h 660400"/>
                <a:gd name="connsiteX20" fmla="*/ 228150 w 508000"/>
                <a:gd name="connsiteY20" fmla="*/ 303812 h 660400"/>
                <a:gd name="connsiteX21" fmla="*/ 202750 w 508000"/>
                <a:gd name="connsiteY21" fmla="*/ 278412 h 660400"/>
                <a:gd name="connsiteX22" fmla="*/ 228150 w 508000"/>
                <a:gd name="connsiteY22" fmla="*/ 253012 h 660400"/>
                <a:gd name="connsiteX23" fmla="*/ 253550 w 508000"/>
                <a:gd name="connsiteY23" fmla="*/ 176812 h 660400"/>
                <a:gd name="connsiteX24" fmla="*/ 278950 w 508000"/>
                <a:gd name="connsiteY24" fmla="*/ 100612 h 660400"/>
                <a:gd name="connsiteX25" fmla="*/ 304350 w 508000"/>
                <a:gd name="connsiteY25" fmla="*/ 75212 h 660400"/>
                <a:gd name="connsiteX26" fmla="*/ 278950 w 508000"/>
                <a:gd name="connsiteY26" fmla="*/ 49812 h 660400"/>
                <a:gd name="connsiteX27" fmla="*/ 253550 w 508000"/>
                <a:gd name="connsiteY27" fmla="*/ 24412 h 660400"/>
                <a:gd name="connsiteX28" fmla="*/ 278950 w 508000"/>
                <a:gd name="connsiteY28" fmla="*/ -988 h 660400"/>
                <a:gd name="connsiteX29" fmla="*/ 304350 w 508000"/>
                <a:gd name="connsiteY29" fmla="*/ 24412 h 660400"/>
                <a:gd name="connsiteX30" fmla="*/ 329750 w 508000"/>
                <a:gd name="connsiteY30" fmla="*/ 49812 h 660400"/>
                <a:gd name="connsiteX31" fmla="*/ 355150 w 508000"/>
                <a:gd name="connsiteY31" fmla="*/ 75212 h 660400"/>
                <a:gd name="connsiteX32" fmla="*/ 329750 w 508000"/>
                <a:gd name="connsiteY32" fmla="*/ 100612 h 660400"/>
                <a:gd name="connsiteX33" fmla="*/ 304350 w 508000"/>
                <a:gd name="connsiteY33" fmla="*/ 151412 h 660400"/>
                <a:gd name="connsiteX34" fmla="*/ 304350 w 508000"/>
                <a:gd name="connsiteY34" fmla="*/ 202212 h 660400"/>
                <a:gd name="connsiteX35" fmla="*/ 355150 w 508000"/>
                <a:gd name="connsiteY35" fmla="*/ 202212 h 660400"/>
                <a:gd name="connsiteX36" fmla="*/ 405950 w 508000"/>
                <a:gd name="connsiteY36" fmla="*/ 227612 h 660400"/>
                <a:gd name="connsiteX37" fmla="*/ 431350 w 508000"/>
                <a:gd name="connsiteY37" fmla="*/ 253012 h 660400"/>
                <a:gd name="connsiteX38" fmla="*/ 456750 w 508000"/>
                <a:gd name="connsiteY38" fmla="*/ 227612 h 660400"/>
                <a:gd name="connsiteX39" fmla="*/ 482150 w 508000"/>
                <a:gd name="connsiteY39" fmla="*/ 202212 h 660400"/>
                <a:gd name="connsiteX40" fmla="*/ 507550 w 508000"/>
                <a:gd name="connsiteY40" fmla="*/ 227612 h 660400"/>
                <a:gd name="connsiteX41" fmla="*/ 482150 w 508000"/>
                <a:gd name="connsiteY41" fmla="*/ 253012 h 660400"/>
                <a:gd name="connsiteX42" fmla="*/ 456750 w 508000"/>
                <a:gd name="connsiteY42" fmla="*/ 329212 h 660400"/>
                <a:gd name="connsiteX43" fmla="*/ 431350 w 508000"/>
                <a:gd name="connsiteY43" fmla="*/ 405412 h 660400"/>
                <a:gd name="connsiteX44" fmla="*/ 405950 w 508000"/>
                <a:gd name="connsiteY44" fmla="*/ 380012 h 660400"/>
                <a:gd name="connsiteX45" fmla="*/ 380550 w 508000"/>
                <a:gd name="connsiteY45" fmla="*/ 354612 h 660400"/>
                <a:gd name="connsiteX46" fmla="*/ 355150 w 508000"/>
                <a:gd name="connsiteY46" fmla="*/ 380012 h 660400"/>
                <a:gd name="connsiteX47" fmla="*/ 329750 w 508000"/>
                <a:gd name="connsiteY47" fmla="*/ 405412 h 660400"/>
                <a:gd name="connsiteX48" fmla="*/ 304350 w 508000"/>
                <a:gd name="connsiteY48" fmla="*/ 456212 h 660400"/>
                <a:gd name="connsiteX49" fmla="*/ 304350 w 508000"/>
                <a:gd name="connsiteY49" fmla="*/ 507012 h 660400"/>
                <a:gd name="connsiteX50" fmla="*/ 253550 w 508000"/>
                <a:gd name="connsiteY50" fmla="*/ 507012 h 660400"/>
                <a:gd name="connsiteX51" fmla="*/ 202750 w 508000"/>
                <a:gd name="connsiteY51" fmla="*/ 532412 h 660400"/>
                <a:gd name="connsiteX52" fmla="*/ 228150 w 508000"/>
                <a:gd name="connsiteY52" fmla="*/ 557812 h 660400"/>
                <a:gd name="connsiteX53" fmla="*/ 253550 w 508000"/>
                <a:gd name="connsiteY53" fmla="*/ 608612 h 660400"/>
                <a:gd name="connsiteX54" fmla="*/ 228150 w 508000"/>
                <a:gd name="connsiteY54" fmla="*/ 659412 h 660400"/>
                <a:gd name="connsiteX55" fmla="*/ 202750 w 508000"/>
                <a:gd name="connsiteY55" fmla="*/ 608612 h 660400"/>
                <a:gd name="connsiteX56" fmla="*/ 355150 w 508000"/>
                <a:gd name="connsiteY56" fmla="*/ 329212 h 660400"/>
                <a:gd name="connsiteX57" fmla="*/ 329750 w 508000"/>
                <a:gd name="connsiteY57" fmla="*/ 303812 h 660400"/>
                <a:gd name="connsiteX58" fmla="*/ 304350 w 508000"/>
                <a:gd name="connsiteY58" fmla="*/ 278412 h 660400"/>
                <a:gd name="connsiteX59" fmla="*/ 278950 w 508000"/>
                <a:gd name="connsiteY59" fmla="*/ 253012 h 660400"/>
                <a:gd name="connsiteX60" fmla="*/ 253550 w 508000"/>
                <a:gd name="connsiteY60" fmla="*/ 278412 h 660400"/>
                <a:gd name="connsiteX61" fmla="*/ 278950 w 508000"/>
                <a:gd name="connsiteY61" fmla="*/ 303812 h 660400"/>
                <a:gd name="connsiteX62" fmla="*/ 304350 w 508000"/>
                <a:gd name="connsiteY62" fmla="*/ 329212 h 660400"/>
                <a:gd name="connsiteX63" fmla="*/ 329750 w 508000"/>
                <a:gd name="connsiteY63" fmla="*/ 354612 h 660400"/>
                <a:gd name="connsiteX64" fmla="*/ 355150 w 508000"/>
                <a:gd name="connsiteY64" fmla="*/ 329212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000" h="660400">
                  <a:moveTo>
                    <a:pt x="202750" y="608612"/>
                  </a:moveTo>
                  <a:lnTo>
                    <a:pt x="202750" y="557812"/>
                  </a:lnTo>
                  <a:lnTo>
                    <a:pt x="126550" y="557812"/>
                  </a:lnTo>
                  <a:cubicBezTo>
                    <a:pt x="59240" y="557812"/>
                    <a:pt x="50350" y="560352"/>
                    <a:pt x="50350" y="583212"/>
                  </a:cubicBezTo>
                  <a:cubicBezTo>
                    <a:pt x="50350" y="599722"/>
                    <a:pt x="41460" y="608612"/>
                    <a:pt x="24950" y="608612"/>
                  </a:cubicBezTo>
                  <a:cubicBezTo>
                    <a:pt x="8440" y="608612"/>
                    <a:pt x="-450" y="599722"/>
                    <a:pt x="-450" y="583212"/>
                  </a:cubicBezTo>
                  <a:cubicBezTo>
                    <a:pt x="-450" y="566702"/>
                    <a:pt x="8440" y="557812"/>
                    <a:pt x="24950" y="557812"/>
                  </a:cubicBezTo>
                  <a:cubicBezTo>
                    <a:pt x="41460" y="557812"/>
                    <a:pt x="50350" y="548922"/>
                    <a:pt x="50350" y="532412"/>
                  </a:cubicBezTo>
                  <a:cubicBezTo>
                    <a:pt x="50350" y="509552"/>
                    <a:pt x="59240" y="507012"/>
                    <a:pt x="126550" y="507012"/>
                  </a:cubicBezTo>
                  <a:cubicBezTo>
                    <a:pt x="193860" y="507012"/>
                    <a:pt x="202750" y="504472"/>
                    <a:pt x="202750" y="481612"/>
                  </a:cubicBezTo>
                  <a:cubicBezTo>
                    <a:pt x="202750" y="465102"/>
                    <a:pt x="211640" y="456212"/>
                    <a:pt x="228150" y="456212"/>
                  </a:cubicBezTo>
                  <a:cubicBezTo>
                    <a:pt x="244660" y="456212"/>
                    <a:pt x="253550" y="447322"/>
                    <a:pt x="253550" y="430812"/>
                  </a:cubicBezTo>
                  <a:cubicBezTo>
                    <a:pt x="253550" y="409222"/>
                    <a:pt x="244660" y="405412"/>
                    <a:pt x="202750" y="405412"/>
                  </a:cubicBezTo>
                  <a:cubicBezTo>
                    <a:pt x="160840" y="405412"/>
                    <a:pt x="151950" y="409222"/>
                    <a:pt x="151950" y="430812"/>
                  </a:cubicBezTo>
                  <a:cubicBezTo>
                    <a:pt x="151950" y="447322"/>
                    <a:pt x="143060" y="456212"/>
                    <a:pt x="126550" y="456212"/>
                  </a:cubicBezTo>
                  <a:cubicBezTo>
                    <a:pt x="110040" y="456212"/>
                    <a:pt x="101150" y="447322"/>
                    <a:pt x="101150" y="430812"/>
                  </a:cubicBezTo>
                  <a:cubicBezTo>
                    <a:pt x="101150" y="414302"/>
                    <a:pt x="110040" y="405412"/>
                    <a:pt x="126550" y="405412"/>
                  </a:cubicBezTo>
                  <a:cubicBezTo>
                    <a:pt x="143060" y="405412"/>
                    <a:pt x="151950" y="396522"/>
                    <a:pt x="151950" y="380012"/>
                  </a:cubicBezTo>
                  <a:cubicBezTo>
                    <a:pt x="151950" y="358422"/>
                    <a:pt x="160840" y="354612"/>
                    <a:pt x="202750" y="354612"/>
                  </a:cubicBezTo>
                  <a:cubicBezTo>
                    <a:pt x="244660" y="354612"/>
                    <a:pt x="253550" y="350802"/>
                    <a:pt x="253550" y="329212"/>
                  </a:cubicBezTo>
                  <a:cubicBezTo>
                    <a:pt x="253550" y="312702"/>
                    <a:pt x="244660" y="303812"/>
                    <a:pt x="228150" y="303812"/>
                  </a:cubicBezTo>
                  <a:cubicBezTo>
                    <a:pt x="211640" y="303812"/>
                    <a:pt x="202750" y="294922"/>
                    <a:pt x="202750" y="278412"/>
                  </a:cubicBezTo>
                  <a:cubicBezTo>
                    <a:pt x="202750" y="261902"/>
                    <a:pt x="211640" y="253012"/>
                    <a:pt x="228150" y="253012"/>
                  </a:cubicBezTo>
                  <a:cubicBezTo>
                    <a:pt x="251010" y="253012"/>
                    <a:pt x="253550" y="244122"/>
                    <a:pt x="253550" y="176812"/>
                  </a:cubicBezTo>
                  <a:cubicBezTo>
                    <a:pt x="253550" y="109502"/>
                    <a:pt x="256090" y="100612"/>
                    <a:pt x="278950" y="100612"/>
                  </a:cubicBezTo>
                  <a:cubicBezTo>
                    <a:pt x="295460" y="100612"/>
                    <a:pt x="304350" y="91722"/>
                    <a:pt x="304350" y="75212"/>
                  </a:cubicBezTo>
                  <a:cubicBezTo>
                    <a:pt x="304350" y="58702"/>
                    <a:pt x="295460" y="49812"/>
                    <a:pt x="278950" y="49812"/>
                  </a:cubicBezTo>
                  <a:cubicBezTo>
                    <a:pt x="262440" y="49812"/>
                    <a:pt x="253550" y="40922"/>
                    <a:pt x="253550" y="24412"/>
                  </a:cubicBezTo>
                  <a:cubicBezTo>
                    <a:pt x="253550" y="7902"/>
                    <a:pt x="262440" y="-988"/>
                    <a:pt x="278950" y="-988"/>
                  </a:cubicBezTo>
                  <a:cubicBezTo>
                    <a:pt x="295460" y="-988"/>
                    <a:pt x="304350" y="7902"/>
                    <a:pt x="304350" y="24412"/>
                  </a:cubicBezTo>
                  <a:cubicBezTo>
                    <a:pt x="304350" y="40922"/>
                    <a:pt x="313240" y="49812"/>
                    <a:pt x="329750" y="49812"/>
                  </a:cubicBezTo>
                  <a:cubicBezTo>
                    <a:pt x="346260" y="49812"/>
                    <a:pt x="355150" y="58702"/>
                    <a:pt x="355150" y="75212"/>
                  </a:cubicBezTo>
                  <a:cubicBezTo>
                    <a:pt x="355150" y="91722"/>
                    <a:pt x="346260" y="100612"/>
                    <a:pt x="329750" y="100612"/>
                  </a:cubicBezTo>
                  <a:cubicBezTo>
                    <a:pt x="308160" y="100612"/>
                    <a:pt x="304350" y="109502"/>
                    <a:pt x="304350" y="151412"/>
                  </a:cubicBezTo>
                  <a:lnTo>
                    <a:pt x="304350" y="202212"/>
                  </a:lnTo>
                  <a:lnTo>
                    <a:pt x="355150" y="202212"/>
                  </a:lnTo>
                  <a:cubicBezTo>
                    <a:pt x="397060" y="202212"/>
                    <a:pt x="405950" y="206022"/>
                    <a:pt x="405950" y="227612"/>
                  </a:cubicBezTo>
                  <a:cubicBezTo>
                    <a:pt x="405950" y="244122"/>
                    <a:pt x="414840" y="253012"/>
                    <a:pt x="431350" y="253012"/>
                  </a:cubicBezTo>
                  <a:cubicBezTo>
                    <a:pt x="447860" y="253012"/>
                    <a:pt x="456750" y="244122"/>
                    <a:pt x="456750" y="227612"/>
                  </a:cubicBezTo>
                  <a:cubicBezTo>
                    <a:pt x="456750" y="211102"/>
                    <a:pt x="465640" y="202212"/>
                    <a:pt x="482150" y="202212"/>
                  </a:cubicBezTo>
                  <a:cubicBezTo>
                    <a:pt x="498660" y="202212"/>
                    <a:pt x="507550" y="211102"/>
                    <a:pt x="507550" y="227612"/>
                  </a:cubicBezTo>
                  <a:cubicBezTo>
                    <a:pt x="507550" y="244122"/>
                    <a:pt x="498660" y="253012"/>
                    <a:pt x="482150" y="253012"/>
                  </a:cubicBezTo>
                  <a:cubicBezTo>
                    <a:pt x="459290" y="253012"/>
                    <a:pt x="456750" y="261902"/>
                    <a:pt x="456750" y="329212"/>
                  </a:cubicBezTo>
                  <a:cubicBezTo>
                    <a:pt x="456750" y="396522"/>
                    <a:pt x="454210" y="405412"/>
                    <a:pt x="431350" y="405412"/>
                  </a:cubicBezTo>
                  <a:cubicBezTo>
                    <a:pt x="414840" y="405412"/>
                    <a:pt x="405950" y="396522"/>
                    <a:pt x="405950" y="380012"/>
                  </a:cubicBezTo>
                  <a:cubicBezTo>
                    <a:pt x="405950" y="363502"/>
                    <a:pt x="397060" y="354612"/>
                    <a:pt x="380550" y="354612"/>
                  </a:cubicBezTo>
                  <a:cubicBezTo>
                    <a:pt x="364040" y="354612"/>
                    <a:pt x="355150" y="363502"/>
                    <a:pt x="355150" y="380012"/>
                  </a:cubicBezTo>
                  <a:cubicBezTo>
                    <a:pt x="355150" y="396522"/>
                    <a:pt x="346260" y="405412"/>
                    <a:pt x="329750" y="405412"/>
                  </a:cubicBezTo>
                  <a:cubicBezTo>
                    <a:pt x="308160" y="405412"/>
                    <a:pt x="304350" y="414302"/>
                    <a:pt x="304350" y="456212"/>
                  </a:cubicBezTo>
                  <a:lnTo>
                    <a:pt x="304350" y="507012"/>
                  </a:lnTo>
                  <a:lnTo>
                    <a:pt x="253550" y="507012"/>
                  </a:lnTo>
                  <a:cubicBezTo>
                    <a:pt x="211640" y="507012"/>
                    <a:pt x="202750" y="510822"/>
                    <a:pt x="202750" y="532412"/>
                  </a:cubicBezTo>
                  <a:cubicBezTo>
                    <a:pt x="202750" y="548922"/>
                    <a:pt x="211640" y="557812"/>
                    <a:pt x="228150" y="557812"/>
                  </a:cubicBezTo>
                  <a:cubicBezTo>
                    <a:pt x="249740" y="557812"/>
                    <a:pt x="253550" y="566702"/>
                    <a:pt x="253550" y="608612"/>
                  </a:cubicBezTo>
                  <a:cubicBezTo>
                    <a:pt x="253550" y="650522"/>
                    <a:pt x="249740" y="659412"/>
                    <a:pt x="228150" y="659412"/>
                  </a:cubicBezTo>
                  <a:cubicBezTo>
                    <a:pt x="206560" y="659412"/>
                    <a:pt x="202750" y="650522"/>
                    <a:pt x="202750" y="608612"/>
                  </a:cubicBezTo>
                  <a:close/>
                  <a:moveTo>
                    <a:pt x="355150" y="329212"/>
                  </a:moveTo>
                  <a:cubicBezTo>
                    <a:pt x="355150" y="312702"/>
                    <a:pt x="346260" y="303812"/>
                    <a:pt x="329750" y="303812"/>
                  </a:cubicBezTo>
                  <a:cubicBezTo>
                    <a:pt x="313240" y="303812"/>
                    <a:pt x="304350" y="294922"/>
                    <a:pt x="304350" y="278412"/>
                  </a:cubicBezTo>
                  <a:cubicBezTo>
                    <a:pt x="304350" y="261902"/>
                    <a:pt x="295460" y="253012"/>
                    <a:pt x="278950" y="253012"/>
                  </a:cubicBezTo>
                  <a:cubicBezTo>
                    <a:pt x="262440" y="253012"/>
                    <a:pt x="253550" y="261902"/>
                    <a:pt x="253550" y="278412"/>
                  </a:cubicBezTo>
                  <a:cubicBezTo>
                    <a:pt x="253550" y="294922"/>
                    <a:pt x="262440" y="303812"/>
                    <a:pt x="278950" y="303812"/>
                  </a:cubicBezTo>
                  <a:cubicBezTo>
                    <a:pt x="295460" y="303812"/>
                    <a:pt x="304350" y="312702"/>
                    <a:pt x="304350" y="329212"/>
                  </a:cubicBezTo>
                  <a:cubicBezTo>
                    <a:pt x="304350" y="345722"/>
                    <a:pt x="313240" y="354612"/>
                    <a:pt x="329750" y="354612"/>
                  </a:cubicBezTo>
                  <a:cubicBezTo>
                    <a:pt x="346260" y="354612"/>
                    <a:pt x="355150" y="345722"/>
                    <a:pt x="355150" y="32921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 19">
              <a:extLst>
                <a:ext uri="{FF2B5EF4-FFF2-40B4-BE49-F238E27FC236}">
                  <a16:creationId xmlns:a16="http://schemas.microsoft.com/office/drawing/2014/main" id="{88B8D925-1D15-0170-61B3-909F94970F21}"/>
                </a:ext>
              </a:extLst>
            </p:cNvPr>
            <p:cNvSpPr/>
            <p:nvPr/>
          </p:nvSpPr>
          <p:spPr>
            <a:xfrm flipV="1">
              <a:off x="3976914" y="2699657"/>
              <a:ext cx="101600" cy="152400"/>
            </a:xfrm>
            <a:custGeom>
              <a:avLst/>
              <a:gdLst>
                <a:gd name="connsiteX0" fmla="*/ -522 w 101600"/>
                <a:gd name="connsiteY0" fmla="*/ 125836 h 152400"/>
                <a:gd name="connsiteX1" fmla="*/ 24878 w 101600"/>
                <a:gd name="connsiteY1" fmla="*/ 100436 h 152400"/>
                <a:gd name="connsiteX2" fmla="*/ 50278 w 101600"/>
                <a:gd name="connsiteY2" fmla="*/ 49636 h 152400"/>
                <a:gd name="connsiteX3" fmla="*/ 75678 w 101600"/>
                <a:gd name="connsiteY3" fmla="*/ -1164 h 152400"/>
                <a:gd name="connsiteX4" fmla="*/ 101078 w 101600"/>
                <a:gd name="connsiteY4" fmla="*/ 49636 h 152400"/>
                <a:gd name="connsiteX5" fmla="*/ 75678 w 101600"/>
                <a:gd name="connsiteY5" fmla="*/ 100436 h 152400"/>
                <a:gd name="connsiteX6" fmla="*/ 50278 w 101600"/>
                <a:gd name="connsiteY6" fmla="*/ 125836 h 152400"/>
                <a:gd name="connsiteX7" fmla="*/ 24878 w 101600"/>
                <a:gd name="connsiteY7" fmla="*/ 151236 h 152400"/>
                <a:gd name="connsiteX8" fmla="*/ -522 w 101600"/>
                <a:gd name="connsiteY8" fmla="*/ 12583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600" h="152400">
                  <a:moveTo>
                    <a:pt x="-522" y="125836"/>
                  </a:moveTo>
                  <a:cubicBezTo>
                    <a:pt x="-522" y="109326"/>
                    <a:pt x="8368" y="100436"/>
                    <a:pt x="24878" y="100436"/>
                  </a:cubicBezTo>
                  <a:cubicBezTo>
                    <a:pt x="46468" y="100436"/>
                    <a:pt x="50278" y="91546"/>
                    <a:pt x="50278" y="49636"/>
                  </a:cubicBezTo>
                  <a:cubicBezTo>
                    <a:pt x="50278" y="7726"/>
                    <a:pt x="54088" y="-1164"/>
                    <a:pt x="75678" y="-1164"/>
                  </a:cubicBezTo>
                  <a:cubicBezTo>
                    <a:pt x="97268" y="-1164"/>
                    <a:pt x="101078" y="7726"/>
                    <a:pt x="101078" y="49636"/>
                  </a:cubicBezTo>
                  <a:cubicBezTo>
                    <a:pt x="101078" y="91546"/>
                    <a:pt x="97268" y="100436"/>
                    <a:pt x="75678" y="100436"/>
                  </a:cubicBezTo>
                  <a:cubicBezTo>
                    <a:pt x="59168" y="100436"/>
                    <a:pt x="50278" y="109326"/>
                    <a:pt x="50278" y="125836"/>
                  </a:cubicBezTo>
                  <a:cubicBezTo>
                    <a:pt x="50278" y="142346"/>
                    <a:pt x="41388" y="151236"/>
                    <a:pt x="24878" y="151236"/>
                  </a:cubicBezTo>
                  <a:cubicBezTo>
                    <a:pt x="8368" y="151236"/>
                    <a:pt x="-522" y="142346"/>
                    <a:pt x="-522" y="125836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 21">
              <a:extLst>
                <a:ext uri="{FF2B5EF4-FFF2-40B4-BE49-F238E27FC236}">
                  <a16:creationId xmlns:a16="http://schemas.microsoft.com/office/drawing/2014/main" id="{C74F097E-CEB2-11A1-6032-4E2FEDDD222B}"/>
                </a:ext>
              </a:extLst>
            </p:cNvPr>
            <p:cNvSpPr/>
            <p:nvPr/>
          </p:nvSpPr>
          <p:spPr>
            <a:xfrm flipV="1">
              <a:off x="4180114" y="2699657"/>
              <a:ext cx="203200" cy="101600"/>
            </a:xfrm>
            <a:custGeom>
              <a:avLst/>
              <a:gdLst>
                <a:gd name="connsiteX0" fmla="*/ 50098 w 203200"/>
                <a:gd name="connsiteY0" fmla="*/ 75014 h 101600"/>
                <a:gd name="connsiteX1" fmla="*/ 24698 w 203200"/>
                <a:gd name="connsiteY1" fmla="*/ 49614 h 101600"/>
                <a:gd name="connsiteX2" fmla="*/ -702 w 203200"/>
                <a:gd name="connsiteY2" fmla="*/ 24214 h 101600"/>
                <a:gd name="connsiteX3" fmla="*/ 24698 w 203200"/>
                <a:gd name="connsiteY3" fmla="*/ -1186 h 101600"/>
                <a:gd name="connsiteX4" fmla="*/ 50098 w 203200"/>
                <a:gd name="connsiteY4" fmla="*/ 24214 h 101600"/>
                <a:gd name="connsiteX5" fmla="*/ 126298 w 203200"/>
                <a:gd name="connsiteY5" fmla="*/ 49614 h 101600"/>
                <a:gd name="connsiteX6" fmla="*/ 202498 w 203200"/>
                <a:gd name="connsiteY6" fmla="*/ 75014 h 101600"/>
                <a:gd name="connsiteX7" fmla="*/ 126298 w 203200"/>
                <a:gd name="connsiteY7" fmla="*/ 100414 h 101600"/>
                <a:gd name="connsiteX8" fmla="*/ 50098 w 203200"/>
                <a:gd name="connsiteY8" fmla="*/ 75014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200" h="101600">
                  <a:moveTo>
                    <a:pt x="50098" y="75014"/>
                  </a:moveTo>
                  <a:cubicBezTo>
                    <a:pt x="50098" y="58504"/>
                    <a:pt x="41208" y="49614"/>
                    <a:pt x="24698" y="49614"/>
                  </a:cubicBezTo>
                  <a:cubicBezTo>
                    <a:pt x="8188" y="49614"/>
                    <a:pt x="-702" y="40724"/>
                    <a:pt x="-702" y="24214"/>
                  </a:cubicBezTo>
                  <a:cubicBezTo>
                    <a:pt x="-702" y="7704"/>
                    <a:pt x="8188" y="-1186"/>
                    <a:pt x="24698" y="-1186"/>
                  </a:cubicBezTo>
                  <a:cubicBezTo>
                    <a:pt x="41208" y="-1186"/>
                    <a:pt x="50098" y="7704"/>
                    <a:pt x="50098" y="24214"/>
                  </a:cubicBezTo>
                  <a:cubicBezTo>
                    <a:pt x="50098" y="47074"/>
                    <a:pt x="58988" y="49614"/>
                    <a:pt x="126298" y="49614"/>
                  </a:cubicBezTo>
                  <a:cubicBezTo>
                    <a:pt x="193608" y="49614"/>
                    <a:pt x="202498" y="52154"/>
                    <a:pt x="202498" y="75014"/>
                  </a:cubicBezTo>
                  <a:cubicBezTo>
                    <a:pt x="202498" y="97874"/>
                    <a:pt x="193608" y="100414"/>
                    <a:pt x="126298" y="100414"/>
                  </a:cubicBezTo>
                  <a:cubicBezTo>
                    <a:pt x="58988" y="100414"/>
                    <a:pt x="50098" y="97874"/>
                    <a:pt x="50098" y="75014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" name="手繪多邊形 24">
              <a:extLst>
                <a:ext uri="{FF2B5EF4-FFF2-40B4-BE49-F238E27FC236}">
                  <a16:creationId xmlns:a16="http://schemas.microsoft.com/office/drawing/2014/main" id="{49781863-6E87-15F7-3CDA-D45FA32DD356}"/>
                </a:ext>
              </a:extLst>
            </p:cNvPr>
            <p:cNvSpPr/>
            <p:nvPr/>
          </p:nvSpPr>
          <p:spPr>
            <a:xfrm flipV="1">
              <a:off x="4180114" y="2801257"/>
              <a:ext cx="254000" cy="203200"/>
            </a:xfrm>
            <a:custGeom>
              <a:avLst/>
              <a:gdLst>
                <a:gd name="connsiteX0" fmla="*/ 100880 w 254000"/>
                <a:gd name="connsiteY0" fmla="*/ 176746 h 203200"/>
                <a:gd name="connsiteX1" fmla="*/ 50080 w 254000"/>
                <a:gd name="connsiteY1" fmla="*/ 151346 h 203200"/>
                <a:gd name="connsiteX2" fmla="*/ -720 w 254000"/>
                <a:gd name="connsiteY2" fmla="*/ 151346 h 203200"/>
                <a:gd name="connsiteX3" fmla="*/ -720 w 254000"/>
                <a:gd name="connsiteY3" fmla="*/ 75146 h 203200"/>
                <a:gd name="connsiteX4" fmla="*/ 24680 w 254000"/>
                <a:gd name="connsiteY4" fmla="*/ -1054 h 203200"/>
                <a:gd name="connsiteX5" fmla="*/ 50080 w 254000"/>
                <a:gd name="connsiteY5" fmla="*/ 24346 h 203200"/>
                <a:gd name="connsiteX6" fmla="*/ 126280 w 254000"/>
                <a:gd name="connsiteY6" fmla="*/ 49746 h 203200"/>
                <a:gd name="connsiteX7" fmla="*/ 202480 w 254000"/>
                <a:gd name="connsiteY7" fmla="*/ 75146 h 203200"/>
                <a:gd name="connsiteX8" fmla="*/ 227880 w 254000"/>
                <a:gd name="connsiteY8" fmla="*/ 100546 h 203200"/>
                <a:gd name="connsiteX9" fmla="*/ 253280 w 254000"/>
                <a:gd name="connsiteY9" fmla="*/ 125946 h 203200"/>
                <a:gd name="connsiteX10" fmla="*/ 227880 w 254000"/>
                <a:gd name="connsiteY10" fmla="*/ 151346 h 203200"/>
                <a:gd name="connsiteX11" fmla="*/ 202480 w 254000"/>
                <a:gd name="connsiteY11" fmla="*/ 125946 h 203200"/>
                <a:gd name="connsiteX12" fmla="*/ 177080 w 254000"/>
                <a:gd name="connsiteY12" fmla="*/ 100546 h 203200"/>
                <a:gd name="connsiteX13" fmla="*/ 151680 w 254000"/>
                <a:gd name="connsiteY13" fmla="*/ 151346 h 203200"/>
                <a:gd name="connsiteX14" fmla="*/ 126280 w 254000"/>
                <a:gd name="connsiteY14" fmla="*/ 202146 h 203200"/>
                <a:gd name="connsiteX15" fmla="*/ 100880 w 254000"/>
                <a:gd name="connsiteY15" fmla="*/ 176746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4000" h="203200">
                  <a:moveTo>
                    <a:pt x="100880" y="176746"/>
                  </a:moveTo>
                  <a:cubicBezTo>
                    <a:pt x="100880" y="155156"/>
                    <a:pt x="91990" y="151346"/>
                    <a:pt x="50080" y="151346"/>
                  </a:cubicBezTo>
                  <a:lnTo>
                    <a:pt x="-720" y="151346"/>
                  </a:lnTo>
                  <a:lnTo>
                    <a:pt x="-720" y="75146"/>
                  </a:lnTo>
                  <a:cubicBezTo>
                    <a:pt x="-720" y="7836"/>
                    <a:pt x="1820" y="-1054"/>
                    <a:pt x="24680" y="-1054"/>
                  </a:cubicBezTo>
                  <a:cubicBezTo>
                    <a:pt x="41190" y="-1054"/>
                    <a:pt x="50080" y="7836"/>
                    <a:pt x="50080" y="24346"/>
                  </a:cubicBezTo>
                  <a:cubicBezTo>
                    <a:pt x="50080" y="47206"/>
                    <a:pt x="58970" y="49746"/>
                    <a:pt x="126280" y="49746"/>
                  </a:cubicBezTo>
                  <a:cubicBezTo>
                    <a:pt x="193590" y="49746"/>
                    <a:pt x="202480" y="52286"/>
                    <a:pt x="202480" y="75146"/>
                  </a:cubicBezTo>
                  <a:cubicBezTo>
                    <a:pt x="202480" y="91656"/>
                    <a:pt x="211370" y="100546"/>
                    <a:pt x="227880" y="100546"/>
                  </a:cubicBezTo>
                  <a:cubicBezTo>
                    <a:pt x="244390" y="100546"/>
                    <a:pt x="253280" y="109436"/>
                    <a:pt x="253280" y="125946"/>
                  </a:cubicBezTo>
                  <a:cubicBezTo>
                    <a:pt x="253280" y="142456"/>
                    <a:pt x="244390" y="151346"/>
                    <a:pt x="227880" y="151346"/>
                  </a:cubicBezTo>
                  <a:cubicBezTo>
                    <a:pt x="211370" y="151346"/>
                    <a:pt x="202480" y="142456"/>
                    <a:pt x="202480" y="125946"/>
                  </a:cubicBezTo>
                  <a:cubicBezTo>
                    <a:pt x="202480" y="109436"/>
                    <a:pt x="193590" y="100546"/>
                    <a:pt x="177080" y="100546"/>
                  </a:cubicBezTo>
                  <a:cubicBezTo>
                    <a:pt x="155490" y="100546"/>
                    <a:pt x="151680" y="109436"/>
                    <a:pt x="151680" y="151346"/>
                  </a:cubicBezTo>
                  <a:cubicBezTo>
                    <a:pt x="151680" y="193256"/>
                    <a:pt x="147870" y="202146"/>
                    <a:pt x="126280" y="202146"/>
                  </a:cubicBezTo>
                  <a:cubicBezTo>
                    <a:pt x="109770" y="202146"/>
                    <a:pt x="100880" y="193256"/>
                    <a:pt x="100880" y="176746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" name="手繪多邊形 26">
              <a:extLst>
                <a:ext uri="{FF2B5EF4-FFF2-40B4-BE49-F238E27FC236}">
                  <a16:creationId xmlns:a16="http://schemas.microsoft.com/office/drawing/2014/main" id="{00CBD6FC-B5B8-F5D1-384D-8FF9435DCE04}"/>
                </a:ext>
              </a:extLst>
            </p:cNvPr>
            <p:cNvSpPr/>
            <p:nvPr/>
          </p:nvSpPr>
          <p:spPr>
            <a:xfrm flipV="1">
              <a:off x="4281714" y="3207657"/>
              <a:ext cx="50800" cy="50800"/>
            </a:xfrm>
            <a:custGeom>
              <a:avLst/>
              <a:gdLst>
                <a:gd name="connsiteX0" fmla="*/ -720 w 50800"/>
                <a:gd name="connsiteY0" fmla="*/ 24632 h 50800"/>
                <a:gd name="connsiteX1" fmla="*/ 24680 w 50800"/>
                <a:gd name="connsiteY1" fmla="*/ -768 h 50800"/>
                <a:gd name="connsiteX2" fmla="*/ 50080 w 50800"/>
                <a:gd name="connsiteY2" fmla="*/ 24632 h 50800"/>
                <a:gd name="connsiteX3" fmla="*/ 24680 w 50800"/>
                <a:gd name="connsiteY3" fmla="*/ 50032 h 50800"/>
                <a:gd name="connsiteX4" fmla="*/ -720 w 50800"/>
                <a:gd name="connsiteY4" fmla="*/ 24632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720" y="24632"/>
                  </a:moveTo>
                  <a:cubicBezTo>
                    <a:pt x="-720" y="8122"/>
                    <a:pt x="8170" y="-768"/>
                    <a:pt x="24680" y="-768"/>
                  </a:cubicBezTo>
                  <a:cubicBezTo>
                    <a:pt x="41190" y="-768"/>
                    <a:pt x="50080" y="8122"/>
                    <a:pt x="50080" y="24632"/>
                  </a:cubicBezTo>
                  <a:cubicBezTo>
                    <a:pt x="50080" y="41142"/>
                    <a:pt x="41190" y="50032"/>
                    <a:pt x="24680" y="50032"/>
                  </a:cubicBezTo>
                  <a:cubicBezTo>
                    <a:pt x="8170" y="50032"/>
                    <a:pt x="-720" y="41142"/>
                    <a:pt x="-720" y="2463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 29">
              <a:extLst>
                <a:ext uri="{FF2B5EF4-FFF2-40B4-BE49-F238E27FC236}">
                  <a16:creationId xmlns:a16="http://schemas.microsoft.com/office/drawing/2014/main" id="{0C8C1E6E-8C9E-C6E1-7C40-1D8D6E90093B}"/>
                </a:ext>
              </a:extLst>
            </p:cNvPr>
            <p:cNvSpPr/>
            <p:nvPr/>
          </p:nvSpPr>
          <p:spPr>
            <a:xfrm flipV="1">
              <a:off x="4891314" y="3207657"/>
              <a:ext cx="101600" cy="152400"/>
            </a:xfrm>
            <a:custGeom>
              <a:avLst/>
              <a:gdLst>
                <a:gd name="connsiteX0" fmla="*/ -1170 w 101600"/>
                <a:gd name="connsiteY0" fmla="*/ 126276 h 152400"/>
                <a:gd name="connsiteX1" fmla="*/ 24230 w 101600"/>
                <a:gd name="connsiteY1" fmla="*/ 100876 h 152400"/>
                <a:gd name="connsiteX2" fmla="*/ 49630 w 101600"/>
                <a:gd name="connsiteY2" fmla="*/ 50076 h 152400"/>
                <a:gd name="connsiteX3" fmla="*/ 75030 w 101600"/>
                <a:gd name="connsiteY3" fmla="*/ -724 h 152400"/>
                <a:gd name="connsiteX4" fmla="*/ 100430 w 101600"/>
                <a:gd name="connsiteY4" fmla="*/ 50076 h 152400"/>
                <a:gd name="connsiteX5" fmla="*/ 75030 w 101600"/>
                <a:gd name="connsiteY5" fmla="*/ 100876 h 152400"/>
                <a:gd name="connsiteX6" fmla="*/ 49630 w 101600"/>
                <a:gd name="connsiteY6" fmla="*/ 126276 h 152400"/>
                <a:gd name="connsiteX7" fmla="*/ 24230 w 101600"/>
                <a:gd name="connsiteY7" fmla="*/ 151676 h 152400"/>
                <a:gd name="connsiteX8" fmla="*/ -1170 w 101600"/>
                <a:gd name="connsiteY8" fmla="*/ 12627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600" h="152400">
                  <a:moveTo>
                    <a:pt x="-1170" y="126276"/>
                  </a:moveTo>
                  <a:cubicBezTo>
                    <a:pt x="-1170" y="109766"/>
                    <a:pt x="7720" y="100876"/>
                    <a:pt x="24230" y="100876"/>
                  </a:cubicBezTo>
                  <a:cubicBezTo>
                    <a:pt x="45820" y="100876"/>
                    <a:pt x="49630" y="91986"/>
                    <a:pt x="49630" y="50076"/>
                  </a:cubicBezTo>
                  <a:cubicBezTo>
                    <a:pt x="49630" y="8166"/>
                    <a:pt x="53440" y="-724"/>
                    <a:pt x="75030" y="-724"/>
                  </a:cubicBezTo>
                  <a:cubicBezTo>
                    <a:pt x="96620" y="-724"/>
                    <a:pt x="100430" y="8166"/>
                    <a:pt x="100430" y="50076"/>
                  </a:cubicBezTo>
                  <a:cubicBezTo>
                    <a:pt x="100430" y="91986"/>
                    <a:pt x="96620" y="100876"/>
                    <a:pt x="75030" y="100876"/>
                  </a:cubicBezTo>
                  <a:cubicBezTo>
                    <a:pt x="58520" y="100876"/>
                    <a:pt x="49630" y="109766"/>
                    <a:pt x="49630" y="126276"/>
                  </a:cubicBezTo>
                  <a:cubicBezTo>
                    <a:pt x="49630" y="142786"/>
                    <a:pt x="40740" y="151676"/>
                    <a:pt x="24230" y="151676"/>
                  </a:cubicBezTo>
                  <a:cubicBezTo>
                    <a:pt x="7720" y="151676"/>
                    <a:pt x="-1170" y="142786"/>
                    <a:pt x="-1170" y="126276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3" name="手繪多邊形 42">
              <a:extLst>
                <a:ext uri="{FF2B5EF4-FFF2-40B4-BE49-F238E27FC236}">
                  <a16:creationId xmlns:a16="http://schemas.microsoft.com/office/drawing/2014/main" id="{39AF2CE6-4A31-D1E2-256B-385BC9EE9D4C}"/>
                </a:ext>
              </a:extLst>
            </p:cNvPr>
            <p:cNvSpPr/>
            <p:nvPr/>
          </p:nvSpPr>
          <p:spPr>
            <a:xfrm flipV="1">
              <a:off x="4129314" y="3258457"/>
              <a:ext cx="609600" cy="711200"/>
            </a:xfrm>
            <a:custGeom>
              <a:avLst/>
              <a:gdLst>
                <a:gd name="connsiteX0" fmla="*/ 354790 w 609600"/>
                <a:gd name="connsiteY0" fmla="*/ 685362 h 711200"/>
                <a:gd name="connsiteX1" fmla="*/ 329390 w 609600"/>
                <a:gd name="connsiteY1" fmla="*/ 659962 h 711200"/>
                <a:gd name="connsiteX2" fmla="*/ 303990 w 609600"/>
                <a:gd name="connsiteY2" fmla="*/ 634562 h 711200"/>
                <a:gd name="connsiteX3" fmla="*/ 278590 w 609600"/>
                <a:gd name="connsiteY3" fmla="*/ 609162 h 711200"/>
                <a:gd name="connsiteX4" fmla="*/ 253190 w 609600"/>
                <a:gd name="connsiteY4" fmla="*/ 583762 h 711200"/>
                <a:gd name="connsiteX5" fmla="*/ 227790 w 609600"/>
                <a:gd name="connsiteY5" fmla="*/ 558362 h 711200"/>
                <a:gd name="connsiteX6" fmla="*/ 202390 w 609600"/>
                <a:gd name="connsiteY6" fmla="*/ 532962 h 711200"/>
                <a:gd name="connsiteX7" fmla="*/ 227790 w 609600"/>
                <a:gd name="connsiteY7" fmla="*/ 507562 h 711200"/>
                <a:gd name="connsiteX8" fmla="*/ 253190 w 609600"/>
                <a:gd name="connsiteY8" fmla="*/ 482162 h 711200"/>
                <a:gd name="connsiteX9" fmla="*/ 227790 w 609600"/>
                <a:gd name="connsiteY9" fmla="*/ 456762 h 711200"/>
                <a:gd name="connsiteX10" fmla="*/ 202390 w 609600"/>
                <a:gd name="connsiteY10" fmla="*/ 405962 h 711200"/>
                <a:gd name="connsiteX11" fmla="*/ 176990 w 609600"/>
                <a:gd name="connsiteY11" fmla="*/ 355162 h 711200"/>
                <a:gd name="connsiteX12" fmla="*/ 151590 w 609600"/>
                <a:gd name="connsiteY12" fmla="*/ 329762 h 711200"/>
                <a:gd name="connsiteX13" fmla="*/ 126190 w 609600"/>
                <a:gd name="connsiteY13" fmla="*/ 304362 h 711200"/>
                <a:gd name="connsiteX14" fmla="*/ 100790 w 609600"/>
                <a:gd name="connsiteY14" fmla="*/ 355162 h 711200"/>
                <a:gd name="connsiteX15" fmla="*/ 75390 w 609600"/>
                <a:gd name="connsiteY15" fmla="*/ 405962 h 711200"/>
                <a:gd name="connsiteX16" fmla="*/ 49990 w 609600"/>
                <a:gd name="connsiteY16" fmla="*/ 380562 h 711200"/>
                <a:gd name="connsiteX17" fmla="*/ 24590 w 609600"/>
                <a:gd name="connsiteY17" fmla="*/ 355162 h 711200"/>
                <a:gd name="connsiteX18" fmla="*/ -810 w 609600"/>
                <a:gd name="connsiteY18" fmla="*/ 329762 h 711200"/>
                <a:gd name="connsiteX19" fmla="*/ 49990 w 609600"/>
                <a:gd name="connsiteY19" fmla="*/ 304362 h 711200"/>
                <a:gd name="connsiteX20" fmla="*/ 100790 w 609600"/>
                <a:gd name="connsiteY20" fmla="*/ 278962 h 711200"/>
                <a:gd name="connsiteX21" fmla="*/ 49990 w 609600"/>
                <a:gd name="connsiteY21" fmla="*/ 253562 h 711200"/>
                <a:gd name="connsiteX22" fmla="*/ -810 w 609600"/>
                <a:gd name="connsiteY22" fmla="*/ 253562 h 711200"/>
                <a:gd name="connsiteX23" fmla="*/ -810 w 609600"/>
                <a:gd name="connsiteY23" fmla="*/ 202762 h 711200"/>
                <a:gd name="connsiteX24" fmla="*/ 24590 w 609600"/>
                <a:gd name="connsiteY24" fmla="*/ 151962 h 711200"/>
                <a:gd name="connsiteX25" fmla="*/ 49990 w 609600"/>
                <a:gd name="connsiteY25" fmla="*/ 126562 h 711200"/>
                <a:gd name="connsiteX26" fmla="*/ 75390 w 609600"/>
                <a:gd name="connsiteY26" fmla="*/ 101162 h 711200"/>
                <a:gd name="connsiteX27" fmla="*/ 100790 w 609600"/>
                <a:gd name="connsiteY27" fmla="*/ 75762 h 711200"/>
                <a:gd name="connsiteX28" fmla="*/ 126190 w 609600"/>
                <a:gd name="connsiteY28" fmla="*/ 50362 h 711200"/>
                <a:gd name="connsiteX29" fmla="*/ 151590 w 609600"/>
                <a:gd name="connsiteY29" fmla="*/ 24962 h 711200"/>
                <a:gd name="connsiteX30" fmla="*/ 176990 w 609600"/>
                <a:gd name="connsiteY30" fmla="*/ -438 h 711200"/>
                <a:gd name="connsiteX31" fmla="*/ 202390 w 609600"/>
                <a:gd name="connsiteY31" fmla="*/ 50362 h 711200"/>
                <a:gd name="connsiteX32" fmla="*/ 202390 w 609600"/>
                <a:gd name="connsiteY32" fmla="*/ 101162 h 711200"/>
                <a:gd name="connsiteX33" fmla="*/ 253190 w 609600"/>
                <a:gd name="connsiteY33" fmla="*/ 101162 h 711200"/>
                <a:gd name="connsiteX34" fmla="*/ 303990 w 609600"/>
                <a:gd name="connsiteY34" fmla="*/ 126562 h 711200"/>
                <a:gd name="connsiteX35" fmla="*/ 278590 w 609600"/>
                <a:gd name="connsiteY35" fmla="*/ 151962 h 711200"/>
                <a:gd name="connsiteX36" fmla="*/ 253190 w 609600"/>
                <a:gd name="connsiteY36" fmla="*/ 177362 h 711200"/>
                <a:gd name="connsiteX37" fmla="*/ 227790 w 609600"/>
                <a:gd name="connsiteY37" fmla="*/ 202762 h 711200"/>
                <a:gd name="connsiteX38" fmla="*/ 202390 w 609600"/>
                <a:gd name="connsiteY38" fmla="*/ 253562 h 711200"/>
                <a:gd name="connsiteX39" fmla="*/ 227790 w 609600"/>
                <a:gd name="connsiteY39" fmla="*/ 304362 h 711200"/>
                <a:gd name="connsiteX40" fmla="*/ 253190 w 609600"/>
                <a:gd name="connsiteY40" fmla="*/ 278962 h 711200"/>
                <a:gd name="connsiteX41" fmla="*/ 278590 w 609600"/>
                <a:gd name="connsiteY41" fmla="*/ 253562 h 711200"/>
                <a:gd name="connsiteX42" fmla="*/ 303990 w 609600"/>
                <a:gd name="connsiteY42" fmla="*/ 304362 h 711200"/>
                <a:gd name="connsiteX43" fmla="*/ 303990 w 609600"/>
                <a:gd name="connsiteY43" fmla="*/ 355162 h 711200"/>
                <a:gd name="connsiteX44" fmla="*/ 354790 w 609600"/>
                <a:gd name="connsiteY44" fmla="*/ 355162 h 711200"/>
                <a:gd name="connsiteX45" fmla="*/ 405590 w 609600"/>
                <a:gd name="connsiteY45" fmla="*/ 380562 h 711200"/>
                <a:gd name="connsiteX46" fmla="*/ 481790 w 609600"/>
                <a:gd name="connsiteY46" fmla="*/ 405962 h 711200"/>
                <a:gd name="connsiteX47" fmla="*/ 557990 w 609600"/>
                <a:gd name="connsiteY47" fmla="*/ 380562 h 711200"/>
                <a:gd name="connsiteX48" fmla="*/ 583390 w 609600"/>
                <a:gd name="connsiteY48" fmla="*/ 355162 h 711200"/>
                <a:gd name="connsiteX49" fmla="*/ 608790 w 609600"/>
                <a:gd name="connsiteY49" fmla="*/ 380562 h 711200"/>
                <a:gd name="connsiteX50" fmla="*/ 583390 w 609600"/>
                <a:gd name="connsiteY50" fmla="*/ 405962 h 711200"/>
                <a:gd name="connsiteX51" fmla="*/ 557990 w 609600"/>
                <a:gd name="connsiteY51" fmla="*/ 431362 h 711200"/>
                <a:gd name="connsiteX52" fmla="*/ 481790 w 609600"/>
                <a:gd name="connsiteY52" fmla="*/ 456762 h 711200"/>
                <a:gd name="connsiteX53" fmla="*/ 405590 w 609600"/>
                <a:gd name="connsiteY53" fmla="*/ 456762 h 711200"/>
                <a:gd name="connsiteX54" fmla="*/ 405590 w 609600"/>
                <a:gd name="connsiteY54" fmla="*/ 507562 h 711200"/>
                <a:gd name="connsiteX55" fmla="*/ 380190 w 609600"/>
                <a:gd name="connsiteY55" fmla="*/ 558362 h 711200"/>
                <a:gd name="connsiteX56" fmla="*/ 354790 w 609600"/>
                <a:gd name="connsiteY56" fmla="*/ 609162 h 711200"/>
                <a:gd name="connsiteX57" fmla="*/ 380190 w 609600"/>
                <a:gd name="connsiteY57" fmla="*/ 659962 h 711200"/>
                <a:gd name="connsiteX58" fmla="*/ 405590 w 609600"/>
                <a:gd name="connsiteY58" fmla="*/ 634562 h 711200"/>
                <a:gd name="connsiteX59" fmla="*/ 430990 w 609600"/>
                <a:gd name="connsiteY59" fmla="*/ 609162 h 711200"/>
                <a:gd name="connsiteX60" fmla="*/ 456390 w 609600"/>
                <a:gd name="connsiteY60" fmla="*/ 634562 h 711200"/>
                <a:gd name="connsiteX61" fmla="*/ 481790 w 609600"/>
                <a:gd name="connsiteY61" fmla="*/ 659962 h 711200"/>
                <a:gd name="connsiteX62" fmla="*/ 507190 w 609600"/>
                <a:gd name="connsiteY62" fmla="*/ 685362 h 711200"/>
                <a:gd name="connsiteX63" fmla="*/ 430990 w 609600"/>
                <a:gd name="connsiteY63" fmla="*/ 710762 h 711200"/>
                <a:gd name="connsiteX64" fmla="*/ 354790 w 609600"/>
                <a:gd name="connsiteY64" fmla="*/ 685362 h 711200"/>
                <a:gd name="connsiteX65" fmla="*/ 354790 w 609600"/>
                <a:gd name="connsiteY65" fmla="*/ 532962 h 711200"/>
                <a:gd name="connsiteX66" fmla="*/ 329390 w 609600"/>
                <a:gd name="connsiteY66" fmla="*/ 507562 h 711200"/>
                <a:gd name="connsiteX67" fmla="*/ 303990 w 609600"/>
                <a:gd name="connsiteY67" fmla="*/ 532962 h 711200"/>
                <a:gd name="connsiteX68" fmla="*/ 329390 w 609600"/>
                <a:gd name="connsiteY68" fmla="*/ 558362 h 711200"/>
                <a:gd name="connsiteX69" fmla="*/ 354790 w 609600"/>
                <a:gd name="connsiteY69" fmla="*/ 532962 h 711200"/>
                <a:gd name="connsiteX70" fmla="*/ 303990 w 609600"/>
                <a:gd name="connsiteY70" fmla="*/ 405962 h 711200"/>
                <a:gd name="connsiteX71" fmla="*/ 278590 w 609600"/>
                <a:gd name="connsiteY71" fmla="*/ 355162 h 711200"/>
                <a:gd name="connsiteX72" fmla="*/ 253190 w 609600"/>
                <a:gd name="connsiteY72" fmla="*/ 405962 h 711200"/>
                <a:gd name="connsiteX73" fmla="*/ 278590 w 609600"/>
                <a:gd name="connsiteY73" fmla="*/ 456762 h 711200"/>
                <a:gd name="connsiteX74" fmla="*/ 303990 w 609600"/>
                <a:gd name="connsiteY74" fmla="*/ 405962 h 711200"/>
                <a:gd name="connsiteX75" fmla="*/ 405590 w 609600"/>
                <a:gd name="connsiteY75" fmla="*/ 431362 h 711200"/>
                <a:gd name="connsiteX76" fmla="*/ 380190 w 609600"/>
                <a:gd name="connsiteY76" fmla="*/ 405962 h 711200"/>
                <a:gd name="connsiteX77" fmla="*/ 354790 w 609600"/>
                <a:gd name="connsiteY77" fmla="*/ 431362 h 711200"/>
                <a:gd name="connsiteX78" fmla="*/ 380190 w 609600"/>
                <a:gd name="connsiteY78" fmla="*/ 456762 h 711200"/>
                <a:gd name="connsiteX79" fmla="*/ 405590 w 609600"/>
                <a:gd name="connsiteY79" fmla="*/ 431362 h 711200"/>
                <a:gd name="connsiteX80" fmla="*/ 202390 w 609600"/>
                <a:gd name="connsiteY80" fmla="*/ 177362 h 711200"/>
                <a:gd name="connsiteX81" fmla="*/ 126190 w 609600"/>
                <a:gd name="connsiteY81" fmla="*/ 151962 h 711200"/>
                <a:gd name="connsiteX82" fmla="*/ 49990 w 609600"/>
                <a:gd name="connsiteY82" fmla="*/ 177362 h 711200"/>
                <a:gd name="connsiteX83" fmla="*/ 126190 w 609600"/>
                <a:gd name="connsiteY83" fmla="*/ 202762 h 711200"/>
                <a:gd name="connsiteX84" fmla="*/ 202390 w 609600"/>
                <a:gd name="connsiteY84" fmla="*/ 177362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600" h="711200">
                  <a:moveTo>
                    <a:pt x="354790" y="685362"/>
                  </a:moveTo>
                  <a:cubicBezTo>
                    <a:pt x="354790" y="668852"/>
                    <a:pt x="345900" y="659962"/>
                    <a:pt x="329390" y="659962"/>
                  </a:cubicBezTo>
                  <a:cubicBezTo>
                    <a:pt x="312880" y="659962"/>
                    <a:pt x="303990" y="651072"/>
                    <a:pt x="303990" y="634562"/>
                  </a:cubicBezTo>
                  <a:cubicBezTo>
                    <a:pt x="303990" y="618052"/>
                    <a:pt x="295100" y="609162"/>
                    <a:pt x="278590" y="609162"/>
                  </a:cubicBezTo>
                  <a:cubicBezTo>
                    <a:pt x="262080" y="609162"/>
                    <a:pt x="253190" y="600272"/>
                    <a:pt x="253190" y="583762"/>
                  </a:cubicBezTo>
                  <a:cubicBezTo>
                    <a:pt x="253190" y="567252"/>
                    <a:pt x="244300" y="558362"/>
                    <a:pt x="227790" y="558362"/>
                  </a:cubicBezTo>
                  <a:cubicBezTo>
                    <a:pt x="211280" y="558362"/>
                    <a:pt x="202390" y="549472"/>
                    <a:pt x="202390" y="532962"/>
                  </a:cubicBezTo>
                  <a:cubicBezTo>
                    <a:pt x="202390" y="516452"/>
                    <a:pt x="211280" y="507562"/>
                    <a:pt x="227790" y="507562"/>
                  </a:cubicBezTo>
                  <a:cubicBezTo>
                    <a:pt x="244300" y="507562"/>
                    <a:pt x="253190" y="498672"/>
                    <a:pt x="253190" y="482162"/>
                  </a:cubicBezTo>
                  <a:cubicBezTo>
                    <a:pt x="253190" y="465652"/>
                    <a:pt x="244300" y="456762"/>
                    <a:pt x="227790" y="456762"/>
                  </a:cubicBezTo>
                  <a:cubicBezTo>
                    <a:pt x="206200" y="456762"/>
                    <a:pt x="202390" y="447872"/>
                    <a:pt x="202390" y="405962"/>
                  </a:cubicBezTo>
                  <a:cubicBezTo>
                    <a:pt x="202390" y="364052"/>
                    <a:pt x="198580" y="355162"/>
                    <a:pt x="176990" y="355162"/>
                  </a:cubicBezTo>
                  <a:cubicBezTo>
                    <a:pt x="160480" y="355162"/>
                    <a:pt x="151590" y="346272"/>
                    <a:pt x="151590" y="329762"/>
                  </a:cubicBezTo>
                  <a:cubicBezTo>
                    <a:pt x="151590" y="313252"/>
                    <a:pt x="142700" y="304362"/>
                    <a:pt x="126190" y="304362"/>
                  </a:cubicBezTo>
                  <a:cubicBezTo>
                    <a:pt x="104600" y="304362"/>
                    <a:pt x="100790" y="313252"/>
                    <a:pt x="100790" y="355162"/>
                  </a:cubicBezTo>
                  <a:cubicBezTo>
                    <a:pt x="100790" y="397072"/>
                    <a:pt x="96980" y="405962"/>
                    <a:pt x="75390" y="405962"/>
                  </a:cubicBezTo>
                  <a:cubicBezTo>
                    <a:pt x="58880" y="405962"/>
                    <a:pt x="49990" y="397072"/>
                    <a:pt x="49990" y="380562"/>
                  </a:cubicBezTo>
                  <a:cubicBezTo>
                    <a:pt x="49990" y="364052"/>
                    <a:pt x="41100" y="355162"/>
                    <a:pt x="24590" y="355162"/>
                  </a:cubicBezTo>
                  <a:cubicBezTo>
                    <a:pt x="8080" y="355162"/>
                    <a:pt x="-810" y="346272"/>
                    <a:pt x="-810" y="329762"/>
                  </a:cubicBezTo>
                  <a:cubicBezTo>
                    <a:pt x="-810" y="308172"/>
                    <a:pt x="8080" y="304362"/>
                    <a:pt x="49990" y="304362"/>
                  </a:cubicBezTo>
                  <a:cubicBezTo>
                    <a:pt x="91900" y="304362"/>
                    <a:pt x="100790" y="300552"/>
                    <a:pt x="100790" y="278962"/>
                  </a:cubicBezTo>
                  <a:cubicBezTo>
                    <a:pt x="100790" y="257372"/>
                    <a:pt x="91900" y="253562"/>
                    <a:pt x="49990" y="253562"/>
                  </a:cubicBezTo>
                  <a:lnTo>
                    <a:pt x="-810" y="253562"/>
                  </a:lnTo>
                  <a:lnTo>
                    <a:pt x="-810" y="202762"/>
                  </a:lnTo>
                  <a:cubicBezTo>
                    <a:pt x="-810" y="160852"/>
                    <a:pt x="3000" y="151962"/>
                    <a:pt x="24590" y="151962"/>
                  </a:cubicBezTo>
                  <a:cubicBezTo>
                    <a:pt x="41100" y="151962"/>
                    <a:pt x="49990" y="143072"/>
                    <a:pt x="49990" y="126562"/>
                  </a:cubicBezTo>
                  <a:cubicBezTo>
                    <a:pt x="49990" y="110052"/>
                    <a:pt x="58880" y="101162"/>
                    <a:pt x="75390" y="101162"/>
                  </a:cubicBezTo>
                  <a:cubicBezTo>
                    <a:pt x="91900" y="101162"/>
                    <a:pt x="100790" y="92272"/>
                    <a:pt x="100790" y="75762"/>
                  </a:cubicBezTo>
                  <a:cubicBezTo>
                    <a:pt x="100790" y="59252"/>
                    <a:pt x="109680" y="50362"/>
                    <a:pt x="126190" y="50362"/>
                  </a:cubicBezTo>
                  <a:cubicBezTo>
                    <a:pt x="142700" y="50362"/>
                    <a:pt x="151590" y="41472"/>
                    <a:pt x="151590" y="24962"/>
                  </a:cubicBezTo>
                  <a:cubicBezTo>
                    <a:pt x="151590" y="8452"/>
                    <a:pt x="160480" y="-438"/>
                    <a:pt x="176990" y="-438"/>
                  </a:cubicBezTo>
                  <a:cubicBezTo>
                    <a:pt x="198580" y="-438"/>
                    <a:pt x="202390" y="8452"/>
                    <a:pt x="202390" y="50362"/>
                  </a:cubicBezTo>
                  <a:lnTo>
                    <a:pt x="202390" y="101162"/>
                  </a:lnTo>
                  <a:lnTo>
                    <a:pt x="253190" y="101162"/>
                  </a:lnTo>
                  <a:cubicBezTo>
                    <a:pt x="295100" y="101162"/>
                    <a:pt x="303990" y="104972"/>
                    <a:pt x="303990" y="126562"/>
                  </a:cubicBezTo>
                  <a:cubicBezTo>
                    <a:pt x="303990" y="143072"/>
                    <a:pt x="295100" y="151962"/>
                    <a:pt x="278590" y="151962"/>
                  </a:cubicBezTo>
                  <a:cubicBezTo>
                    <a:pt x="262080" y="151962"/>
                    <a:pt x="253190" y="160852"/>
                    <a:pt x="253190" y="177362"/>
                  </a:cubicBezTo>
                  <a:cubicBezTo>
                    <a:pt x="253190" y="193872"/>
                    <a:pt x="244300" y="202762"/>
                    <a:pt x="227790" y="202762"/>
                  </a:cubicBezTo>
                  <a:cubicBezTo>
                    <a:pt x="206200" y="202762"/>
                    <a:pt x="202390" y="211652"/>
                    <a:pt x="202390" y="253562"/>
                  </a:cubicBezTo>
                  <a:cubicBezTo>
                    <a:pt x="202390" y="295472"/>
                    <a:pt x="206200" y="304362"/>
                    <a:pt x="227790" y="304362"/>
                  </a:cubicBezTo>
                  <a:cubicBezTo>
                    <a:pt x="244300" y="304362"/>
                    <a:pt x="253190" y="295472"/>
                    <a:pt x="253190" y="278962"/>
                  </a:cubicBezTo>
                  <a:cubicBezTo>
                    <a:pt x="253190" y="262452"/>
                    <a:pt x="262080" y="253562"/>
                    <a:pt x="278590" y="253562"/>
                  </a:cubicBezTo>
                  <a:cubicBezTo>
                    <a:pt x="300180" y="253562"/>
                    <a:pt x="303990" y="262452"/>
                    <a:pt x="303990" y="304362"/>
                  </a:cubicBezTo>
                  <a:lnTo>
                    <a:pt x="303990" y="355162"/>
                  </a:lnTo>
                  <a:lnTo>
                    <a:pt x="354790" y="355162"/>
                  </a:lnTo>
                  <a:cubicBezTo>
                    <a:pt x="396700" y="355162"/>
                    <a:pt x="405590" y="358972"/>
                    <a:pt x="405590" y="380562"/>
                  </a:cubicBezTo>
                  <a:cubicBezTo>
                    <a:pt x="405590" y="403422"/>
                    <a:pt x="414480" y="405962"/>
                    <a:pt x="481790" y="405962"/>
                  </a:cubicBezTo>
                  <a:cubicBezTo>
                    <a:pt x="549100" y="405962"/>
                    <a:pt x="557990" y="403422"/>
                    <a:pt x="557990" y="380562"/>
                  </a:cubicBezTo>
                  <a:cubicBezTo>
                    <a:pt x="557990" y="364052"/>
                    <a:pt x="566880" y="355162"/>
                    <a:pt x="583390" y="355162"/>
                  </a:cubicBezTo>
                  <a:cubicBezTo>
                    <a:pt x="599900" y="355162"/>
                    <a:pt x="608790" y="364052"/>
                    <a:pt x="608790" y="380562"/>
                  </a:cubicBezTo>
                  <a:cubicBezTo>
                    <a:pt x="608790" y="397072"/>
                    <a:pt x="599900" y="405962"/>
                    <a:pt x="583390" y="405962"/>
                  </a:cubicBezTo>
                  <a:cubicBezTo>
                    <a:pt x="566880" y="405962"/>
                    <a:pt x="557990" y="414852"/>
                    <a:pt x="557990" y="431362"/>
                  </a:cubicBezTo>
                  <a:cubicBezTo>
                    <a:pt x="557990" y="454222"/>
                    <a:pt x="549100" y="456762"/>
                    <a:pt x="481790" y="456762"/>
                  </a:cubicBezTo>
                  <a:lnTo>
                    <a:pt x="405590" y="456762"/>
                  </a:lnTo>
                  <a:lnTo>
                    <a:pt x="405590" y="507562"/>
                  </a:lnTo>
                  <a:cubicBezTo>
                    <a:pt x="405590" y="549472"/>
                    <a:pt x="401780" y="558362"/>
                    <a:pt x="380190" y="558362"/>
                  </a:cubicBezTo>
                  <a:cubicBezTo>
                    <a:pt x="358600" y="558362"/>
                    <a:pt x="354790" y="567252"/>
                    <a:pt x="354790" y="609162"/>
                  </a:cubicBezTo>
                  <a:cubicBezTo>
                    <a:pt x="354790" y="651072"/>
                    <a:pt x="358600" y="659962"/>
                    <a:pt x="380190" y="659962"/>
                  </a:cubicBezTo>
                  <a:cubicBezTo>
                    <a:pt x="396700" y="659962"/>
                    <a:pt x="405590" y="651072"/>
                    <a:pt x="405590" y="634562"/>
                  </a:cubicBezTo>
                  <a:cubicBezTo>
                    <a:pt x="405590" y="618052"/>
                    <a:pt x="414480" y="609162"/>
                    <a:pt x="430990" y="609162"/>
                  </a:cubicBezTo>
                  <a:cubicBezTo>
                    <a:pt x="447500" y="609162"/>
                    <a:pt x="456390" y="618052"/>
                    <a:pt x="456390" y="634562"/>
                  </a:cubicBezTo>
                  <a:cubicBezTo>
                    <a:pt x="456390" y="651072"/>
                    <a:pt x="465280" y="659962"/>
                    <a:pt x="481790" y="659962"/>
                  </a:cubicBezTo>
                  <a:cubicBezTo>
                    <a:pt x="498300" y="659962"/>
                    <a:pt x="507190" y="668852"/>
                    <a:pt x="507190" y="685362"/>
                  </a:cubicBezTo>
                  <a:cubicBezTo>
                    <a:pt x="507190" y="708222"/>
                    <a:pt x="498300" y="710762"/>
                    <a:pt x="430990" y="710762"/>
                  </a:cubicBezTo>
                  <a:cubicBezTo>
                    <a:pt x="363680" y="710762"/>
                    <a:pt x="354790" y="708222"/>
                    <a:pt x="354790" y="685362"/>
                  </a:cubicBezTo>
                  <a:close/>
                  <a:moveTo>
                    <a:pt x="354790" y="532962"/>
                  </a:moveTo>
                  <a:cubicBezTo>
                    <a:pt x="354790" y="516452"/>
                    <a:pt x="345900" y="507562"/>
                    <a:pt x="329390" y="507562"/>
                  </a:cubicBezTo>
                  <a:cubicBezTo>
                    <a:pt x="312880" y="507562"/>
                    <a:pt x="303990" y="516452"/>
                    <a:pt x="303990" y="532962"/>
                  </a:cubicBezTo>
                  <a:cubicBezTo>
                    <a:pt x="303990" y="549472"/>
                    <a:pt x="312880" y="558362"/>
                    <a:pt x="329390" y="558362"/>
                  </a:cubicBezTo>
                  <a:cubicBezTo>
                    <a:pt x="345900" y="558362"/>
                    <a:pt x="354790" y="549472"/>
                    <a:pt x="354790" y="532962"/>
                  </a:cubicBezTo>
                  <a:close/>
                  <a:moveTo>
                    <a:pt x="303990" y="405962"/>
                  </a:moveTo>
                  <a:cubicBezTo>
                    <a:pt x="303990" y="364052"/>
                    <a:pt x="300180" y="355162"/>
                    <a:pt x="278590" y="355162"/>
                  </a:cubicBezTo>
                  <a:cubicBezTo>
                    <a:pt x="257000" y="355162"/>
                    <a:pt x="253190" y="364052"/>
                    <a:pt x="253190" y="405962"/>
                  </a:cubicBezTo>
                  <a:cubicBezTo>
                    <a:pt x="253190" y="447872"/>
                    <a:pt x="257000" y="456762"/>
                    <a:pt x="278590" y="456762"/>
                  </a:cubicBezTo>
                  <a:cubicBezTo>
                    <a:pt x="300180" y="456762"/>
                    <a:pt x="303990" y="447872"/>
                    <a:pt x="303990" y="405962"/>
                  </a:cubicBezTo>
                  <a:close/>
                  <a:moveTo>
                    <a:pt x="405590" y="431362"/>
                  </a:moveTo>
                  <a:cubicBezTo>
                    <a:pt x="405590" y="414852"/>
                    <a:pt x="396700" y="405962"/>
                    <a:pt x="380190" y="405962"/>
                  </a:cubicBezTo>
                  <a:cubicBezTo>
                    <a:pt x="363680" y="405962"/>
                    <a:pt x="354790" y="414852"/>
                    <a:pt x="354790" y="431362"/>
                  </a:cubicBezTo>
                  <a:cubicBezTo>
                    <a:pt x="354790" y="447872"/>
                    <a:pt x="363680" y="456762"/>
                    <a:pt x="380190" y="456762"/>
                  </a:cubicBezTo>
                  <a:cubicBezTo>
                    <a:pt x="396700" y="456762"/>
                    <a:pt x="405590" y="447872"/>
                    <a:pt x="405590" y="431362"/>
                  </a:cubicBezTo>
                  <a:close/>
                  <a:moveTo>
                    <a:pt x="202390" y="177362"/>
                  </a:moveTo>
                  <a:cubicBezTo>
                    <a:pt x="202390" y="154502"/>
                    <a:pt x="193500" y="151962"/>
                    <a:pt x="126190" y="151962"/>
                  </a:cubicBezTo>
                  <a:cubicBezTo>
                    <a:pt x="58880" y="151962"/>
                    <a:pt x="49990" y="154502"/>
                    <a:pt x="49990" y="177362"/>
                  </a:cubicBezTo>
                  <a:cubicBezTo>
                    <a:pt x="49990" y="200222"/>
                    <a:pt x="58880" y="202762"/>
                    <a:pt x="126190" y="202762"/>
                  </a:cubicBezTo>
                  <a:cubicBezTo>
                    <a:pt x="193500" y="202762"/>
                    <a:pt x="202390" y="200222"/>
                    <a:pt x="202390" y="17736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4" name="手繪多邊形 43">
              <a:extLst>
                <a:ext uri="{FF2B5EF4-FFF2-40B4-BE49-F238E27FC236}">
                  <a16:creationId xmlns:a16="http://schemas.microsoft.com/office/drawing/2014/main" id="{F23EFE68-231D-051B-D4C0-C41174D80A7C}"/>
                </a:ext>
              </a:extLst>
            </p:cNvPr>
            <p:cNvSpPr/>
            <p:nvPr/>
          </p:nvSpPr>
          <p:spPr>
            <a:xfrm flipV="1">
              <a:off x="3773714" y="3309257"/>
              <a:ext cx="152400" cy="203200"/>
            </a:xfrm>
            <a:custGeom>
              <a:avLst/>
              <a:gdLst>
                <a:gd name="connsiteX0" fmla="*/ 50404 w 152400"/>
                <a:gd name="connsiteY0" fmla="*/ 177186 h 203200"/>
                <a:gd name="connsiteX1" fmla="*/ 25004 w 152400"/>
                <a:gd name="connsiteY1" fmla="*/ 151786 h 203200"/>
                <a:gd name="connsiteX2" fmla="*/ -396 w 152400"/>
                <a:gd name="connsiteY2" fmla="*/ 126386 h 203200"/>
                <a:gd name="connsiteX3" fmla="*/ 25004 w 152400"/>
                <a:gd name="connsiteY3" fmla="*/ 100986 h 203200"/>
                <a:gd name="connsiteX4" fmla="*/ 50404 w 152400"/>
                <a:gd name="connsiteY4" fmla="*/ 75586 h 203200"/>
                <a:gd name="connsiteX5" fmla="*/ 75804 w 152400"/>
                <a:gd name="connsiteY5" fmla="*/ 50186 h 203200"/>
                <a:gd name="connsiteX6" fmla="*/ 101204 w 152400"/>
                <a:gd name="connsiteY6" fmla="*/ 24786 h 203200"/>
                <a:gd name="connsiteX7" fmla="*/ 126604 w 152400"/>
                <a:gd name="connsiteY7" fmla="*/ -614 h 203200"/>
                <a:gd name="connsiteX8" fmla="*/ 152004 w 152400"/>
                <a:gd name="connsiteY8" fmla="*/ 24786 h 203200"/>
                <a:gd name="connsiteX9" fmla="*/ 126604 w 152400"/>
                <a:gd name="connsiteY9" fmla="*/ 50186 h 203200"/>
                <a:gd name="connsiteX10" fmla="*/ 101204 w 152400"/>
                <a:gd name="connsiteY10" fmla="*/ 126386 h 203200"/>
                <a:gd name="connsiteX11" fmla="*/ 75804 w 152400"/>
                <a:gd name="connsiteY11" fmla="*/ 202586 h 203200"/>
                <a:gd name="connsiteX12" fmla="*/ 50404 w 152400"/>
                <a:gd name="connsiteY12" fmla="*/ 177186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2400" h="203200">
                  <a:moveTo>
                    <a:pt x="50404" y="177186"/>
                  </a:moveTo>
                  <a:cubicBezTo>
                    <a:pt x="50404" y="160676"/>
                    <a:pt x="41514" y="151786"/>
                    <a:pt x="25004" y="151786"/>
                  </a:cubicBezTo>
                  <a:cubicBezTo>
                    <a:pt x="8494" y="151786"/>
                    <a:pt x="-396" y="142896"/>
                    <a:pt x="-396" y="126386"/>
                  </a:cubicBezTo>
                  <a:cubicBezTo>
                    <a:pt x="-396" y="109876"/>
                    <a:pt x="8494" y="100986"/>
                    <a:pt x="25004" y="100986"/>
                  </a:cubicBezTo>
                  <a:cubicBezTo>
                    <a:pt x="41514" y="100986"/>
                    <a:pt x="50404" y="92096"/>
                    <a:pt x="50404" y="75586"/>
                  </a:cubicBezTo>
                  <a:cubicBezTo>
                    <a:pt x="50404" y="59076"/>
                    <a:pt x="59294" y="50186"/>
                    <a:pt x="75804" y="50186"/>
                  </a:cubicBezTo>
                  <a:cubicBezTo>
                    <a:pt x="92314" y="50186"/>
                    <a:pt x="101204" y="41296"/>
                    <a:pt x="101204" y="24786"/>
                  </a:cubicBezTo>
                  <a:cubicBezTo>
                    <a:pt x="101204" y="8276"/>
                    <a:pt x="110094" y="-614"/>
                    <a:pt x="126604" y="-614"/>
                  </a:cubicBezTo>
                  <a:cubicBezTo>
                    <a:pt x="143114" y="-614"/>
                    <a:pt x="152004" y="8276"/>
                    <a:pt x="152004" y="24786"/>
                  </a:cubicBezTo>
                  <a:cubicBezTo>
                    <a:pt x="152004" y="41296"/>
                    <a:pt x="143114" y="50186"/>
                    <a:pt x="126604" y="50186"/>
                  </a:cubicBezTo>
                  <a:cubicBezTo>
                    <a:pt x="103744" y="50186"/>
                    <a:pt x="101204" y="59076"/>
                    <a:pt x="101204" y="126386"/>
                  </a:cubicBezTo>
                  <a:cubicBezTo>
                    <a:pt x="101204" y="193696"/>
                    <a:pt x="98664" y="202586"/>
                    <a:pt x="75804" y="202586"/>
                  </a:cubicBezTo>
                  <a:cubicBezTo>
                    <a:pt x="59294" y="202586"/>
                    <a:pt x="50404" y="193696"/>
                    <a:pt x="50404" y="177186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5" name="手繪多邊形 44">
              <a:extLst>
                <a:ext uri="{FF2B5EF4-FFF2-40B4-BE49-F238E27FC236}">
                  <a16:creationId xmlns:a16="http://schemas.microsoft.com/office/drawing/2014/main" id="{84180A34-ED12-FD86-D6E7-E45CEC712594}"/>
                </a:ext>
              </a:extLst>
            </p:cNvPr>
            <p:cNvSpPr/>
            <p:nvPr/>
          </p:nvSpPr>
          <p:spPr>
            <a:xfrm flipV="1">
              <a:off x="3418114" y="3410857"/>
              <a:ext cx="101600" cy="101600"/>
            </a:xfrm>
            <a:custGeom>
              <a:avLst/>
              <a:gdLst>
                <a:gd name="connsiteX0" fmla="*/ 50674 w 101600"/>
                <a:gd name="connsiteY0" fmla="*/ 75630 h 101600"/>
                <a:gd name="connsiteX1" fmla="*/ 25274 w 101600"/>
                <a:gd name="connsiteY1" fmla="*/ 50230 h 101600"/>
                <a:gd name="connsiteX2" fmla="*/ -126 w 101600"/>
                <a:gd name="connsiteY2" fmla="*/ 24830 h 101600"/>
                <a:gd name="connsiteX3" fmla="*/ 25274 w 101600"/>
                <a:gd name="connsiteY3" fmla="*/ -570 h 101600"/>
                <a:gd name="connsiteX4" fmla="*/ 50674 w 101600"/>
                <a:gd name="connsiteY4" fmla="*/ 24830 h 101600"/>
                <a:gd name="connsiteX5" fmla="*/ 76074 w 101600"/>
                <a:gd name="connsiteY5" fmla="*/ 50230 h 101600"/>
                <a:gd name="connsiteX6" fmla="*/ 101474 w 101600"/>
                <a:gd name="connsiteY6" fmla="*/ 75630 h 101600"/>
                <a:gd name="connsiteX7" fmla="*/ 76074 w 101600"/>
                <a:gd name="connsiteY7" fmla="*/ 101030 h 101600"/>
                <a:gd name="connsiteX8" fmla="*/ 50674 w 101600"/>
                <a:gd name="connsiteY8" fmla="*/ 7563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600" h="101600">
                  <a:moveTo>
                    <a:pt x="50674" y="75630"/>
                  </a:moveTo>
                  <a:cubicBezTo>
                    <a:pt x="50674" y="59120"/>
                    <a:pt x="41784" y="50230"/>
                    <a:pt x="25274" y="50230"/>
                  </a:cubicBezTo>
                  <a:cubicBezTo>
                    <a:pt x="8764" y="50230"/>
                    <a:pt x="-126" y="41340"/>
                    <a:pt x="-126" y="24830"/>
                  </a:cubicBezTo>
                  <a:cubicBezTo>
                    <a:pt x="-126" y="8320"/>
                    <a:pt x="8764" y="-570"/>
                    <a:pt x="25274" y="-570"/>
                  </a:cubicBezTo>
                  <a:cubicBezTo>
                    <a:pt x="41784" y="-570"/>
                    <a:pt x="50674" y="8320"/>
                    <a:pt x="50674" y="24830"/>
                  </a:cubicBezTo>
                  <a:cubicBezTo>
                    <a:pt x="50674" y="41340"/>
                    <a:pt x="59564" y="50230"/>
                    <a:pt x="76074" y="50230"/>
                  </a:cubicBezTo>
                  <a:cubicBezTo>
                    <a:pt x="92584" y="50230"/>
                    <a:pt x="101474" y="59120"/>
                    <a:pt x="101474" y="75630"/>
                  </a:cubicBezTo>
                  <a:cubicBezTo>
                    <a:pt x="101474" y="92140"/>
                    <a:pt x="92584" y="101030"/>
                    <a:pt x="76074" y="101030"/>
                  </a:cubicBezTo>
                  <a:cubicBezTo>
                    <a:pt x="59564" y="101030"/>
                    <a:pt x="50674" y="92140"/>
                    <a:pt x="50674" y="7563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6" name="手繪多邊形 45">
              <a:extLst>
                <a:ext uri="{FF2B5EF4-FFF2-40B4-BE49-F238E27FC236}">
                  <a16:creationId xmlns:a16="http://schemas.microsoft.com/office/drawing/2014/main" id="{7EA73A24-54CC-E73E-9AD2-9CBF16928FDD}"/>
                </a:ext>
              </a:extLst>
            </p:cNvPr>
            <p:cNvSpPr/>
            <p:nvPr/>
          </p:nvSpPr>
          <p:spPr>
            <a:xfrm flipV="1">
              <a:off x="3976914" y="3410857"/>
              <a:ext cx="50800" cy="152400"/>
            </a:xfrm>
            <a:custGeom>
              <a:avLst/>
              <a:gdLst>
                <a:gd name="connsiteX0" fmla="*/ -504 w 50800"/>
                <a:gd name="connsiteY0" fmla="*/ 75652 h 152400"/>
                <a:gd name="connsiteX1" fmla="*/ 24896 w 50800"/>
                <a:gd name="connsiteY1" fmla="*/ -548 h 152400"/>
                <a:gd name="connsiteX2" fmla="*/ 50296 w 50800"/>
                <a:gd name="connsiteY2" fmla="*/ 75652 h 152400"/>
                <a:gd name="connsiteX3" fmla="*/ 24896 w 50800"/>
                <a:gd name="connsiteY3" fmla="*/ 151852 h 152400"/>
                <a:gd name="connsiteX4" fmla="*/ -504 w 50800"/>
                <a:gd name="connsiteY4" fmla="*/ 7565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152400">
                  <a:moveTo>
                    <a:pt x="-504" y="75652"/>
                  </a:moveTo>
                  <a:cubicBezTo>
                    <a:pt x="-504" y="8342"/>
                    <a:pt x="2036" y="-548"/>
                    <a:pt x="24896" y="-548"/>
                  </a:cubicBezTo>
                  <a:cubicBezTo>
                    <a:pt x="47756" y="-548"/>
                    <a:pt x="50296" y="8342"/>
                    <a:pt x="50296" y="75652"/>
                  </a:cubicBezTo>
                  <a:cubicBezTo>
                    <a:pt x="50296" y="142962"/>
                    <a:pt x="47756" y="151852"/>
                    <a:pt x="24896" y="151852"/>
                  </a:cubicBezTo>
                  <a:cubicBezTo>
                    <a:pt x="2036" y="151852"/>
                    <a:pt x="-504" y="142962"/>
                    <a:pt x="-504" y="7565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7" name="手繪多邊形 46">
              <a:extLst>
                <a:ext uri="{FF2B5EF4-FFF2-40B4-BE49-F238E27FC236}">
                  <a16:creationId xmlns:a16="http://schemas.microsoft.com/office/drawing/2014/main" id="{F972C72C-8D31-B636-5F6C-83A14D8A13B0}"/>
                </a:ext>
              </a:extLst>
            </p:cNvPr>
            <p:cNvSpPr/>
            <p:nvPr/>
          </p:nvSpPr>
          <p:spPr>
            <a:xfrm flipV="1">
              <a:off x="3418114" y="3004457"/>
              <a:ext cx="50800" cy="101600"/>
            </a:xfrm>
            <a:custGeom>
              <a:avLst/>
              <a:gdLst>
                <a:gd name="connsiteX0" fmla="*/ -108 w 50800"/>
                <a:gd name="connsiteY0" fmla="*/ 49878 h 101600"/>
                <a:gd name="connsiteX1" fmla="*/ 25292 w 50800"/>
                <a:gd name="connsiteY1" fmla="*/ -922 h 101600"/>
                <a:gd name="connsiteX2" fmla="*/ 50692 w 50800"/>
                <a:gd name="connsiteY2" fmla="*/ 49878 h 101600"/>
                <a:gd name="connsiteX3" fmla="*/ 25292 w 50800"/>
                <a:gd name="connsiteY3" fmla="*/ 100678 h 101600"/>
                <a:gd name="connsiteX4" fmla="*/ -108 w 50800"/>
                <a:gd name="connsiteY4" fmla="*/ 49878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101600">
                  <a:moveTo>
                    <a:pt x="-108" y="49878"/>
                  </a:moveTo>
                  <a:cubicBezTo>
                    <a:pt x="-108" y="7968"/>
                    <a:pt x="3702" y="-922"/>
                    <a:pt x="25292" y="-922"/>
                  </a:cubicBezTo>
                  <a:cubicBezTo>
                    <a:pt x="46882" y="-922"/>
                    <a:pt x="50692" y="7968"/>
                    <a:pt x="50692" y="49878"/>
                  </a:cubicBezTo>
                  <a:cubicBezTo>
                    <a:pt x="50692" y="91788"/>
                    <a:pt x="46882" y="100678"/>
                    <a:pt x="25292" y="100678"/>
                  </a:cubicBezTo>
                  <a:cubicBezTo>
                    <a:pt x="3702" y="100678"/>
                    <a:pt x="-108" y="91788"/>
                    <a:pt x="-108" y="4987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8" name="手繪多邊形 47">
              <a:extLst>
                <a:ext uri="{FF2B5EF4-FFF2-40B4-BE49-F238E27FC236}">
                  <a16:creationId xmlns:a16="http://schemas.microsoft.com/office/drawing/2014/main" id="{E057E739-96A1-D0F5-1036-F95B3192BF71}"/>
                </a:ext>
              </a:extLst>
            </p:cNvPr>
            <p:cNvSpPr/>
            <p:nvPr/>
          </p:nvSpPr>
          <p:spPr>
            <a:xfrm flipV="1">
              <a:off x="3621314" y="3055257"/>
              <a:ext cx="50800" cy="50800"/>
            </a:xfrm>
            <a:custGeom>
              <a:avLst/>
              <a:gdLst>
                <a:gd name="connsiteX0" fmla="*/ -252 w 50800"/>
                <a:gd name="connsiteY0" fmla="*/ 24500 h 50800"/>
                <a:gd name="connsiteX1" fmla="*/ 25148 w 50800"/>
                <a:gd name="connsiteY1" fmla="*/ -900 h 50800"/>
                <a:gd name="connsiteX2" fmla="*/ 50548 w 50800"/>
                <a:gd name="connsiteY2" fmla="*/ 24500 h 50800"/>
                <a:gd name="connsiteX3" fmla="*/ 25148 w 50800"/>
                <a:gd name="connsiteY3" fmla="*/ 49900 h 50800"/>
                <a:gd name="connsiteX4" fmla="*/ -252 w 50800"/>
                <a:gd name="connsiteY4" fmla="*/ 24500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252" y="24500"/>
                  </a:moveTo>
                  <a:cubicBezTo>
                    <a:pt x="-252" y="7990"/>
                    <a:pt x="8638" y="-900"/>
                    <a:pt x="25148" y="-900"/>
                  </a:cubicBezTo>
                  <a:cubicBezTo>
                    <a:pt x="41658" y="-900"/>
                    <a:pt x="50548" y="7990"/>
                    <a:pt x="50548" y="24500"/>
                  </a:cubicBezTo>
                  <a:cubicBezTo>
                    <a:pt x="50548" y="41010"/>
                    <a:pt x="41658" y="49900"/>
                    <a:pt x="25148" y="49900"/>
                  </a:cubicBezTo>
                  <a:cubicBezTo>
                    <a:pt x="8638" y="49900"/>
                    <a:pt x="-252" y="41010"/>
                    <a:pt x="-252" y="2450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9" name="手繪多邊形 48">
              <a:extLst>
                <a:ext uri="{FF2B5EF4-FFF2-40B4-BE49-F238E27FC236}">
                  <a16:creationId xmlns:a16="http://schemas.microsoft.com/office/drawing/2014/main" id="{EF22BE3A-A226-16C1-A190-38BA2E2A343D}"/>
                </a:ext>
              </a:extLst>
            </p:cNvPr>
            <p:cNvSpPr/>
            <p:nvPr/>
          </p:nvSpPr>
          <p:spPr>
            <a:xfrm flipV="1">
              <a:off x="4535714" y="3055257"/>
              <a:ext cx="50800" cy="50800"/>
            </a:xfrm>
            <a:custGeom>
              <a:avLst/>
              <a:gdLst>
                <a:gd name="connsiteX0" fmla="*/ -900 w 50800"/>
                <a:gd name="connsiteY0" fmla="*/ 24500 h 50800"/>
                <a:gd name="connsiteX1" fmla="*/ 24500 w 50800"/>
                <a:gd name="connsiteY1" fmla="*/ -900 h 50800"/>
                <a:gd name="connsiteX2" fmla="*/ 49900 w 50800"/>
                <a:gd name="connsiteY2" fmla="*/ 24500 h 50800"/>
                <a:gd name="connsiteX3" fmla="*/ 24500 w 50800"/>
                <a:gd name="connsiteY3" fmla="*/ 49900 h 50800"/>
                <a:gd name="connsiteX4" fmla="*/ -900 w 50800"/>
                <a:gd name="connsiteY4" fmla="*/ 24500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900" y="24500"/>
                  </a:moveTo>
                  <a:cubicBezTo>
                    <a:pt x="-900" y="7990"/>
                    <a:pt x="7990" y="-900"/>
                    <a:pt x="24500" y="-900"/>
                  </a:cubicBezTo>
                  <a:cubicBezTo>
                    <a:pt x="41010" y="-900"/>
                    <a:pt x="49900" y="7990"/>
                    <a:pt x="49900" y="24500"/>
                  </a:cubicBezTo>
                  <a:cubicBezTo>
                    <a:pt x="49900" y="41010"/>
                    <a:pt x="41010" y="49900"/>
                    <a:pt x="24500" y="49900"/>
                  </a:cubicBezTo>
                  <a:cubicBezTo>
                    <a:pt x="7990" y="49900"/>
                    <a:pt x="-900" y="41010"/>
                    <a:pt x="-900" y="2450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0" name="手繪多邊形 49">
              <a:extLst>
                <a:ext uri="{FF2B5EF4-FFF2-40B4-BE49-F238E27FC236}">
                  <a16:creationId xmlns:a16="http://schemas.microsoft.com/office/drawing/2014/main" id="{68EBBDA8-216D-F396-4D8D-5307C530981C}"/>
                </a:ext>
              </a:extLst>
            </p:cNvPr>
            <p:cNvSpPr/>
            <p:nvPr/>
          </p:nvSpPr>
          <p:spPr>
            <a:xfrm flipV="1">
              <a:off x="5450114" y="3055257"/>
              <a:ext cx="50800" cy="50800"/>
            </a:xfrm>
            <a:custGeom>
              <a:avLst/>
              <a:gdLst>
                <a:gd name="connsiteX0" fmla="*/ -1548 w 50800"/>
                <a:gd name="connsiteY0" fmla="*/ 24500 h 50800"/>
                <a:gd name="connsiteX1" fmla="*/ 23852 w 50800"/>
                <a:gd name="connsiteY1" fmla="*/ -900 h 50800"/>
                <a:gd name="connsiteX2" fmla="*/ 49252 w 50800"/>
                <a:gd name="connsiteY2" fmla="*/ 24500 h 50800"/>
                <a:gd name="connsiteX3" fmla="*/ 23852 w 50800"/>
                <a:gd name="connsiteY3" fmla="*/ 49900 h 50800"/>
                <a:gd name="connsiteX4" fmla="*/ -1548 w 50800"/>
                <a:gd name="connsiteY4" fmla="*/ 24500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548" y="24500"/>
                  </a:moveTo>
                  <a:cubicBezTo>
                    <a:pt x="-1548" y="7990"/>
                    <a:pt x="7342" y="-900"/>
                    <a:pt x="23852" y="-900"/>
                  </a:cubicBezTo>
                  <a:cubicBezTo>
                    <a:pt x="40362" y="-900"/>
                    <a:pt x="49252" y="7990"/>
                    <a:pt x="49252" y="24500"/>
                  </a:cubicBezTo>
                  <a:cubicBezTo>
                    <a:pt x="49252" y="41010"/>
                    <a:pt x="40362" y="49900"/>
                    <a:pt x="23852" y="49900"/>
                  </a:cubicBezTo>
                  <a:cubicBezTo>
                    <a:pt x="7342" y="49900"/>
                    <a:pt x="-1548" y="41010"/>
                    <a:pt x="-1548" y="2450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1" name="手繪多邊形 50">
              <a:extLst>
                <a:ext uri="{FF2B5EF4-FFF2-40B4-BE49-F238E27FC236}">
                  <a16:creationId xmlns:a16="http://schemas.microsoft.com/office/drawing/2014/main" id="{2144A568-DE8F-1B80-B338-76D972A0AC4C}"/>
                </a:ext>
              </a:extLst>
            </p:cNvPr>
            <p:cNvSpPr/>
            <p:nvPr/>
          </p:nvSpPr>
          <p:spPr>
            <a:xfrm flipV="1">
              <a:off x="5043714" y="3715657"/>
              <a:ext cx="50800" cy="50800"/>
            </a:xfrm>
            <a:custGeom>
              <a:avLst/>
              <a:gdLst>
                <a:gd name="connsiteX0" fmla="*/ -1260 w 50800"/>
                <a:gd name="connsiteY0" fmla="*/ 25072 h 50800"/>
                <a:gd name="connsiteX1" fmla="*/ 24140 w 50800"/>
                <a:gd name="connsiteY1" fmla="*/ -328 h 50800"/>
                <a:gd name="connsiteX2" fmla="*/ 49540 w 50800"/>
                <a:gd name="connsiteY2" fmla="*/ 25072 h 50800"/>
                <a:gd name="connsiteX3" fmla="*/ 24140 w 50800"/>
                <a:gd name="connsiteY3" fmla="*/ 50472 h 50800"/>
                <a:gd name="connsiteX4" fmla="*/ -1260 w 50800"/>
                <a:gd name="connsiteY4" fmla="*/ 25072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260" y="25072"/>
                  </a:moveTo>
                  <a:cubicBezTo>
                    <a:pt x="-1260" y="8562"/>
                    <a:pt x="7630" y="-328"/>
                    <a:pt x="24140" y="-328"/>
                  </a:cubicBezTo>
                  <a:cubicBezTo>
                    <a:pt x="40650" y="-328"/>
                    <a:pt x="49540" y="8562"/>
                    <a:pt x="49540" y="25072"/>
                  </a:cubicBezTo>
                  <a:cubicBezTo>
                    <a:pt x="49540" y="41582"/>
                    <a:pt x="40650" y="50472"/>
                    <a:pt x="24140" y="50472"/>
                  </a:cubicBezTo>
                  <a:cubicBezTo>
                    <a:pt x="7630" y="50472"/>
                    <a:pt x="-1260" y="41582"/>
                    <a:pt x="-1260" y="2507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2" name="手繪多邊形 51">
              <a:extLst>
                <a:ext uri="{FF2B5EF4-FFF2-40B4-BE49-F238E27FC236}">
                  <a16:creationId xmlns:a16="http://schemas.microsoft.com/office/drawing/2014/main" id="{71A35692-80D9-6EE8-3AB8-679B591489E0}"/>
                </a:ext>
              </a:extLst>
            </p:cNvPr>
            <p:cNvSpPr/>
            <p:nvPr/>
          </p:nvSpPr>
          <p:spPr>
            <a:xfrm flipV="1">
              <a:off x="4535714" y="3969657"/>
              <a:ext cx="50800" cy="50800"/>
            </a:xfrm>
            <a:custGeom>
              <a:avLst/>
              <a:gdLst>
                <a:gd name="connsiteX0" fmla="*/ -900 w 50800"/>
                <a:gd name="connsiteY0" fmla="*/ 25292 h 50800"/>
                <a:gd name="connsiteX1" fmla="*/ 24500 w 50800"/>
                <a:gd name="connsiteY1" fmla="*/ -108 h 50800"/>
                <a:gd name="connsiteX2" fmla="*/ 49900 w 50800"/>
                <a:gd name="connsiteY2" fmla="*/ 25292 h 50800"/>
                <a:gd name="connsiteX3" fmla="*/ 24500 w 50800"/>
                <a:gd name="connsiteY3" fmla="*/ 50692 h 50800"/>
                <a:gd name="connsiteX4" fmla="*/ -900 w 50800"/>
                <a:gd name="connsiteY4" fmla="*/ 25292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900" y="25292"/>
                  </a:moveTo>
                  <a:cubicBezTo>
                    <a:pt x="-900" y="8782"/>
                    <a:pt x="7990" y="-108"/>
                    <a:pt x="24500" y="-108"/>
                  </a:cubicBezTo>
                  <a:cubicBezTo>
                    <a:pt x="41010" y="-108"/>
                    <a:pt x="49900" y="8782"/>
                    <a:pt x="49900" y="25292"/>
                  </a:cubicBezTo>
                  <a:cubicBezTo>
                    <a:pt x="49900" y="41802"/>
                    <a:pt x="41010" y="50692"/>
                    <a:pt x="24500" y="50692"/>
                  </a:cubicBezTo>
                  <a:cubicBezTo>
                    <a:pt x="7990" y="50692"/>
                    <a:pt x="-900" y="41802"/>
                    <a:pt x="-900" y="2529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3" name="手繪多邊形 52">
              <a:extLst>
                <a:ext uri="{FF2B5EF4-FFF2-40B4-BE49-F238E27FC236}">
                  <a16:creationId xmlns:a16="http://schemas.microsoft.com/office/drawing/2014/main" id="{7A12CEC3-F64F-3BEB-DFAD-0E315799B645}"/>
                </a:ext>
              </a:extLst>
            </p:cNvPr>
            <p:cNvSpPr/>
            <p:nvPr/>
          </p:nvSpPr>
          <p:spPr>
            <a:xfrm flipV="1">
              <a:off x="5450114" y="3969657"/>
              <a:ext cx="50800" cy="50800"/>
            </a:xfrm>
            <a:custGeom>
              <a:avLst/>
              <a:gdLst>
                <a:gd name="connsiteX0" fmla="*/ -1548 w 50800"/>
                <a:gd name="connsiteY0" fmla="*/ 25292 h 50800"/>
                <a:gd name="connsiteX1" fmla="*/ 23852 w 50800"/>
                <a:gd name="connsiteY1" fmla="*/ -108 h 50800"/>
                <a:gd name="connsiteX2" fmla="*/ 49252 w 50800"/>
                <a:gd name="connsiteY2" fmla="*/ 25292 h 50800"/>
                <a:gd name="connsiteX3" fmla="*/ 23852 w 50800"/>
                <a:gd name="connsiteY3" fmla="*/ 50692 h 50800"/>
                <a:gd name="connsiteX4" fmla="*/ -1548 w 50800"/>
                <a:gd name="connsiteY4" fmla="*/ 25292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548" y="25292"/>
                  </a:moveTo>
                  <a:cubicBezTo>
                    <a:pt x="-1548" y="8782"/>
                    <a:pt x="7342" y="-108"/>
                    <a:pt x="23852" y="-108"/>
                  </a:cubicBezTo>
                  <a:cubicBezTo>
                    <a:pt x="40362" y="-108"/>
                    <a:pt x="49252" y="8782"/>
                    <a:pt x="49252" y="25292"/>
                  </a:cubicBezTo>
                  <a:cubicBezTo>
                    <a:pt x="49252" y="41802"/>
                    <a:pt x="40362" y="50692"/>
                    <a:pt x="23852" y="50692"/>
                  </a:cubicBezTo>
                  <a:cubicBezTo>
                    <a:pt x="7342" y="50692"/>
                    <a:pt x="-1548" y="41802"/>
                    <a:pt x="-1548" y="2529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4" name="手繪多邊形 53">
              <a:extLst>
                <a:ext uri="{FF2B5EF4-FFF2-40B4-BE49-F238E27FC236}">
                  <a16:creationId xmlns:a16="http://schemas.microsoft.com/office/drawing/2014/main" id="{6A62AE22-FDE7-36D4-2A0C-B6FADCF81B90}"/>
                </a:ext>
              </a:extLst>
            </p:cNvPr>
            <p:cNvSpPr/>
            <p:nvPr/>
          </p:nvSpPr>
          <p:spPr>
            <a:xfrm flipV="1">
              <a:off x="4688114" y="4122057"/>
              <a:ext cx="50800" cy="50800"/>
            </a:xfrm>
            <a:custGeom>
              <a:avLst/>
              <a:gdLst>
                <a:gd name="connsiteX0" fmla="*/ -1008 w 50800"/>
                <a:gd name="connsiteY0" fmla="*/ 25424 h 50800"/>
                <a:gd name="connsiteX1" fmla="*/ 24392 w 50800"/>
                <a:gd name="connsiteY1" fmla="*/ 24 h 50800"/>
                <a:gd name="connsiteX2" fmla="*/ 49792 w 50800"/>
                <a:gd name="connsiteY2" fmla="*/ 25424 h 50800"/>
                <a:gd name="connsiteX3" fmla="*/ 24392 w 50800"/>
                <a:gd name="connsiteY3" fmla="*/ 50824 h 50800"/>
                <a:gd name="connsiteX4" fmla="*/ -1008 w 50800"/>
                <a:gd name="connsiteY4" fmla="*/ 25424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008" y="25424"/>
                  </a:moveTo>
                  <a:cubicBezTo>
                    <a:pt x="-1008" y="8914"/>
                    <a:pt x="7882" y="24"/>
                    <a:pt x="24392" y="24"/>
                  </a:cubicBezTo>
                  <a:cubicBezTo>
                    <a:pt x="40902" y="24"/>
                    <a:pt x="49792" y="8914"/>
                    <a:pt x="49792" y="25424"/>
                  </a:cubicBezTo>
                  <a:cubicBezTo>
                    <a:pt x="49792" y="41934"/>
                    <a:pt x="40902" y="50824"/>
                    <a:pt x="24392" y="50824"/>
                  </a:cubicBezTo>
                  <a:cubicBezTo>
                    <a:pt x="7882" y="50824"/>
                    <a:pt x="-1008" y="41934"/>
                    <a:pt x="-1008" y="25424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5" name="手繪多邊形 54">
              <a:extLst>
                <a:ext uri="{FF2B5EF4-FFF2-40B4-BE49-F238E27FC236}">
                  <a16:creationId xmlns:a16="http://schemas.microsoft.com/office/drawing/2014/main" id="{D1E513B2-E6E6-632D-F728-FD2366F59931}"/>
                </a:ext>
              </a:extLst>
            </p:cNvPr>
            <p:cNvSpPr/>
            <p:nvPr/>
          </p:nvSpPr>
          <p:spPr>
            <a:xfrm flipV="1">
              <a:off x="4992914" y="1836057"/>
              <a:ext cx="101600" cy="152400"/>
            </a:xfrm>
            <a:custGeom>
              <a:avLst/>
              <a:gdLst>
                <a:gd name="connsiteX0" fmla="*/ 49558 w 101600"/>
                <a:gd name="connsiteY0" fmla="*/ 99688 h 152400"/>
                <a:gd name="connsiteX1" fmla="*/ 24158 w 101600"/>
                <a:gd name="connsiteY1" fmla="*/ 48888 h 152400"/>
                <a:gd name="connsiteX2" fmla="*/ -1242 w 101600"/>
                <a:gd name="connsiteY2" fmla="*/ 23488 h 152400"/>
                <a:gd name="connsiteX3" fmla="*/ 24158 w 101600"/>
                <a:gd name="connsiteY3" fmla="*/ -1912 h 152400"/>
                <a:gd name="connsiteX4" fmla="*/ 49558 w 101600"/>
                <a:gd name="connsiteY4" fmla="*/ 23488 h 152400"/>
                <a:gd name="connsiteX5" fmla="*/ 74958 w 101600"/>
                <a:gd name="connsiteY5" fmla="*/ 48888 h 152400"/>
                <a:gd name="connsiteX6" fmla="*/ 100358 w 101600"/>
                <a:gd name="connsiteY6" fmla="*/ 99688 h 152400"/>
                <a:gd name="connsiteX7" fmla="*/ 74958 w 101600"/>
                <a:gd name="connsiteY7" fmla="*/ 150488 h 152400"/>
                <a:gd name="connsiteX8" fmla="*/ 49558 w 101600"/>
                <a:gd name="connsiteY8" fmla="*/ 99688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600" h="152400">
                  <a:moveTo>
                    <a:pt x="49558" y="99688"/>
                  </a:moveTo>
                  <a:cubicBezTo>
                    <a:pt x="49558" y="57778"/>
                    <a:pt x="45748" y="48888"/>
                    <a:pt x="24158" y="48888"/>
                  </a:cubicBezTo>
                  <a:cubicBezTo>
                    <a:pt x="7648" y="48888"/>
                    <a:pt x="-1242" y="39998"/>
                    <a:pt x="-1242" y="23488"/>
                  </a:cubicBezTo>
                  <a:cubicBezTo>
                    <a:pt x="-1242" y="6978"/>
                    <a:pt x="7648" y="-1912"/>
                    <a:pt x="24158" y="-1912"/>
                  </a:cubicBezTo>
                  <a:cubicBezTo>
                    <a:pt x="40668" y="-1912"/>
                    <a:pt x="49558" y="6978"/>
                    <a:pt x="49558" y="23488"/>
                  </a:cubicBezTo>
                  <a:cubicBezTo>
                    <a:pt x="49558" y="39998"/>
                    <a:pt x="58448" y="48888"/>
                    <a:pt x="74958" y="48888"/>
                  </a:cubicBezTo>
                  <a:cubicBezTo>
                    <a:pt x="96548" y="48888"/>
                    <a:pt x="100358" y="57778"/>
                    <a:pt x="100358" y="99688"/>
                  </a:cubicBezTo>
                  <a:cubicBezTo>
                    <a:pt x="100358" y="141598"/>
                    <a:pt x="96548" y="150488"/>
                    <a:pt x="74958" y="150488"/>
                  </a:cubicBezTo>
                  <a:cubicBezTo>
                    <a:pt x="53368" y="150488"/>
                    <a:pt x="49558" y="141598"/>
                    <a:pt x="49558" y="9968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" name="手繪多邊形 55">
              <a:extLst>
                <a:ext uri="{FF2B5EF4-FFF2-40B4-BE49-F238E27FC236}">
                  <a16:creationId xmlns:a16="http://schemas.microsoft.com/office/drawing/2014/main" id="{F2B96CC3-931C-F9D9-0717-B215BE738F02}"/>
                </a:ext>
              </a:extLst>
            </p:cNvPr>
            <p:cNvSpPr/>
            <p:nvPr/>
          </p:nvSpPr>
          <p:spPr>
            <a:xfrm flipV="1">
              <a:off x="5246914" y="1836057"/>
              <a:ext cx="152400" cy="203200"/>
            </a:xfrm>
            <a:custGeom>
              <a:avLst/>
              <a:gdLst>
                <a:gd name="connsiteX0" fmla="*/ 100160 w 152400"/>
                <a:gd name="connsiteY0" fmla="*/ 175910 h 203200"/>
                <a:gd name="connsiteX1" fmla="*/ 49360 w 152400"/>
                <a:gd name="connsiteY1" fmla="*/ 150510 h 203200"/>
                <a:gd name="connsiteX2" fmla="*/ -1440 w 152400"/>
                <a:gd name="connsiteY2" fmla="*/ 125110 h 203200"/>
                <a:gd name="connsiteX3" fmla="*/ 23960 w 152400"/>
                <a:gd name="connsiteY3" fmla="*/ 99710 h 203200"/>
                <a:gd name="connsiteX4" fmla="*/ 49360 w 152400"/>
                <a:gd name="connsiteY4" fmla="*/ 48910 h 203200"/>
                <a:gd name="connsiteX5" fmla="*/ 74760 w 152400"/>
                <a:gd name="connsiteY5" fmla="*/ -1890 h 203200"/>
                <a:gd name="connsiteX6" fmla="*/ 100160 w 152400"/>
                <a:gd name="connsiteY6" fmla="*/ 23510 h 203200"/>
                <a:gd name="connsiteX7" fmla="*/ 125560 w 152400"/>
                <a:gd name="connsiteY7" fmla="*/ 48910 h 203200"/>
                <a:gd name="connsiteX8" fmla="*/ 150960 w 152400"/>
                <a:gd name="connsiteY8" fmla="*/ 125110 h 203200"/>
                <a:gd name="connsiteX9" fmla="*/ 125560 w 152400"/>
                <a:gd name="connsiteY9" fmla="*/ 201310 h 203200"/>
                <a:gd name="connsiteX10" fmla="*/ 100160 w 152400"/>
                <a:gd name="connsiteY10" fmla="*/ 17591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400" h="203200">
                  <a:moveTo>
                    <a:pt x="100160" y="175910"/>
                  </a:moveTo>
                  <a:cubicBezTo>
                    <a:pt x="100160" y="154320"/>
                    <a:pt x="91270" y="150510"/>
                    <a:pt x="49360" y="150510"/>
                  </a:cubicBezTo>
                  <a:cubicBezTo>
                    <a:pt x="7450" y="150510"/>
                    <a:pt x="-1440" y="146700"/>
                    <a:pt x="-1440" y="125110"/>
                  </a:cubicBezTo>
                  <a:cubicBezTo>
                    <a:pt x="-1440" y="108600"/>
                    <a:pt x="7450" y="99710"/>
                    <a:pt x="23960" y="99710"/>
                  </a:cubicBezTo>
                  <a:cubicBezTo>
                    <a:pt x="45550" y="99710"/>
                    <a:pt x="49360" y="90820"/>
                    <a:pt x="49360" y="48910"/>
                  </a:cubicBezTo>
                  <a:cubicBezTo>
                    <a:pt x="49360" y="7000"/>
                    <a:pt x="53170" y="-1890"/>
                    <a:pt x="74760" y="-1890"/>
                  </a:cubicBezTo>
                  <a:cubicBezTo>
                    <a:pt x="91270" y="-1890"/>
                    <a:pt x="100160" y="7000"/>
                    <a:pt x="100160" y="23510"/>
                  </a:cubicBezTo>
                  <a:cubicBezTo>
                    <a:pt x="100160" y="40020"/>
                    <a:pt x="109050" y="48910"/>
                    <a:pt x="125560" y="48910"/>
                  </a:cubicBezTo>
                  <a:cubicBezTo>
                    <a:pt x="148420" y="48910"/>
                    <a:pt x="150960" y="57800"/>
                    <a:pt x="150960" y="125110"/>
                  </a:cubicBezTo>
                  <a:cubicBezTo>
                    <a:pt x="150960" y="192420"/>
                    <a:pt x="148420" y="201310"/>
                    <a:pt x="125560" y="201310"/>
                  </a:cubicBezTo>
                  <a:cubicBezTo>
                    <a:pt x="109050" y="201310"/>
                    <a:pt x="100160" y="192420"/>
                    <a:pt x="100160" y="17591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" name="手繪多邊形 56">
              <a:extLst>
                <a:ext uri="{FF2B5EF4-FFF2-40B4-BE49-F238E27FC236}">
                  <a16:creationId xmlns:a16="http://schemas.microsoft.com/office/drawing/2014/main" id="{0608D681-EE1E-A78F-9133-0B9E6455F4F4}"/>
                </a:ext>
              </a:extLst>
            </p:cNvPr>
            <p:cNvSpPr/>
            <p:nvPr/>
          </p:nvSpPr>
          <p:spPr>
            <a:xfrm flipV="1">
              <a:off x="5450114" y="1836057"/>
              <a:ext cx="355600" cy="355600"/>
            </a:xfrm>
            <a:custGeom>
              <a:avLst/>
              <a:gdLst>
                <a:gd name="connsiteX0" fmla="*/ -1656 w 355600"/>
                <a:gd name="connsiteY0" fmla="*/ 175976 h 355600"/>
                <a:gd name="connsiteX1" fmla="*/ -1656 w 355600"/>
                <a:gd name="connsiteY1" fmla="*/ -1824 h 355600"/>
                <a:gd name="connsiteX2" fmla="*/ 176144 w 355600"/>
                <a:gd name="connsiteY2" fmla="*/ -1824 h 355600"/>
                <a:gd name="connsiteX3" fmla="*/ 353944 w 355600"/>
                <a:gd name="connsiteY3" fmla="*/ -1824 h 355600"/>
                <a:gd name="connsiteX4" fmla="*/ 353944 w 355600"/>
                <a:gd name="connsiteY4" fmla="*/ 175976 h 355600"/>
                <a:gd name="connsiteX5" fmla="*/ 353944 w 355600"/>
                <a:gd name="connsiteY5" fmla="*/ 353776 h 355600"/>
                <a:gd name="connsiteX6" fmla="*/ 176144 w 355600"/>
                <a:gd name="connsiteY6" fmla="*/ 353776 h 355600"/>
                <a:gd name="connsiteX7" fmla="*/ -1656 w 355600"/>
                <a:gd name="connsiteY7" fmla="*/ 353776 h 355600"/>
                <a:gd name="connsiteX8" fmla="*/ -1656 w 355600"/>
                <a:gd name="connsiteY8" fmla="*/ 175976 h 355600"/>
                <a:gd name="connsiteX9" fmla="*/ 303144 w 355600"/>
                <a:gd name="connsiteY9" fmla="*/ 175976 h 355600"/>
                <a:gd name="connsiteX10" fmla="*/ 303144 w 355600"/>
                <a:gd name="connsiteY10" fmla="*/ 48976 h 355600"/>
                <a:gd name="connsiteX11" fmla="*/ 176144 w 355600"/>
                <a:gd name="connsiteY11" fmla="*/ 48976 h 355600"/>
                <a:gd name="connsiteX12" fmla="*/ 49144 w 355600"/>
                <a:gd name="connsiteY12" fmla="*/ 48976 h 355600"/>
                <a:gd name="connsiteX13" fmla="*/ 49144 w 355600"/>
                <a:gd name="connsiteY13" fmla="*/ 175976 h 355600"/>
                <a:gd name="connsiteX14" fmla="*/ 49144 w 355600"/>
                <a:gd name="connsiteY14" fmla="*/ 302976 h 355600"/>
                <a:gd name="connsiteX15" fmla="*/ 176144 w 355600"/>
                <a:gd name="connsiteY15" fmla="*/ 302976 h 355600"/>
                <a:gd name="connsiteX16" fmla="*/ 303144 w 355600"/>
                <a:gd name="connsiteY16" fmla="*/ 302976 h 355600"/>
                <a:gd name="connsiteX17" fmla="*/ 303144 w 355600"/>
                <a:gd name="connsiteY17" fmla="*/ 175976 h 3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355600">
                  <a:moveTo>
                    <a:pt x="-1656" y="175976"/>
                  </a:moveTo>
                  <a:lnTo>
                    <a:pt x="-1656" y="-1824"/>
                  </a:lnTo>
                  <a:lnTo>
                    <a:pt x="176144" y="-1824"/>
                  </a:lnTo>
                  <a:lnTo>
                    <a:pt x="353944" y="-1824"/>
                  </a:lnTo>
                  <a:lnTo>
                    <a:pt x="353944" y="175976"/>
                  </a:lnTo>
                  <a:lnTo>
                    <a:pt x="353944" y="353776"/>
                  </a:lnTo>
                  <a:lnTo>
                    <a:pt x="176144" y="353776"/>
                  </a:lnTo>
                  <a:lnTo>
                    <a:pt x="-1656" y="353776"/>
                  </a:lnTo>
                  <a:lnTo>
                    <a:pt x="-1656" y="175976"/>
                  </a:lnTo>
                  <a:close/>
                  <a:moveTo>
                    <a:pt x="303144" y="175976"/>
                  </a:moveTo>
                  <a:lnTo>
                    <a:pt x="303144" y="48976"/>
                  </a:lnTo>
                  <a:lnTo>
                    <a:pt x="176144" y="48976"/>
                  </a:lnTo>
                  <a:lnTo>
                    <a:pt x="49144" y="48976"/>
                  </a:lnTo>
                  <a:lnTo>
                    <a:pt x="49144" y="175976"/>
                  </a:lnTo>
                  <a:lnTo>
                    <a:pt x="49144" y="302976"/>
                  </a:lnTo>
                  <a:lnTo>
                    <a:pt x="176144" y="302976"/>
                  </a:lnTo>
                  <a:lnTo>
                    <a:pt x="303144" y="302976"/>
                  </a:lnTo>
                  <a:lnTo>
                    <a:pt x="303144" y="175976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" name="手繪多邊形 57">
              <a:extLst>
                <a:ext uri="{FF2B5EF4-FFF2-40B4-BE49-F238E27FC236}">
                  <a16:creationId xmlns:a16="http://schemas.microsoft.com/office/drawing/2014/main" id="{95C81BA1-353E-0593-2317-4D782DEB6102}"/>
                </a:ext>
              </a:extLst>
            </p:cNvPr>
            <p:cNvSpPr/>
            <p:nvPr/>
          </p:nvSpPr>
          <p:spPr>
            <a:xfrm flipV="1">
              <a:off x="5551714" y="1937657"/>
              <a:ext cx="152400" cy="152400"/>
            </a:xfrm>
            <a:custGeom>
              <a:avLst/>
              <a:gdLst>
                <a:gd name="connsiteX0" fmla="*/ -1656 w 152400"/>
                <a:gd name="connsiteY0" fmla="*/ 74376 h 152400"/>
                <a:gd name="connsiteX1" fmla="*/ -1656 w 152400"/>
                <a:gd name="connsiteY1" fmla="*/ -1824 h 152400"/>
                <a:gd name="connsiteX2" fmla="*/ 74544 w 152400"/>
                <a:gd name="connsiteY2" fmla="*/ -1824 h 152400"/>
                <a:gd name="connsiteX3" fmla="*/ 150744 w 152400"/>
                <a:gd name="connsiteY3" fmla="*/ -1824 h 152400"/>
                <a:gd name="connsiteX4" fmla="*/ 150744 w 152400"/>
                <a:gd name="connsiteY4" fmla="*/ 74376 h 152400"/>
                <a:gd name="connsiteX5" fmla="*/ 150744 w 152400"/>
                <a:gd name="connsiteY5" fmla="*/ 150576 h 152400"/>
                <a:gd name="connsiteX6" fmla="*/ 74544 w 152400"/>
                <a:gd name="connsiteY6" fmla="*/ 150576 h 152400"/>
                <a:gd name="connsiteX7" fmla="*/ -1656 w 152400"/>
                <a:gd name="connsiteY7" fmla="*/ 150576 h 152400"/>
                <a:gd name="connsiteX8" fmla="*/ -1656 w 152400"/>
                <a:gd name="connsiteY8" fmla="*/ 7437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152400">
                  <a:moveTo>
                    <a:pt x="-1656" y="74376"/>
                  </a:moveTo>
                  <a:lnTo>
                    <a:pt x="-1656" y="-1824"/>
                  </a:lnTo>
                  <a:lnTo>
                    <a:pt x="74544" y="-1824"/>
                  </a:lnTo>
                  <a:lnTo>
                    <a:pt x="150744" y="-1824"/>
                  </a:lnTo>
                  <a:lnTo>
                    <a:pt x="150744" y="74376"/>
                  </a:lnTo>
                  <a:lnTo>
                    <a:pt x="150744" y="150576"/>
                  </a:lnTo>
                  <a:lnTo>
                    <a:pt x="74544" y="150576"/>
                  </a:lnTo>
                  <a:lnTo>
                    <a:pt x="-1656" y="150576"/>
                  </a:lnTo>
                  <a:lnTo>
                    <a:pt x="-1656" y="74376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" name="手繪多邊形 58">
              <a:extLst>
                <a:ext uri="{FF2B5EF4-FFF2-40B4-BE49-F238E27FC236}">
                  <a16:creationId xmlns:a16="http://schemas.microsoft.com/office/drawing/2014/main" id="{24AE094D-FB09-5E4B-43B2-2E3D09C20B5D}"/>
                </a:ext>
              </a:extLst>
            </p:cNvPr>
            <p:cNvSpPr/>
            <p:nvPr/>
          </p:nvSpPr>
          <p:spPr>
            <a:xfrm flipV="1">
              <a:off x="5348514" y="2140857"/>
              <a:ext cx="50800" cy="50800"/>
            </a:xfrm>
            <a:custGeom>
              <a:avLst/>
              <a:gdLst>
                <a:gd name="connsiteX0" fmla="*/ -1476 w 50800"/>
                <a:gd name="connsiteY0" fmla="*/ 23708 h 50800"/>
                <a:gd name="connsiteX1" fmla="*/ 23924 w 50800"/>
                <a:gd name="connsiteY1" fmla="*/ -1692 h 50800"/>
                <a:gd name="connsiteX2" fmla="*/ 49324 w 50800"/>
                <a:gd name="connsiteY2" fmla="*/ 23708 h 50800"/>
                <a:gd name="connsiteX3" fmla="*/ 23924 w 50800"/>
                <a:gd name="connsiteY3" fmla="*/ 49108 h 50800"/>
                <a:gd name="connsiteX4" fmla="*/ -1476 w 50800"/>
                <a:gd name="connsiteY4" fmla="*/ 23708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50800">
                  <a:moveTo>
                    <a:pt x="-1476" y="23708"/>
                  </a:moveTo>
                  <a:cubicBezTo>
                    <a:pt x="-1476" y="7198"/>
                    <a:pt x="7414" y="-1692"/>
                    <a:pt x="23924" y="-1692"/>
                  </a:cubicBezTo>
                  <a:cubicBezTo>
                    <a:pt x="40434" y="-1692"/>
                    <a:pt x="49324" y="7198"/>
                    <a:pt x="49324" y="23708"/>
                  </a:cubicBezTo>
                  <a:cubicBezTo>
                    <a:pt x="49324" y="40218"/>
                    <a:pt x="40434" y="49108"/>
                    <a:pt x="23924" y="49108"/>
                  </a:cubicBezTo>
                  <a:cubicBezTo>
                    <a:pt x="7414" y="49108"/>
                    <a:pt x="-1476" y="40218"/>
                    <a:pt x="-1476" y="2370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0" name="手繪多邊形 59">
              <a:extLst>
                <a:ext uri="{FF2B5EF4-FFF2-40B4-BE49-F238E27FC236}">
                  <a16:creationId xmlns:a16="http://schemas.microsoft.com/office/drawing/2014/main" id="{328B556A-CA41-7370-033D-5B1B70ECA901}"/>
                </a:ext>
              </a:extLst>
            </p:cNvPr>
            <p:cNvSpPr/>
            <p:nvPr/>
          </p:nvSpPr>
          <p:spPr>
            <a:xfrm flipV="1">
              <a:off x="3316514" y="2242457"/>
              <a:ext cx="152400" cy="101600"/>
            </a:xfrm>
            <a:custGeom>
              <a:avLst/>
              <a:gdLst>
                <a:gd name="connsiteX0" fmla="*/ 50728 w 152400"/>
                <a:gd name="connsiteY0" fmla="*/ 74618 h 101600"/>
                <a:gd name="connsiteX1" fmla="*/ 25328 w 152400"/>
                <a:gd name="connsiteY1" fmla="*/ 49218 h 101600"/>
                <a:gd name="connsiteX2" fmla="*/ -72 w 152400"/>
                <a:gd name="connsiteY2" fmla="*/ 23818 h 101600"/>
                <a:gd name="connsiteX3" fmla="*/ 25328 w 152400"/>
                <a:gd name="connsiteY3" fmla="*/ -1582 h 101600"/>
                <a:gd name="connsiteX4" fmla="*/ 50728 w 152400"/>
                <a:gd name="connsiteY4" fmla="*/ 23818 h 101600"/>
                <a:gd name="connsiteX5" fmla="*/ 101528 w 152400"/>
                <a:gd name="connsiteY5" fmla="*/ 49218 h 101600"/>
                <a:gd name="connsiteX6" fmla="*/ 152328 w 152400"/>
                <a:gd name="connsiteY6" fmla="*/ 74618 h 101600"/>
                <a:gd name="connsiteX7" fmla="*/ 101528 w 152400"/>
                <a:gd name="connsiteY7" fmla="*/ 100018 h 101600"/>
                <a:gd name="connsiteX8" fmla="*/ 50728 w 152400"/>
                <a:gd name="connsiteY8" fmla="*/ 74618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101600">
                  <a:moveTo>
                    <a:pt x="50728" y="74618"/>
                  </a:moveTo>
                  <a:cubicBezTo>
                    <a:pt x="50728" y="58108"/>
                    <a:pt x="41838" y="49218"/>
                    <a:pt x="25328" y="49218"/>
                  </a:cubicBezTo>
                  <a:cubicBezTo>
                    <a:pt x="8818" y="49218"/>
                    <a:pt x="-72" y="40328"/>
                    <a:pt x="-72" y="23818"/>
                  </a:cubicBezTo>
                  <a:cubicBezTo>
                    <a:pt x="-72" y="7308"/>
                    <a:pt x="8818" y="-1582"/>
                    <a:pt x="25328" y="-1582"/>
                  </a:cubicBezTo>
                  <a:cubicBezTo>
                    <a:pt x="41838" y="-1582"/>
                    <a:pt x="50728" y="7308"/>
                    <a:pt x="50728" y="23818"/>
                  </a:cubicBezTo>
                  <a:cubicBezTo>
                    <a:pt x="50728" y="45408"/>
                    <a:pt x="59618" y="49218"/>
                    <a:pt x="101528" y="49218"/>
                  </a:cubicBezTo>
                  <a:cubicBezTo>
                    <a:pt x="143438" y="49218"/>
                    <a:pt x="152328" y="53028"/>
                    <a:pt x="152328" y="74618"/>
                  </a:cubicBezTo>
                  <a:cubicBezTo>
                    <a:pt x="152328" y="96208"/>
                    <a:pt x="143438" y="100018"/>
                    <a:pt x="101528" y="100018"/>
                  </a:cubicBezTo>
                  <a:cubicBezTo>
                    <a:pt x="59618" y="100018"/>
                    <a:pt x="50728" y="96208"/>
                    <a:pt x="50728" y="74618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1" name="手繪多邊形 60">
              <a:extLst>
                <a:ext uri="{FF2B5EF4-FFF2-40B4-BE49-F238E27FC236}">
                  <a16:creationId xmlns:a16="http://schemas.microsoft.com/office/drawing/2014/main" id="{A6F475D7-C5D3-D205-F6FF-BCA61D1184E3}"/>
                </a:ext>
              </a:extLst>
            </p:cNvPr>
            <p:cNvSpPr/>
            <p:nvPr/>
          </p:nvSpPr>
          <p:spPr>
            <a:xfrm flipV="1">
              <a:off x="3316514" y="2547257"/>
              <a:ext cx="50800" cy="101600"/>
            </a:xfrm>
            <a:custGeom>
              <a:avLst/>
              <a:gdLst>
                <a:gd name="connsiteX0" fmla="*/ -36 w 50800"/>
                <a:gd name="connsiteY0" fmla="*/ 49482 h 101600"/>
                <a:gd name="connsiteX1" fmla="*/ 25364 w 50800"/>
                <a:gd name="connsiteY1" fmla="*/ -1318 h 101600"/>
                <a:gd name="connsiteX2" fmla="*/ 50764 w 50800"/>
                <a:gd name="connsiteY2" fmla="*/ 49482 h 101600"/>
                <a:gd name="connsiteX3" fmla="*/ 25364 w 50800"/>
                <a:gd name="connsiteY3" fmla="*/ 100282 h 101600"/>
                <a:gd name="connsiteX4" fmla="*/ -36 w 50800"/>
                <a:gd name="connsiteY4" fmla="*/ 49482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00" h="101600">
                  <a:moveTo>
                    <a:pt x="-36" y="49482"/>
                  </a:moveTo>
                  <a:cubicBezTo>
                    <a:pt x="-36" y="7572"/>
                    <a:pt x="3774" y="-1318"/>
                    <a:pt x="25364" y="-1318"/>
                  </a:cubicBezTo>
                  <a:cubicBezTo>
                    <a:pt x="46954" y="-1318"/>
                    <a:pt x="50764" y="7572"/>
                    <a:pt x="50764" y="49482"/>
                  </a:cubicBezTo>
                  <a:cubicBezTo>
                    <a:pt x="50764" y="91392"/>
                    <a:pt x="46954" y="100282"/>
                    <a:pt x="25364" y="100282"/>
                  </a:cubicBezTo>
                  <a:cubicBezTo>
                    <a:pt x="3774" y="100282"/>
                    <a:pt x="-36" y="91392"/>
                    <a:pt x="-36" y="4948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2" name="手繪多邊形 61">
              <a:extLst>
                <a:ext uri="{FF2B5EF4-FFF2-40B4-BE49-F238E27FC236}">
                  <a16:creationId xmlns:a16="http://schemas.microsoft.com/office/drawing/2014/main" id="{023E6758-1529-1A3A-A86A-0FF8B324EDA7}"/>
                </a:ext>
              </a:extLst>
            </p:cNvPr>
            <p:cNvSpPr/>
            <p:nvPr/>
          </p:nvSpPr>
          <p:spPr>
            <a:xfrm flipV="1">
              <a:off x="5500914" y="2801257"/>
              <a:ext cx="101600" cy="50800"/>
            </a:xfrm>
            <a:custGeom>
              <a:avLst/>
              <a:gdLst>
                <a:gd name="connsiteX0" fmla="*/ -1602 w 101600"/>
                <a:gd name="connsiteY0" fmla="*/ 24280 h 50800"/>
                <a:gd name="connsiteX1" fmla="*/ 49198 w 101600"/>
                <a:gd name="connsiteY1" fmla="*/ -1120 h 50800"/>
                <a:gd name="connsiteX2" fmla="*/ 99998 w 101600"/>
                <a:gd name="connsiteY2" fmla="*/ 24280 h 50800"/>
                <a:gd name="connsiteX3" fmla="*/ 49198 w 101600"/>
                <a:gd name="connsiteY3" fmla="*/ 49680 h 50800"/>
                <a:gd name="connsiteX4" fmla="*/ -1602 w 101600"/>
                <a:gd name="connsiteY4" fmla="*/ 24280 h 5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00" h="50800">
                  <a:moveTo>
                    <a:pt x="-1602" y="24280"/>
                  </a:moveTo>
                  <a:cubicBezTo>
                    <a:pt x="-1602" y="2690"/>
                    <a:pt x="7288" y="-1120"/>
                    <a:pt x="49198" y="-1120"/>
                  </a:cubicBezTo>
                  <a:cubicBezTo>
                    <a:pt x="91108" y="-1120"/>
                    <a:pt x="99998" y="2690"/>
                    <a:pt x="99998" y="24280"/>
                  </a:cubicBezTo>
                  <a:cubicBezTo>
                    <a:pt x="99998" y="45870"/>
                    <a:pt x="91108" y="49680"/>
                    <a:pt x="49198" y="49680"/>
                  </a:cubicBezTo>
                  <a:cubicBezTo>
                    <a:pt x="7288" y="49680"/>
                    <a:pt x="-1602" y="45870"/>
                    <a:pt x="-1602" y="24280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3" name="手繪多邊形 62">
              <a:extLst>
                <a:ext uri="{FF2B5EF4-FFF2-40B4-BE49-F238E27FC236}">
                  <a16:creationId xmlns:a16="http://schemas.microsoft.com/office/drawing/2014/main" id="{69EED693-F640-EE6E-828C-0834FC38BB8C}"/>
                </a:ext>
              </a:extLst>
            </p:cNvPr>
            <p:cNvSpPr/>
            <p:nvPr/>
          </p:nvSpPr>
          <p:spPr>
            <a:xfrm flipV="1">
              <a:off x="5704114" y="3766457"/>
              <a:ext cx="101600" cy="203200"/>
            </a:xfrm>
            <a:custGeom>
              <a:avLst/>
              <a:gdLst>
                <a:gd name="connsiteX0" fmla="*/ -1746 w 101600"/>
                <a:gd name="connsiteY0" fmla="*/ 126782 h 203200"/>
                <a:gd name="connsiteX1" fmla="*/ 23654 w 101600"/>
                <a:gd name="connsiteY1" fmla="*/ 50582 h 203200"/>
                <a:gd name="connsiteX2" fmla="*/ 49054 w 101600"/>
                <a:gd name="connsiteY2" fmla="*/ 25182 h 203200"/>
                <a:gd name="connsiteX3" fmla="*/ 74454 w 101600"/>
                <a:gd name="connsiteY3" fmla="*/ -218 h 203200"/>
                <a:gd name="connsiteX4" fmla="*/ 99854 w 101600"/>
                <a:gd name="connsiteY4" fmla="*/ 25182 h 203200"/>
                <a:gd name="connsiteX5" fmla="*/ 74454 w 101600"/>
                <a:gd name="connsiteY5" fmla="*/ 50582 h 203200"/>
                <a:gd name="connsiteX6" fmla="*/ 49054 w 101600"/>
                <a:gd name="connsiteY6" fmla="*/ 75982 h 203200"/>
                <a:gd name="connsiteX7" fmla="*/ 74454 w 101600"/>
                <a:gd name="connsiteY7" fmla="*/ 101382 h 203200"/>
                <a:gd name="connsiteX8" fmla="*/ 99854 w 101600"/>
                <a:gd name="connsiteY8" fmla="*/ 126782 h 203200"/>
                <a:gd name="connsiteX9" fmla="*/ 74454 w 101600"/>
                <a:gd name="connsiteY9" fmla="*/ 152182 h 203200"/>
                <a:gd name="connsiteX10" fmla="*/ 49054 w 101600"/>
                <a:gd name="connsiteY10" fmla="*/ 177582 h 203200"/>
                <a:gd name="connsiteX11" fmla="*/ 23654 w 101600"/>
                <a:gd name="connsiteY11" fmla="*/ 202982 h 203200"/>
                <a:gd name="connsiteX12" fmla="*/ -1746 w 101600"/>
                <a:gd name="connsiteY12" fmla="*/ 126782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00" h="203200">
                  <a:moveTo>
                    <a:pt x="-1746" y="126782"/>
                  </a:moveTo>
                  <a:cubicBezTo>
                    <a:pt x="-1746" y="59472"/>
                    <a:pt x="794" y="50582"/>
                    <a:pt x="23654" y="50582"/>
                  </a:cubicBezTo>
                  <a:cubicBezTo>
                    <a:pt x="40164" y="50582"/>
                    <a:pt x="49054" y="41692"/>
                    <a:pt x="49054" y="25182"/>
                  </a:cubicBezTo>
                  <a:cubicBezTo>
                    <a:pt x="49054" y="8672"/>
                    <a:pt x="57944" y="-218"/>
                    <a:pt x="74454" y="-218"/>
                  </a:cubicBezTo>
                  <a:cubicBezTo>
                    <a:pt x="90964" y="-218"/>
                    <a:pt x="99854" y="8672"/>
                    <a:pt x="99854" y="25182"/>
                  </a:cubicBezTo>
                  <a:cubicBezTo>
                    <a:pt x="99854" y="41692"/>
                    <a:pt x="90964" y="50582"/>
                    <a:pt x="74454" y="50582"/>
                  </a:cubicBezTo>
                  <a:cubicBezTo>
                    <a:pt x="57944" y="50582"/>
                    <a:pt x="49054" y="59472"/>
                    <a:pt x="49054" y="75982"/>
                  </a:cubicBezTo>
                  <a:cubicBezTo>
                    <a:pt x="49054" y="92492"/>
                    <a:pt x="57944" y="101382"/>
                    <a:pt x="74454" y="101382"/>
                  </a:cubicBezTo>
                  <a:cubicBezTo>
                    <a:pt x="90964" y="101382"/>
                    <a:pt x="99854" y="110272"/>
                    <a:pt x="99854" y="126782"/>
                  </a:cubicBezTo>
                  <a:cubicBezTo>
                    <a:pt x="99854" y="143292"/>
                    <a:pt x="90964" y="152182"/>
                    <a:pt x="74454" y="152182"/>
                  </a:cubicBezTo>
                  <a:cubicBezTo>
                    <a:pt x="57944" y="152182"/>
                    <a:pt x="49054" y="161072"/>
                    <a:pt x="49054" y="177582"/>
                  </a:cubicBezTo>
                  <a:cubicBezTo>
                    <a:pt x="49054" y="194092"/>
                    <a:pt x="40164" y="202982"/>
                    <a:pt x="23654" y="202982"/>
                  </a:cubicBezTo>
                  <a:cubicBezTo>
                    <a:pt x="794" y="202982"/>
                    <a:pt x="-1746" y="194092"/>
                    <a:pt x="-1746" y="126782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4" name="手繪多邊形 63">
              <a:extLst>
                <a:ext uri="{FF2B5EF4-FFF2-40B4-BE49-F238E27FC236}">
                  <a16:creationId xmlns:a16="http://schemas.microsoft.com/office/drawing/2014/main" id="{27A6AFDD-8A85-1402-6BEA-C2EAB65BA162}"/>
                </a:ext>
              </a:extLst>
            </p:cNvPr>
            <p:cNvSpPr/>
            <p:nvPr/>
          </p:nvSpPr>
          <p:spPr>
            <a:xfrm flipV="1">
              <a:off x="3316514" y="3969657"/>
              <a:ext cx="355600" cy="355600"/>
            </a:xfrm>
            <a:custGeom>
              <a:avLst/>
              <a:gdLst>
                <a:gd name="connsiteX0" fmla="*/ -144 w 355600"/>
                <a:gd name="connsiteY0" fmla="*/ 177824 h 355600"/>
                <a:gd name="connsiteX1" fmla="*/ -144 w 355600"/>
                <a:gd name="connsiteY1" fmla="*/ 24 h 355600"/>
                <a:gd name="connsiteX2" fmla="*/ 177656 w 355600"/>
                <a:gd name="connsiteY2" fmla="*/ 24 h 355600"/>
                <a:gd name="connsiteX3" fmla="*/ 355456 w 355600"/>
                <a:gd name="connsiteY3" fmla="*/ 24 h 355600"/>
                <a:gd name="connsiteX4" fmla="*/ 355456 w 355600"/>
                <a:gd name="connsiteY4" fmla="*/ 177824 h 355600"/>
                <a:gd name="connsiteX5" fmla="*/ 355456 w 355600"/>
                <a:gd name="connsiteY5" fmla="*/ 355624 h 355600"/>
                <a:gd name="connsiteX6" fmla="*/ 177656 w 355600"/>
                <a:gd name="connsiteY6" fmla="*/ 355624 h 355600"/>
                <a:gd name="connsiteX7" fmla="*/ -144 w 355600"/>
                <a:gd name="connsiteY7" fmla="*/ 355624 h 355600"/>
                <a:gd name="connsiteX8" fmla="*/ -144 w 355600"/>
                <a:gd name="connsiteY8" fmla="*/ 177824 h 355600"/>
                <a:gd name="connsiteX9" fmla="*/ 304656 w 355600"/>
                <a:gd name="connsiteY9" fmla="*/ 177824 h 355600"/>
                <a:gd name="connsiteX10" fmla="*/ 304656 w 355600"/>
                <a:gd name="connsiteY10" fmla="*/ 50824 h 355600"/>
                <a:gd name="connsiteX11" fmla="*/ 177656 w 355600"/>
                <a:gd name="connsiteY11" fmla="*/ 50824 h 355600"/>
                <a:gd name="connsiteX12" fmla="*/ 50656 w 355600"/>
                <a:gd name="connsiteY12" fmla="*/ 50824 h 355600"/>
                <a:gd name="connsiteX13" fmla="*/ 50656 w 355600"/>
                <a:gd name="connsiteY13" fmla="*/ 177824 h 355600"/>
                <a:gd name="connsiteX14" fmla="*/ 50656 w 355600"/>
                <a:gd name="connsiteY14" fmla="*/ 304824 h 355600"/>
                <a:gd name="connsiteX15" fmla="*/ 177656 w 355600"/>
                <a:gd name="connsiteY15" fmla="*/ 304824 h 355600"/>
                <a:gd name="connsiteX16" fmla="*/ 304656 w 355600"/>
                <a:gd name="connsiteY16" fmla="*/ 304824 h 355600"/>
                <a:gd name="connsiteX17" fmla="*/ 304656 w 355600"/>
                <a:gd name="connsiteY17" fmla="*/ 177824 h 3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355600">
                  <a:moveTo>
                    <a:pt x="-144" y="177824"/>
                  </a:moveTo>
                  <a:lnTo>
                    <a:pt x="-144" y="24"/>
                  </a:lnTo>
                  <a:lnTo>
                    <a:pt x="177656" y="24"/>
                  </a:lnTo>
                  <a:lnTo>
                    <a:pt x="355456" y="24"/>
                  </a:lnTo>
                  <a:lnTo>
                    <a:pt x="355456" y="177824"/>
                  </a:lnTo>
                  <a:lnTo>
                    <a:pt x="355456" y="355624"/>
                  </a:lnTo>
                  <a:lnTo>
                    <a:pt x="177656" y="355624"/>
                  </a:lnTo>
                  <a:lnTo>
                    <a:pt x="-144" y="355624"/>
                  </a:lnTo>
                  <a:lnTo>
                    <a:pt x="-144" y="177824"/>
                  </a:lnTo>
                  <a:close/>
                  <a:moveTo>
                    <a:pt x="304656" y="177824"/>
                  </a:moveTo>
                  <a:lnTo>
                    <a:pt x="304656" y="50824"/>
                  </a:lnTo>
                  <a:lnTo>
                    <a:pt x="177656" y="50824"/>
                  </a:lnTo>
                  <a:lnTo>
                    <a:pt x="50656" y="50824"/>
                  </a:lnTo>
                  <a:lnTo>
                    <a:pt x="50656" y="177824"/>
                  </a:lnTo>
                  <a:lnTo>
                    <a:pt x="50656" y="304824"/>
                  </a:lnTo>
                  <a:lnTo>
                    <a:pt x="177656" y="304824"/>
                  </a:lnTo>
                  <a:lnTo>
                    <a:pt x="304656" y="304824"/>
                  </a:lnTo>
                  <a:lnTo>
                    <a:pt x="304656" y="177824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5" name="手繪多邊形 64">
              <a:extLst>
                <a:ext uri="{FF2B5EF4-FFF2-40B4-BE49-F238E27FC236}">
                  <a16:creationId xmlns:a16="http://schemas.microsoft.com/office/drawing/2014/main" id="{169AEB47-6D03-65CC-BCD9-4927FF5C23AC}"/>
                </a:ext>
              </a:extLst>
            </p:cNvPr>
            <p:cNvSpPr/>
            <p:nvPr/>
          </p:nvSpPr>
          <p:spPr>
            <a:xfrm flipV="1">
              <a:off x="3418114" y="4071257"/>
              <a:ext cx="152400" cy="152400"/>
            </a:xfrm>
            <a:custGeom>
              <a:avLst/>
              <a:gdLst>
                <a:gd name="connsiteX0" fmla="*/ -144 w 152400"/>
                <a:gd name="connsiteY0" fmla="*/ 76224 h 152400"/>
                <a:gd name="connsiteX1" fmla="*/ -144 w 152400"/>
                <a:gd name="connsiteY1" fmla="*/ 24 h 152400"/>
                <a:gd name="connsiteX2" fmla="*/ 76056 w 152400"/>
                <a:gd name="connsiteY2" fmla="*/ 24 h 152400"/>
                <a:gd name="connsiteX3" fmla="*/ 152256 w 152400"/>
                <a:gd name="connsiteY3" fmla="*/ 24 h 152400"/>
                <a:gd name="connsiteX4" fmla="*/ 152256 w 152400"/>
                <a:gd name="connsiteY4" fmla="*/ 76224 h 152400"/>
                <a:gd name="connsiteX5" fmla="*/ 152256 w 152400"/>
                <a:gd name="connsiteY5" fmla="*/ 152424 h 152400"/>
                <a:gd name="connsiteX6" fmla="*/ 76056 w 152400"/>
                <a:gd name="connsiteY6" fmla="*/ 152424 h 152400"/>
                <a:gd name="connsiteX7" fmla="*/ -144 w 152400"/>
                <a:gd name="connsiteY7" fmla="*/ 152424 h 152400"/>
                <a:gd name="connsiteX8" fmla="*/ -144 w 152400"/>
                <a:gd name="connsiteY8" fmla="*/ 762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152400">
                  <a:moveTo>
                    <a:pt x="-144" y="76224"/>
                  </a:moveTo>
                  <a:lnTo>
                    <a:pt x="-144" y="24"/>
                  </a:lnTo>
                  <a:lnTo>
                    <a:pt x="76056" y="24"/>
                  </a:lnTo>
                  <a:lnTo>
                    <a:pt x="152256" y="24"/>
                  </a:lnTo>
                  <a:lnTo>
                    <a:pt x="152256" y="76224"/>
                  </a:lnTo>
                  <a:lnTo>
                    <a:pt x="152256" y="152424"/>
                  </a:lnTo>
                  <a:lnTo>
                    <a:pt x="76056" y="152424"/>
                  </a:lnTo>
                  <a:lnTo>
                    <a:pt x="-144" y="152424"/>
                  </a:lnTo>
                  <a:lnTo>
                    <a:pt x="-144" y="76224"/>
                  </a:ln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6" name="手繪多邊形 65">
              <a:extLst>
                <a:ext uri="{FF2B5EF4-FFF2-40B4-BE49-F238E27FC236}">
                  <a16:creationId xmlns:a16="http://schemas.microsoft.com/office/drawing/2014/main" id="{D8393A48-6F2D-066F-4BE1-371D534A727D}"/>
                </a:ext>
              </a:extLst>
            </p:cNvPr>
            <p:cNvSpPr/>
            <p:nvPr/>
          </p:nvSpPr>
          <p:spPr>
            <a:xfrm flipV="1">
              <a:off x="3976914" y="4223657"/>
              <a:ext cx="355600" cy="101600"/>
            </a:xfrm>
            <a:custGeom>
              <a:avLst/>
              <a:gdLst>
                <a:gd name="connsiteX0" fmla="*/ 50188 w 355600"/>
                <a:gd name="connsiteY0" fmla="*/ 76334 h 101600"/>
                <a:gd name="connsiteX1" fmla="*/ 24788 w 355600"/>
                <a:gd name="connsiteY1" fmla="*/ 50934 h 101600"/>
                <a:gd name="connsiteX2" fmla="*/ -612 w 355600"/>
                <a:gd name="connsiteY2" fmla="*/ 25534 h 101600"/>
                <a:gd name="connsiteX3" fmla="*/ 24788 w 355600"/>
                <a:gd name="connsiteY3" fmla="*/ 134 h 101600"/>
                <a:gd name="connsiteX4" fmla="*/ 50188 w 355600"/>
                <a:gd name="connsiteY4" fmla="*/ 25534 h 101600"/>
                <a:gd name="connsiteX5" fmla="*/ 75588 w 355600"/>
                <a:gd name="connsiteY5" fmla="*/ 50934 h 101600"/>
                <a:gd name="connsiteX6" fmla="*/ 100988 w 355600"/>
                <a:gd name="connsiteY6" fmla="*/ 25534 h 101600"/>
                <a:gd name="connsiteX7" fmla="*/ 126388 w 355600"/>
                <a:gd name="connsiteY7" fmla="*/ 134 h 101600"/>
                <a:gd name="connsiteX8" fmla="*/ 151788 w 355600"/>
                <a:gd name="connsiteY8" fmla="*/ 25534 h 101600"/>
                <a:gd name="connsiteX9" fmla="*/ 177188 w 355600"/>
                <a:gd name="connsiteY9" fmla="*/ 50934 h 101600"/>
                <a:gd name="connsiteX10" fmla="*/ 202588 w 355600"/>
                <a:gd name="connsiteY10" fmla="*/ 25534 h 101600"/>
                <a:gd name="connsiteX11" fmla="*/ 253388 w 355600"/>
                <a:gd name="connsiteY11" fmla="*/ 134 h 101600"/>
                <a:gd name="connsiteX12" fmla="*/ 304188 w 355600"/>
                <a:gd name="connsiteY12" fmla="*/ 25534 h 101600"/>
                <a:gd name="connsiteX13" fmla="*/ 329588 w 355600"/>
                <a:gd name="connsiteY13" fmla="*/ 50934 h 101600"/>
                <a:gd name="connsiteX14" fmla="*/ 354988 w 355600"/>
                <a:gd name="connsiteY14" fmla="*/ 76334 h 101600"/>
                <a:gd name="connsiteX15" fmla="*/ 304188 w 355600"/>
                <a:gd name="connsiteY15" fmla="*/ 101734 h 101600"/>
                <a:gd name="connsiteX16" fmla="*/ 253388 w 355600"/>
                <a:gd name="connsiteY16" fmla="*/ 76334 h 101600"/>
                <a:gd name="connsiteX17" fmla="*/ 227988 w 355600"/>
                <a:gd name="connsiteY17" fmla="*/ 50934 h 101600"/>
                <a:gd name="connsiteX18" fmla="*/ 202588 w 355600"/>
                <a:gd name="connsiteY18" fmla="*/ 76334 h 101600"/>
                <a:gd name="connsiteX19" fmla="*/ 126388 w 355600"/>
                <a:gd name="connsiteY19" fmla="*/ 101734 h 101600"/>
                <a:gd name="connsiteX20" fmla="*/ 50188 w 355600"/>
                <a:gd name="connsiteY20" fmla="*/ 76334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600" h="101600">
                  <a:moveTo>
                    <a:pt x="50188" y="76334"/>
                  </a:moveTo>
                  <a:cubicBezTo>
                    <a:pt x="50188" y="59824"/>
                    <a:pt x="41298" y="50934"/>
                    <a:pt x="24788" y="50934"/>
                  </a:cubicBezTo>
                  <a:cubicBezTo>
                    <a:pt x="8278" y="50934"/>
                    <a:pt x="-612" y="42044"/>
                    <a:pt x="-612" y="25534"/>
                  </a:cubicBezTo>
                  <a:cubicBezTo>
                    <a:pt x="-612" y="9024"/>
                    <a:pt x="8278" y="134"/>
                    <a:pt x="24788" y="134"/>
                  </a:cubicBezTo>
                  <a:cubicBezTo>
                    <a:pt x="41298" y="134"/>
                    <a:pt x="50188" y="9024"/>
                    <a:pt x="50188" y="25534"/>
                  </a:cubicBezTo>
                  <a:cubicBezTo>
                    <a:pt x="50188" y="42044"/>
                    <a:pt x="59078" y="50934"/>
                    <a:pt x="75588" y="50934"/>
                  </a:cubicBezTo>
                  <a:cubicBezTo>
                    <a:pt x="92098" y="50934"/>
                    <a:pt x="100988" y="42044"/>
                    <a:pt x="100988" y="25534"/>
                  </a:cubicBezTo>
                  <a:cubicBezTo>
                    <a:pt x="100988" y="9024"/>
                    <a:pt x="109878" y="134"/>
                    <a:pt x="126388" y="134"/>
                  </a:cubicBezTo>
                  <a:cubicBezTo>
                    <a:pt x="142898" y="134"/>
                    <a:pt x="151788" y="9024"/>
                    <a:pt x="151788" y="25534"/>
                  </a:cubicBezTo>
                  <a:cubicBezTo>
                    <a:pt x="151788" y="42044"/>
                    <a:pt x="160678" y="50934"/>
                    <a:pt x="177188" y="50934"/>
                  </a:cubicBezTo>
                  <a:cubicBezTo>
                    <a:pt x="193698" y="50934"/>
                    <a:pt x="202588" y="42044"/>
                    <a:pt x="202588" y="25534"/>
                  </a:cubicBezTo>
                  <a:cubicBezTo>
                    <a:pt x="202588" y="3944"/>
                    <a:pt x="211478" y="134"/>
                    <a:pt x="253388" y="134"/>
                  </a:cubicBezTo>
                  <a:cubicBezTo>
                    <a:pt x="295298" y="134"/>
                    <a:pt x="304188" y="3944"/>
                    <a:pt x="304188" y="25534"/>
                  </a:cubicBezTo>
                  <a:cubicBezTo>
                    <a:pt x="304188" y="42044"/>
                    <a:pt x="313078" y="50934"/>
                    <a:pt x="329588" y="50934"/>
                  </a:cubicBezTo>
                  <a:cubicBezTo>
                    <a:pt x="346098" y="50934"/>
                    <a:pt x="354988" y="59824"/>
                    <a:pt x="354988" y="76334"/>
                  </a:cubicBezTo>
                  <a:cubicBezTo>
                    <a:pt x="354988" y="97924"/>
                    <a:pt x="346098" y="101734"/>
                    <a:pt x="304188" y="101734"/>
                  </a:cubicBezTo>
                  <a:cubicBezTo>
                    <a:pt x="262278" y="101734"/>
                    <a:pt x="253388" y="97924"/>
                    <a:pt x="253388" y="76334"/>
                  </a:cubicBezTo>
                  <a:cubicBezTo>
                    <a:pt x="253388" y="59824"/>
                    <a:pt x="244498" y="50934"/>
                    <a:pt x="227988" y="50934"/>
                  </a:cubicBezTo>
                  <a:cubicBezTo>
                    <a:pt x="211478" y="50934"/>
                    <a:pt x="202588" y="59824"/>
                    <a:pt x="202588" y="76334"/>
                  </a:cubicBezTo>
                  <a:cubicBezTo>
                    <a:pt x="202588" y="99194"/>
                    <a:pt x="193698" y="101734"/>
                    <a:pt x="126388" y="101734"/>
                  </a:cubicBezTo>
                  <a:cubicBezTo>
                    <a:pt x="59078" y="101734"/>
                    <a:pt x="50188" y="99194"/>
                    <a:pt x="50188" y="76334"/>
                  </a:cubicBezTo>
                  <a:close/>
                </a:path>
              </a:pathLst>
            </a:custGeom>
            <a:grpFill/>
            <a:ln w="1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387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5D315-F8A9-3AE2-988E-79501D7A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群組 74">
            <a:extLst>
              <a:ext uri="{FF2B5EF4-FFF2-40B4-BE49-F238E27FC236}">
                <a16:creationId xmlns:a16="http://schemas.microsoft.com/office/drawing/2014/main" id="{7CDEB304-8B53-5BAA-C31D-3FCDD7C9F91F}"/>
              </a:ext>
            </a:extLst>
          </p:cNvPr>
          <p:cNvGrpSpPr/>
          <p:nvPr/>
        </p:nvGrpSpPr>
        <p:grpSpPr>
          <a:xfrm>
            <a:off x="3065487" y="512394"/>
            <a:ext cx="6061025" cy="5640269"/>
            <a:chOff x="3065487" y="512394"/>
            <a:chExt cx="6061025" cy="5640269"/>
          </a:xfrm>
        </p:grpSpPr>
        <p:grpSp>
          <p:nvGrpSpPr>
            <p:cNvPr id="8" name="圖形 2">
              <a:extLst>
                <a:ext uri="{FF2B5EF4-FFF2-40B4-BE49-F238E27FC236}">
                  <a16:creationId xmlns:a16="http://schemas.microsoft.com/office/drawing/2014/main" id="{B59A1B30-BDB4-3E75-03E4-D5A3C923C836}"/>
                </a:ext>
              </a:extLst>
            </p:cNvPr>
            <p:cNvGrpSpPr/>
            <p:nvPr/>
          </p:nvGrpSpPr>
          <p:grpSpPr>
            <a:xfrm>
              <a:off x="3065487" y="512394"/>
              <a:ext cx="6061025" cy="5640269"/>
              <a:chOff x="3065487" y="512394"/>
              <a:chExt cx="6061025" cy="5640269"/>
            </a:xfrm>
            <a:solidFill>
              <a:srgbClr val="20398A"/>
            </a:solidFill>
          </p:grpSpPr>
          <p:sp>
            <p:nvSpPr>
              <p:cNvPr id="9" name="手繪多邊形 8">
                <a:extLst>
                  <a:ext uri="{FF2B5EF4-FFF2-40B4-BE49-F238E27FC236}">
                    <a16:creationId xmlns:a16="http://schemas.microsoft.com/office/drawing/2014/main" id="{DD509E1B-9CAD-5B8F-612D-01F5D4528323}"/>
                  </a:ext>
                </a:extLst>
              </p:cNvPr>
              <p:cNvSpPr/>
              <p:nvPr/>
            </p:nvSpPr>
            <p:spPr>
              <a:xfrm flipV="1">
                <a:off x="3065487" y="512394"/>
                <a:ext cx="6061025" cy="5640269"/>
              </a:xfrm>
              <a:custGeom>
                <a:avLst/>
                <a:gdLst>
                  <a:gd name="connsiteX0" fmla="*/ 619577 w 6061025"/>
                  <a:gd name="connsiteY0" fmla="*/ 5627109 h 5640269"/>
                  <a:gd name="connsiteX1" fmla="*/ 594797 w 6061025"/>
                  <a:gd name="connsiteY1" fmla="*/ 5300283 h 5640269"/>
                  <a:gd name="connsiteX2" fmla="*/ 594797 w 6061025"/>
                  <a:gd name="connsiteY2" fmla="*/ 5019667 h 5640269"/>
                  <a:gd name="connsiteX3" fmla="*/ 375797 w 6061025"/>
                  <a:gd name="connsiteY3" fmla="*/ 5017658 h 5640269"/>
                  <a:gd name="connsiteX4" fmla="*/ 156126 w 6061025"/>
                  <a:gd name="connsiteY4" fmla="*/ 5015649 h 5640269"/>
                  <a:gd name="connsiteX5" fmla="*/ 118622 w 6061025"/>
                  <a:gd name="connsiteY5" fmla="*/ 4998236 h 5640269"/>
                  <a:gd name="connsiteX6" fmla="*/ 11465 w 6061025"/>
                  <a:gd name="connsiteY6" fmla="*/ 4894428 h 5640269"/>
                  <a:gd name="connsiteX7" fmla="*/ -4608 w 6061025"/>
                  <a:gd name="connsiteY7" fmla="*/ 4861612 h 5640269"/>
                  <a:gd name="connsiteX8" fmla="*/ -4608 w 6061025"/>
                  <a:gd name="connsiteY8" fmla="*/ 2962937 h 5640269"/>
                  <a:gd name="connsiteX9" fmla="*/ -4608 w 6061025"/>
                  <a:gd name="connsiteY9" fmla="*/ 1064262 h 5640269"/>
                  <a:gd name="connsiteX10" fmla="*/ 10126 w 6061025"/>
                  <a:gd name="connsiteY10" fmla="*/ 1036803 h 5640269"/>
                  <a:gd name="connsiteX11" fmla="*/ 100539 w 6061025"/>
                  <a:gd name="connsiteY11" fmla="*/ 947729 h 5640269"/>
                  <a:gd name="connsiteX12" fmla="*/ 141392 w 6061025"/>
                  <a:gd name="connsiteY12" fmla="*/ 926968 h 5640269"/>
                  <a:gd name="connsiteX13" fmla="*/ 1195542 w 6061025"/>
                  <a:gd name="connsiteY13" fmla="*/ 926968 h 5640269"/>
                  <a:gd name="connsiteX14" fmla="*/ 2249692 w 6061025"/>
                  <a:gd name="connsiteY14" fmla="*/ 926968 h 5640269"/>
                  <a:gd name="connsiteX15" fmla="*/ 2245673 w 6061025"/>
                  <a:gd name="connsiteY15" fmla="*/ 888794 h 5640269"/>
                  <a:gd name="connsiteX16" fmla="*/ 2191426 w 6061025"/>
                  <a:gd name="connsiteY16" fmla="*/ 580719 h 5640269"/>
                  <a:gd name="connsiteX17" fmla="*/ 2011939 w 6061025"/>
                  <a:gd name="connsiteY17" fmla="*/ 272645 h 5640269"/>
                  <a:gd name="connsiteX18" fmla="*/ 1803654 w 6061025"/>
                  <a:gd name="connsiteY18" fmla="*/ 172856 h 5640269"/>
                  <a:gd name="connsiteX19" fmla="*/ 1708553 w 6061025"/>
                  <a:gd name="connsiteY19" fmla="*/ 89810 h 5640269"/>
                  <a:gd name="connsiteX20" fmla="*/ 1756773 w 6061025"/>
                  <a:gd name="connsiteY20" fmla="*/ 5424 h 5640269"/>
                  <a:gd name="connsiteX21" fmla="*/ 4288340 w 6061025"/>
                  <a:gd name="connsiteY21" fmla="*/ 5424 h 5640269"/>
                  <a:gd name="connsiteX22" fmla="*/ 4327853 w 6061025"/>
                  <a:gd name="connsiteY22" fmla="*/ 123296 h 5640269"/>
                  <a:gd name="connsiteX23" fmla="*/ 4229404 w 6061025"/>
                  <a:gd name="connsiteY23" fmla="*/ 177544 h 5640269"/>
                  <a:gd name="connsiteX24" fmla="*/ 3911283 w 6061025"/>
                  <a:gd name="connsiteY24" fmla="*/ 421324 h 5640269"/>
                  <a:gd name="connsiteX25" fmla="*/ 3810155 w 6061025"/>
                  <a:gd name="connsiteY25" fmla="*/ 819812 h 5640269"/>
                  <a:gd name="connsiteX26" fmla="*/ 3798769 w 6061025"/>
                  <a:gd name="connsiteY26" fmla="*/ 905537 h 5640269"/>
                  <a:gd name="connsiteX27" fmla="*/ 3795421 w 6061025"/>
                  <a:gd name="connsiteY27" fmla="*/ 926968 h 5640269"/>
                  <a:gd name="connsiteX28" fmla="*/ 4846222 w 6061025"/>
                  <a:gd name="connsiteY28" fmla="*/ 926968 h 5640269"/>
                  <a:gd name="connsiteX29" fmla="*/ 5989445 w 6061025"/>
                  <a:gd name="connsiteY29" fmla="*/ 975188 h 5640269"/>
                  <a:gd name="connsiteX30" fmla="*/ 6038335 w 6061025"/>
                  <a:gd name="connsiteY30" fmla="*/ 1036803 h 5640269"/>
                  <a:gd name="connsiteX31" fmla="*/ 6056418 w 6061025"/>
                  <a:gd name="connsiteY31" fmla="*/ 1070959 h 5640269"/>
                  <a:gd name="connsiteX32" fmla="*/ 6056418 w 6061025"/>
                  <a:gd name="connsiteY32" fmla="*/ 2962937 h 5640269"/>
                  <a:gd name="connsiteX33" fmla="*/ 6056418 w 6061025"/>
                  <a:gd name="connsiteY33" fmla="*/ 4854914 h 5640269"/>
                  <a:gd name="connsiteX34" fmla="*/ 6037665 w 6061025"/>
                  <a:gd name="connsiteY34" fmla="*/ 4893089 h 5640269"/>
                  <a:gd name="connsiteX35" fmla="*/ 5907738 w 6061025"/>
                  <a:gd name="connsiteY35" fmla="*/ 5005603 h 5640269"/>
                  <a:gd name="connsiteX36" fmla="*/ 5655251 w 6061025"/>
                  <a:gd name="connsiteY36" fmla="*/ 5018997 h 5640269"/>
                  <a:gd name="connsiteX37" fmla="*/ 5446966 w 6061025"/>
                  <a:gd name="connsiteY37" fmla="*/ 5018997 h 5640269"/>
                  <a:gd name="connsiteX38" fmla="*/ 5448976 w 6061025"/>
                  <a:gd name="connsiteY38" fmla="*/ 5310329 h 5640269"/>
                  <a:gd name="connsiteX39" fmla="*/ 5450315 w 6061025"/>
                  <a:gd name="connsiteY39" fmla="*/ 5601660 h 5640269"/>
                  <a:gd name="connsiteX40" fmla="*/ 5434242 w 6061025"/>
                  <a:gd name="connsiteY40" fmla="*/ 5618403 h 5640269"/>
                  <a:gd name="connsiteX41" fmla="*/ 5417498 w 6061025"/>
                  <a:gd name="connsiteY41" fmla="*/ 5635146 h 5640269"/>
                  <a:gd name="connsiteX42" fmla="*/ 3023896 w 6061025"/>
                  <a:gd name="connsiteY42" fmla="*/ 5635146 h 5640269"/>
                  <a:gd name="connsiteX43" fmla="*/ 619577 w 6061025"/>
                  <a:gd name="connsiteY43" fmla="*/ 5627109 h 5640269"/>
                  <a:gd name="connsiteX44" fmla="*/ 5316370 w 6061025"/>
                  <a:gd name="connsiteY44" fmla="*/ 3541581 h 5640269"/>
                  <a:gd name="connsiteX45" fmla="*/ 5316370 w 6061025"/>
                  <a:gd name="connsiteY45" fmla="*/ 1575263 h 5640269"/>
                  <a:gd name="connsiteX46" fmla="*/ 5335792 w 6061025"/>
                  <a:gd name="connsiteY46" fmla="*/ 1555841 h 5640269"/>
                  <a:gd name="connsiteX47" fmla="*/ 5426205 w 6061025"/>
                  <a:gd name="connsiteY47" fmla="*/ 1553832 h 5640269"/>
                  <a:gd name="connsiteX48" fmla="*/ 5443618 w 6061025"/>
                  <a:gd name="connsiteY48" fmla="*/ 1571915 h 5640269"/>
                  <a:gd name="connsiteX49" fmla="*/ 5443618 w 6061025"/>
                  <a:gd name="connsiteY49" fmla="*/ 3228148 h 5640269"/>
                  <a:gd name="connsiteX50" fmla="*/ 5443618 w 6061025"/>
                  <a:gd name="connsiteY50" fmla="*/ 4885052 h 5640269"/>
                  <a:gd name="connsiteX51" fmla="*/ 5653912 w 6061025"/>
                  <a:gd name="connsiteY51" fmla="*/ 4885052 h 5640269"/>
                  <a:gd name="connsiteX52" fmla="*/ 5886307 w 6061025"/>
                  <a:gd name="connsiteY52" fmla="*/ 4869648 h 5640269"/>
                  <a:gd name="connsiteX53" fmla="*/ 5917115 w 6061025"/>
                  <a:gd name="connsiteY53" fmla="*/ 4838171 h 5640269"/>
                  <a:gd name="connsiteX54" fmla="*/ 5925821 w 6061025"/>
                  <a:gd name="connsiteY54" fmla="*/ 3085497 h 5640269"/>
                  <a:gd name="connsiteX55" fmla="*/ 5925821 w 6061025"/>
                  <a:gd name="connsiteY55" fmla="*/ 1348896 h 5640269"/>
                  <a:gd name="connsiteX56" fmla="*/ 3022556 w 6061025"/>
                  <a:gd name="connsiteY56" fmla="*/ 1348896 h 5640269"/>
                  <a:gd name="connsiteX57" fmla="*/ 119291 w 6061025"/>
                  <a:gd name="connsiteY57" fmla="*/ 1348896 h 5640269"/>
                  <a:gd name="connsiteX58" fmla="*/ 119291 w 6061025"/>
                  <a:gd name="connsiteY58" fmla="*/ 3078799 h 5640269"/>
                  <a:gd name="connsiteX59" fmla="*/ 131347 w 6061025"/>
                  <a:gd name="connsiteY59" fmla="*/ 4831474 h 5640269"/>
                  <a:gd name="connsiteX60" fmla="*/ 165503 w 6061025"/>
                  <a:gd name="connsiteY60" fmla="*/ 4869648 h 5640269"/>
                  <a:gd name="connsiteX61" fmla="*/ 391200 w 6061025"/>
                  <a:gd name="connsiteY61" fmla="*/ 4885052 h 5640269"/>
                  <a:gd name="connsiteX62" fmla="*/ 594797 w 6061025"/>
                  <a:gd name="connsiteY62" fmla="*/ 4885052 h 5640269"/>
                  <a:gd name="connsiteX63" fmla="*/ 596137 w 6061025"/>
                  <a:gd name="connsiteY63" fmla="*/ 3226809 h 5640269"/>
                  <a:gd name="connsiteX64" fmla="*/ 598146 w 6061025"/>
                  <a:gd name="connsiteY64" fmla="*/ 1568566 h 5640269"/>
                  <a:gd name="connsiteX65" fmla="*/ 616898 w 6061025"/>
                  <a:gd name="connsiteY65" fmla="*/ 1552493 h 5640269"/>
                  <a:gd name="connsiteX66" fmla="*/ 705302 w 6061025"/>
                  <a:gd name="connsiteY66" fmla="*/ 1553162 h 5640269"/>
                  <a:gd name="connsiteX67" fmla="*/ 722045 w 6061025"/>
                  <a:gd name="connsiteY67" fmla="*/ 1569236 h 5640269"/>
                  <a:gd name="connsiteX68" fmla="*/ 722045 w 6061025"/>
                  <a:gd name="connsiteY68" fmla="*/ 3392901 h 5640269"/>
                  <a:gd name="connsiteX69" fmla="*/ 726733 w 6061025"/>
                  <a:gd name="connsiteY69" fmla="*/ 5361897 h 5640269"/>
                  <a:gd name="connsiteX70" fmla="*/ 730752 w 6061025"/>
                  <a:gd name="connsiteY70" fmla="*/ 5507898 h 5640269"/>
                  <a:gd name="connsiteX71" fmla="*/ 3023896 w 6061025"/>
                  <a:gd name="connsiteY71" fmla="*/ 5507898 h 5640269"/>
                  <a:gd name="connsiteX72" fmla="*/ 5316370 w 6061025"/>
                  <a:gd name="connsiteY72" fmla="*/ 5507898 h 5640269"/>
                  <a:gd name="connsiteX73" fmla="*/ 5316370 w 6061025"/>
                  <a:gd name="connsiteY73" fmla="*/ 3541581 h 5640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6061025" h="5640269">
                    <a:moveTo>
                      <a:pt x="619577" y="5627109"/>
                    </a:moveTo>
                    <a:cubicBezTo>
                      <a:pt x="596806" y="5609027"/>
                      <a:pt x="594797" y="5583577"/>
                      <a:pt x="594797" y="5300283"/>
                    </a:cubicBezTo>
                    <a:lnTo>
                      <a:pt x="594797" y="5019667"/>
                    </a:lnTo>
                    <a:lnTo>
                      <a:pt x="375797" y="5017658"/>
                    </a:lnTo>
                    <a:lnTo>
                      <a:pt x="156126" y="5015649"/>
                    </a:lnTo>
                    <a:lnTo>
                      <a:pt x="118622" y="4998236"/>
                    </a:lnTo>
                    <a:cubicBezTo>
                      <a:pt x="72411" y="4976135"/>
                      <a:pt x="33566" y="4938630"/>
                      <a:pt x="11465" y="4894428"/>
                    </a:cubicBezTo>
                    <a:lnTo>
                      <a:pt x="-4608" y="4861612"/>
                    </a:lnTo>
                    <a:lnTo>
                      <a:pt x="-4608" y="2962937"/>
                    </a:lnTo>
                    <a:lnTo>
                      <a:pt x="-4608" y="1064262"/>
                    </a:lnTo>
                    <a:lnTo>
                      <a:pt x="10126" y="1036803"/>
                    </a:lnTo>
                    <a:cubicBezTo>
                      <a:pt x="34236" y="991931"/>
                      <a:pt x="57007" y="969161"/>
                      <a:pt x="100539" y="947729"/>
                    </a:cubicBezTo>
                    <a:lnTo>
                      <a:pt x="141392" y="926968"/>
                    </a:lnTo>
                    <a:lnTo>
                      <a:pt x="1195542" y="926968"/>
                    </a:lnTo>
                    <a:lnTo>
                      <a:pt x="2249692" y="926968"/>
                    </a:lnTo>
                    <a:lnTo>
                      <a:pt x="2245673" y="888794"/>
                    </a:lnTo>
                    <a:cubicBezTo>
                      <a:pt x="2236967" y="809096"/>
                      <a:pt x="2208169" y="644343"/>
                      <a:pt x="2191426" y="580719"/>
                    </a:cubicBezTo>
                    <a:cubicBezTo>
                      <a:pt x="2151912" y="427352"/>
                      <a:pt x="2101012" y="340287"/>
                      <a:pt x="2011939" y="272645"/>
                    </a:cubicBezTo>
                    <a:cubicBezTo>
                      <a:pt x="1962379" y="235140"/>
                      <a:pt x="1867278" y="189599"/>
                      <a:pt x="1803654" y="172856"/>
                    </a:cubicBezTo>
                    <a:cubicBezTo>
                      <a:pt x="1742039" y="156782"/>
                      <a:pt x="1713241" y="131333"/>
                      <a:pt x="1708553" y="89810"/>
                    </a:cubicBezTo>
                    <a:cubicBezTo>
                      <a:pt x="1705204" y="52305"/>
                      <a:pt x="1723287" y="19488"/>
                      <a:pt x="1756773" y="5424"/>
                    </a:cubicBezTo>
                    <a:cubicBezTo>
                      <a:pt x="1791599" y="-8640"/>
                      <a:pt x="4253514" y="-8640"/>
                      <a:pt x="4288340" y="5424"/>
                    </a:cubicBezTo>
                    <a:cubicBezTo>
                      <a:pt x="4331872" y="24177"/>
                      <a:pt x="4351294" y="82443"/>
                      <a:pt x="4327853" y="123296"/>
                    </a:cubicBezTo>
                    <a:cubicBezTo>
                      <a:pt x="4313119" y="147406"/>
                      <a:pt x="4287670" y="161470"/>
                      <a:pt x="4229404" y="177544"/>
                    </a:cubicBezTo>
                    <a:cubicBezTo>
                      <a:pt x="4084073" y="217727"/>
                      <a:pt x="3968880" y="305462"/>
                      <a:pt x="3911283" y="421324"/>
                    </a:cubicBezTo>
                    <a:cubicBezTo>
                      <a:pt x="3869760" y="505710"/>
                      <a:pt x="3827568" y="670463"/>
                      <a:pt x="3810155" y="819812"/>
                    </a:cubicBezTo>
                    <a:cubicBezTo>
                      <a:pt x="3805467" y="854637"/>
                      <a:pt x="3800778" y="893482"/>
                      <a:pt x="3798769" y="905537"/>
                    </a:cubicBezTo>
                    <a:lnTo>
                      <a:pt x="3795421" y="926968"/>
                    </a:lnTo>
                    <a:lnTo>
                      <a:pt x="4846222" y="926968"/>
                    </a:lnTo>
                    <a:cubicBezTo>
                      <a:pt x="6020252" y="926968"/>
                      <a:pt x="5930509" y="922950"/>
                      <a:pt x="5989445" y="975188"/>
                    </a:cubicBezTo>
                    <a:cubicBezTo>
                      <a:pt x="6006188" y="989922"/>
                      <a:pt x="6028289" y="1018051"/>
                      <a:pt x="6038335" y="1036803"/>
                    </a:cubicBezTo>
                    <a:lnTo>
                      <a:pt x="6056418" y="1070959"/>
                    </a:lnTo>
                    <a:lnTo>
                      <a:pt x="6056418" y="2962937"/>
                    </a:lnTo>
                    <a:lnTo>
                      <a:pt x="6056418" y="4854914"/>
                    </a:lnTo>
                    <a:lnTo>
                      <a:pt x="6037665" y="4893089"/>
                    </a:lnTo>
                    <a:cubicBezTo>
                      <a:pt x="6011546" y="4946667"/>
                      <a:pt x="5963326" y="4988190"/>
                      <a:pt x="5907738" y="5005603"/>
                    </a:cubicBezTo>
                    <a:cubicBezTo>
                      <a:pt x="5868224" y="5017658"/>
                      <a:pt x="5845454" y="5018997"/>
                      <a:pt x="5655251" y="5018997"/>
                    </a:cubicBezTo>
                    <a:lnTo>
                      <a:pt x="5446966" y="5018997"/>
                    </a:lnTo>
                    <a:lnTo>
                      <a:pt x="5448976" y="5310329"/>
                    </a:lnTo>
                    <a:lnTo>
                      <a:pt x="5450315" y="5601660"/>
                    </a:lnTo>
                    <a:lnTo>
                      <a:pt x="5434242" y="5618403"/>
                    </a:lnTo>
                    <a:lnTo>
                      <a:pt x="5417498" y="5635146"/>
                    </a:lnTo>
                    <a:lnTo>
                      <a:pt x="3023896" y="5635146"/>
                    </a:lnTo>
                    <a:cubicBezTo>
                      <a:pt x="1119863" y="5635146"/>
                      <a:pt x="628284" y="5633137"/>
                      <a:pt x="619577" y="5627109"/>
                    </a:cubicBezTo>
                    <a:close/>
                    <a:moveTo>
                      <a:pt x="5316370" y="3541581"/>
                    </a:moveTo>
                    <a:lnTo>
                      <a:pt x="5316370" y="1575263"/>
                    </a:lnTo>
                    <a:lnTo>
                      <a:pt x="5335792" y="1555841"/>
                    </a:lnTo>
                    <a:cubicBezTo>
                      <a:pt x="5362581" y="1529722"/>
                      <a:pt x="5400755" y="1528382"/>
                      <a:pt x="5426205" y="1553832"/>
                    </a:cubicBezTo>
                    <a:lnTo>
                      <a:pt x="5443618" y="1571915"/>
                    </a:lnTo>
                    <a:lnTo>
                      <a:pt x="5443618" y="3228148"/>
                    </a:lnTo>
                    <a:lnTo>
                      <a:pt x="5443618" y="4885052"/>
                    </a:lnTo>
                    <a:lnTo>
                      <a:pt x="5653912" y="4885052"/>
                    </a:lnTo>
                    <a:cubicBezTo>
                      <a:pt x="5860857" y="4885052"/>
                      <a:pt x="5863536" y="4885052"/>
                      <a:pt x="5886307" y="4869648"/>
                    </a:cubicBezTo>
                    <a:cubicBezTo>
                      <a:pt x="5898362" y="4861612"/>
                      <a:pt x="5912426" y="4846878"/>
                      <a:pt x="5917115" y="4838171"/>
                    </a:cubicBezTo>
                    <a:cubicBezTo>
                      <a:pt x="5923812" y="4824777"/>
                      <a:pt x="5925821" y="4460445"/>
                      <a:pt x="5925821" y="3085497"/>
                    </a:cubicBezTo>
                    <a:lnTo>
                      <a:pt x="5925821" y="1348896"/>
                    </a:lnTo>
                    <a:lnTo>
                      <a:pt x="3022556" y="1348896"/>
                    </a:lnTo>
                    <a:lnTo>
                      <a:pt x="119291" y="1348896"/>
                    </a:lnTo>
                    <a:lnTo>
                      <a:pt x="119291" y="3078799"/>
                    </a:lnTo>
                    <a:cubicBezTo>
                      <a:pt x="119291" y="4711593"/>
                      <a:pt x="119961" y="4809373"/>
                      <a:pt x="131347" y="4831474"/>
                    </a:cubicBezTo>
                    <a:cubicBezTo>
                      <a:pt x="137374" y="4844199"/>
                      <a:pt x="152778" y="4861612"/>
                      <a:pt x="165503" y="4869648"/>
                    </a:cubicBezTo>
                    <a:cubicBezTo>
                      <a:pt x="187604" y="4885052"/>
                      <a:pt x="191622" y="4885052"/>
                      <a:pt x="391200" y="4885052"/>
                    </a:cubicBezTo>
                    <a:lnTo>
                      <a:pt x="594797" y="4885052"/>
                    </a:lnTo>
                    <a:lnTo>
                      <a:pt x="596137" y="3226809"/>
                    </a:lnTo>
                    <a:lnTo>
                      <a:pt x="598146" y="1568566"/>
                    </a:lnTo>
                    <a:lnTo>
                      <a:pt x="616898" y="1552493"/>
                    </a:lnTo>
                    <a:cubicBezTo>
                      <a:pt x="643018" y="1530392"/>
                      <a:pt x="683201" y="1530392"/>
                      <a:pt x="705302" y="1553162"/>
                    </a:cubicBezTo>
                    <a:lnTo>
                      <a:pt x="722045" y="1569236"/>
                    </a:lnTo>
                    <a:lnTo>
                      <a:pt x="722045" y="3392901"/>
                    </a:lnTo>
                    <a:cubicBezTo>
                      <a:pt x="722045" y="4396152"/>
                      <a:pt x="724055" y="5282200"/>
                      <a:pt x="726733" y="5361897"/>
                    </a:cubicBezTo>
                    <a:lnTo>
                      <a:pt x="730752" y="5507898"/>
                    </a:lnTo>
                    <a:lnTo>
                      <a:pt x="3023896" y="5507898"/>
                    </a:lnTo>
                    <a:lnTo>
                      <a:pt x="5316370" y="5507898"/>
                    </a:lnTo>
                    <a:lnTo>
                      <a:pt x="5316370" y="3541581"/>
                    </a:ln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1" name="手繪多邊形 10">
                <a:extLst>
                  <a:ext uri="{FF2B5EF4-FFF2-40B4-BE49-F238E27FC236}">
                    <a16:creationId xmlns:a16="http://schemas.microsoft.com/office/drawing/2014/main" id="{425CF28E-14CE-5804-6ACD-41BD6C5BE5D8}"/>
                  </a:ext>
                </a:extLst>
              </p:cNvPr>
              <p:cNvSpPr/>
              <p:nvPr/>
            </p:nvSpPr>
            <p:spPr>
              <a:xfrm flipV="1">
                <a:off x="5172419" y="854835"/>
                <a:ext cx="371055" cy="521506"/>
              </a:xfrm>
              <a:custGeom>
                <a:avLst/>
                <a:gdLst>
                  <a:gd name="connsiteX0" fmla="*/ -1580 w 371055"/>
                  <a:gd name="connsiteY0" fmla="*/ 504915 h 521506"/>
                  <a:gd name="connsiteX1" fmla="*/ -2919 w 371055"/>
                  <a:gd name="connsiteY1" fmla="*/ 456025 h 521506"/>
                  <a:gd name="connsiteX2" fmla="*/ -910 w 371055"/>
                  <a:gd name="connsiteY2" fmla="*/ 416511 h 521506"/>
                  <a:gd name="connsiteX3" fmla="*/ 62714 w 371055"/>
                  <a:gd name="connsiteY3" fmla="*/ 413162 h 521506"/>
                  <a:gd name="connsiteX4" fmla="*/ 126338 w 371055"/>
                  <a:gd name="connsiteY4" fmla="*/ 409814 h 521506"/>
                  <a:gd name="connsiteX5" fmla="*/ 128347 w 371055"/>
                  <a:gd name="connsiteY5" fmla="*/ 205547 h 521506"/>
                  <a:gd name="connsiteX6" fmla="*/ 138393 w 371055"/>
                  <a:gd name="connsiteY6" fmla="*/ -3407 h 521506"/>
                  <a:gd name="connsiteX7" fmla="*/ 183265 w 371055"/>
                  <a:gd name="connsiteY7" fmla="*/ -8765 h 521506"/>
                  <a:gd name="connsiteX8" fmla="*/ 228136 w 371055"/>
                  <a:gd name="connsiteY8" fmla="*/ -3407 h 521506"/>
                  <a:gd name="connsiteX9" fmla="*/ 238182 w 371055"/>
                  <a:gd name="connsiteY9" fmla="*/ 205547 h 521506"/>
                  <a:gd name="connsiteX10" fmla="*/ 240191 w 371055"/>
                  <a:gd name="connsiteY10" fmla="*/ 409814 h 521506"/>
                  <a:gd name="connsiteX11" fmla="*/ 303815 w 371055"/>
                  <a:gd name="connsiteY11" fmla="*/ 413162 h 521506"/>
                  <a:gd name="connsiteX12" fmla="*/ 367439 w 371055"/>
                  <a:gd name="connsiteY12" fmla="*/ 416511 h 521506"/>
                  <a:gd name="connsiteX13" fmla="*/ 367439 w 371055"/>
                  <a:gd name="connsiteY13" fmla="*/ 463392 h 521506"/>
                  <a:gd name="connsiteX14" fmla="*/ 367439 w 371055"/>
                  <a:gd name="connsiteY14" fmla="*/ 510273 h 521506"/>
                  <a:gd name="connsiteX15" fmla="*/ 184604 w 371055"/>
                  <a:gd name="connsiteY15" fmla="*/ 512282 h 521506"/>
                  <a:gd name="connsiteX16" fmla="*/ -1580 w 371055"/>
                  <a:gd name="connsiteY16" fmla="*/ 504915 h 521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1055" h="521506">
                    <a:moveTo>
                      <a:pt x="-1580" y="504915"/>
                    </a:moveTo>
                    <a:cubicBezTo>
                      <a:pt x="-3589" y="499557"/>
                      <a:pt x="-4259" y="477456"/>
                      <a:pt x="-2919" y="456025"/>
                    </a:cubicBezTo>
                    <a:lnTo>
                      <a:pt x="-910" y="416511"/>
                    </a:lnTo>
                    <a:lnTo>
                      <a:pt x="62714" y="413162"/>
                    </a:lnTo>
                    <a:lnTo>
                      <a:pt x="126338" y="409814"/>
                    </a:lnTo>
                    <a:lnTo>
                      <a:pt x="128347" y="205547"/>
                    </a:lnTo>
                    <a:cubicBezTo>
                      <a:pt x="129687" y="52850"/>
                      <a:pt x="131696" y="611"/>
                      <a:pt x="138393" y="-3407"/>
                    </a:cubicBezTo>
                    <a:cubicBezTo>
                      <a:pt x="142411" y="-6086"/>
                      <a:pt x="163173" y="-8765"/>
                      <a:pt x="183265" y="-8765"/>
                    </a:cubicBezTo>
                    <a:cubicBezTo>
                      <a:pt x="203356" y="-8765"/>
                      <a:pt x="224118" y="-6086"/>
                      <a:pt x="228136" y="-3407"/>
                    </a:cubicBezTo>
                    <a:cubicBezTo>
                      <a:pt x="234834" y="611"/>
                      <a:pt x="236843" y="52850"/>
                      <a:pt x="238182" y="205547"/>
                    </a:cubicBezTo>
                    <a:lnTo>
                      <a:pt x="240191" y="409814"/>
                    </a:lnTo>
                    <a:lnTo>
                      <a:pt x="303815" y="413162"/>
                    </a:lnTo>
                    <a:lnTo>
                      <a:pt x="367439" y="416511"/>
                    </a:lnTo>
                    <a:lnTo>
                      <a:pt x="367439" y="463392"/>
                    </a:lnTo>
                    <a:lnTo>
                      <a:pt x="367439" y="510273"/>
                    </a:lnTo>
                    <a:lnTo>
                      <a:pt x="184604" y="512282"/>
                    </a:lnTo>
                    <a:cubicBezTo>
                      <a:pt x="34585" y="513621"/>
                      <a:pt x="1769" y="512282"/>
                      <a:pt x="-1580" y="504915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" name="手繪多邊形 12">
                <a:extLst>
                  <a:ext uri="{FF2B5EF4-FFF2-40B4-BE49-F238E27FC236}">
                    <a16:creationId xmlns:a16="http://schemas.microsoft.com/office/drawing/2014/main" id="{AD72AADA-DDD0-C071-D04A-528751FEA53E}"/>
                  </a:ext>
                </a:extLst>
              </p:cNvPr>
              <p:cNvSpPr/>
              <p:nvPr/>
            </p:nvSpPr>
            <p:spPr>
              <a:xfrm flipV="1">
                <a:off x="5619991" y="853885"/>
                <a:ext cx="114355" cy="522525"/>
              </a:xfrm>
              <a:custGeom>
                <a:avLst/>
                <a:gdLst>
                  <a:gd name="connsiteX0" fmla="*/ 4494 w 114355"/>
                  <a:gd name="connsiteY0" fmla="*/ 505654 h 522525"/>
                  <a:gd name="connsiteX1" fmla="*/ 4494 w 114355"/>
                  <a:gd name="connsiteY1" fmla="*/ -660 h 522525"/>
                  <a:gd name="connsiteX2" fmla="*/ 99595 w 114355"/>
                  <a:gd name="connsiteY2" fmla="*/ -4678 h 522525"/>
                  <a:gd name="connsiteX3" fmla="*/ 110311 w 114355"/>
                  <a:gd name="connsiteY3" fmla="*/ 252497 h 522525"/>
                  <a:gd name="connsiteX4" fmla="*/ 99595 w 114355"/>
                  <a:gd name="connsiteY4" fmla="*/ 509672 h 522525"/>
                  <a:gd name="connsiteX5" fmla="*/ 4494 w 114355"/>
                  <a:gd name="connsiteY5" fmla="*/ 505654 h 52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355" h="522525">
                    <a:moveTo>
                      <a:pt x="4494" y="505654"/>
                    </a:moveTo>
                    <a:cubicBezTo>
                      <a:pt x="-6892" y="494268"/>
                      <a:pt x="-6892" y="10726"/>
                      <a:pt x="4494" y="-660"/>
                    </a:cubicBezTo>
                    <a:cubicBezTo>
                      <a:pt x="12531" y="-8696"/>
                      <a:pt x="80843" y="-12045"/>
                      <a:pt x="99595" y="-4678"/>
                    </a:cubicBezTo>
                    <a:cubicBezTo>
                      <a:pt x="108971" y="-1329"/>
                      <a:pt x="110311" y="28138"/>
                      <a:pt x="110311" y="252497"/>
                    </a:cubicBezTo>
                    <a:cubicBezTo>
                      <a:pt x="110311" y="476855"/>
                      <a:pt x="108971" y="506323"/>
                      <a:pt x="99595" y="509672"/>
                    </a:cubicBezTo>
                    <a:cubicBezTo>
                      <a:pt x="80843" y="517039"/>
                      <a:pt x="12531" y="513690"/>
                      <a:pt x="4494" y="505654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7" name="手繪多邊形 16">
                <a:extLst>
                  <a:ext uri="{FF2B5EF4-FFF2-40B4-BE49-F238E27FC236}">
                    <a16:creationId xmlns:a16="http://schemas.microsoft.com/office/drawing/2014/main" id="{0C642BDC-B779-1083-A231-0950AA58345C}"/>
                  </a:ext>
                </a:extLst>
              </p:cNvPr>
              <p:cNvSpPr/>
              <p:nvPr/>
            </p:nvSpPr>
            <p:spPr>
              <a:xfrm flipV="1">
                <a:off x="5808151" y="853955"/>
                <a:ext cx="388308" cy="522386"/>
              </a:xfrm>
              <a:custGeom>
                <a:avLst/>
                <a:gdLst>
                  <a:gd name="connsiteX0" fmla="*/ 2081 w 388308"/>
                  <a:gd name="connsiteY0" fmla="*/ 500896 h 522386"/>
                  <a:gd name="connsiteX1" fmla="*/ 4090 w 388308"/>
                  <a:gd name="connsiteY1" fmla="*/ 421198 h 522386"/>
                  <a:gd name="connsiteX2" fmla="*/ 73072 w 388308"/>
                  <a:gd name="connsiteY2" fmla="*/ 411822 h 522386"/>
                  <a:gd name="connsiteX3" fmla="*/ 132678 w 388308"/>
                  <a:gd name="connsiteY3" fmla="*/ 409813 h 522386"/>
                  <a:gd name="connsiteX4" fmla="*/ 134687 w 388308"/>
                  <a:gd name="connsiteY4" fmla="*/ 205547 h 522386"/>
                  <a:gd name="connsiteX5" fmla="*/ 144733 w 388308"/>
                  <a:gd name="connsiteY5" fmla="*/ -3408 h 522386"/>
                  <a:gd name="connsiteX6" fmla="*/ 189605 w 388308"/>
                  <a:gd name="connsiteY6" fmla="*/ -8766 h 522386"/>
                  <a:gd name="connsiteX7" fmla="*/ 234476 w 388308"/>
                  <a:gd name="connsiteY7" fmla="*/ -3408 h 522386"/>
                  <a:gd name="connsiteX8" fmla="*/ 244522 w 388308"/>
                  <a:gd name="connsiteY8" fmla="*/ 205547 h 522386"/>
                  <a:gd name="connsiteX9" fmla="*/ 246531 w 388308"/>
                  <a:gd name="connsiteY9" fmla="*/ 409813 h 522386"/>
                  <a:gd name="connsiteX10" fmla="*/ 300110 w 388308"/>
                  <a:gd name="connsiteY10" fmla="*/ 411822 h 522386"/>
                  <a:gd name="connsiteX11" fmla="*/ 383825 w 388308"/>
                  <a:gd name="connsiteY11" fmla="*/ 458703 h 522386"/>
                  <a:gd name="connsiteX12" fmla="*/ 375789 w 388308"/>
                  <a:gd name="connsiteY12" fmla="*/ 505584 h 522386"/>
                  <a:gd name="connsiteX13" fmla="*/ 188265 w 388308"/>
                  <a:gd name="connsiteY13" fmla="*/ 513621 h 522386"/>
                  <a:gd name="connsiteX14" fmla="*/ 2081 w 388308"/>
                  <a:gd name="connsiteY14" fmla="*/ 500896 h 52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8308" h="522386">
                    <a:moveTo>
                      <a:pt x="2081" y="500896"/>
                    </a:moveTo>
                    <a:cubicBezTo>
                      <a:pt x="-7295" y="482144"/>
                      <a:pt x="-6625" y="429905"/>
                      <a:pt x="4090" y="421198"/>
                    </a:cubicBezTo>
                    <a:cubicBezTo>
                      <a:pt x="8778" y="417180"/>
                      <a:pt x="39586" y="413162"/>
                      <a:pt x="73072" y="411822"/>
                    </a:cubicBezTo>
                    <a:lnTo>
                      <a:pt x="132678" y="409813"/>
                    </a:lnTo>
                    <a:lnTo>
                      <a:pt x="134687" y="205547"/>
                    </a:lnTo>
                    <a:cubicBezTo>
                      <a:pt x="136027" y="52849"/>
                      <a:pt x="138036" y="610"/>
                      <a:pt x="144733" y="-3408"/>
                    </a:cubicBezTo>
                    <a:cubicBezTo>
                      <a:pt x="148751" y="-6087"/>
                      <a:pt x="169513" y="-8766"/>
                      <a:pt x="189605" y="-8766"/>
                    </a:cubicBezTo>
                    <a:cubicBezTo>
                      <a:pt x="209696" y="-8766"/>
                      <a:pt x="230458" y="-6087"/>
                      <a:pt x="234476" y="-3408"/>
                    </a:cubicBezTo>
                    <a:cubicBezTo>
                      <a:pt x="241174" y="610"/>
                      <a:pt x="243183" y="52849"/>
                      <a:pt x="244522" y="205547"/>
                    </a:cubicBezTo>
                    <a:lnTo>
                      <a:pt x="246531" y="409813"/>
                    </a:lnTo>
                    <a:lnTo>
                      <a:pt x="300110" y="411822"/>
                    </a:lnTo>
                    <a:cubicBezTo>
                      <a:pt x="385165" y="414501"/>
                      <a:pt x="383825" y="413831"/>
                      <a:pt x="383825" y="458703"/>
                    </a:cubicBezTo>
                    <a:cubicBezTo>
                      <a:pt x="383825" y="480134"/>
                      <a:pt x="380477" y="500896"/>
                      <a:pt x="375789" y="505584"/>
                    </a:cubicBezTo>
                    <a:cubicBezTo>
                      <a:pt x="369761" y="511612"/>
                      <a:pt x="318862" y="513621"/>
                      <a:pt x="188265" y="513621"/>
                    </a:cubicBezTo>
                    <a:cubicBezTo>
                      <a:pt x="18155" y="513621"/>
                      <a:pt x="8778" y="512951"/>
                      <a:pt x="2081" y="500896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9" name="手繪多邊形 18">
                <a:extLst>
                  <a:ext uri="{FF2B5EF4-FFF2-40B4-BE49-F238E27FC236}">
                    <a16:creationId xmlns:a16="http://schemas.microsoft.com/office/drawing/2014/main" id="{809AD010-0905-A342-66A4-31D6504B1C2B}"/>
                  </a:ext>
                </a:extLst>
              </p:cNvPr>
              <p:cNvSpPr/>
              <p:nvPr/>
            </p:nvSpPr>
            <p:spPr>
              <a:xfrm flipV="1">
                <a:off x="6263431" y="853955"/>
                <a:ext cx="327831" cy="521449"/>
              </a:xfrm>
              <a:custGeom>
                <a:avLst/>
                <a:gdLst>
                  <a:gd name="connsiteX0" fmla="*/ -1035 w 327831"/>
                  <a:gd name="connsiteY0" fmla="*/ 501967 h 521449"/>
                  <a:gd name="connsiteX1" fmla="*/ -5053 w 327831"/>
                  <a:gd name="connsiteY1" fmla="*/ 248140 h 521449"/>
                  <a:gd name="connsiteX2" fmla="*/ 4323 w 327831"/>
                  <a:gd name="connsiteY2" fmla="*/ -2337 h 521449"/>
                  <a:gd name="connsiteX3" fmla="*/ 166397 w 327831"/>
                  <a:gd name="connsiteY3" fmla="*/ -8365 h 521449"/>
                  <a:gd name="connsiteX4" fmla="*/ 319764 w 327831"/>
                  <a:gd name="connsiteY4" fmla="*/ -6356 h 521449"/>
                  <a:gd name="connsiteX5" fmla="*/ 321773 w 327831"/>
                  <a:gd name="connsiteY5" fmla="*/ 42534 h 521449"/>
                  <a:gd name="connsiteX6" fmla="*/ 321773 w 327831"/>
                  <a:gd name="connsiteY6" fmla="*/ 91424 h 521449"/>
                  <a:gd name="connsiteX7" fmla="*/ 215956 w 327831"/>
                  <a:gd name="connsiteY7" fmla="*/ 96782 h 521449"/>
                  <a:gd name="connsiteX8" fmla="*/ 112149 w 327831"/>
                  <a:gd name="connsiteY8" fmla="*/ 100800 h 521449"/>
                  <a:gd name="connsiteX9" fmla="*/ 110140 w 327831"/>
                  <a:gd name="connsiteY9" fmla="*/ 301718 h 521449"/>
                  <a:gd name="connsiteX10" fmla="*/ 100094 w 327831"/>
                  <a:gd name="connsiteY10" fmla="*/ 507325 h 521449"/>
                  <a:gd name="connsiteX11" fmla="*/ 47855 w 327831"/>
                  <a:gd name="connsiteY11" fmla="*/ 512682 h 521449"/>
                  <a:gd name="connsiteX12" fmla="*/ -1035 w 327831"/>
                  <a:gd name="connsiteY12" fmla="*/ 501967 h 52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831" h="521449">
                    <a:moveTo>
                      <a:pt x="-1035" y="501967"/>
                    </a:moveTo>
                    <a:cubicBezTo>
                      <a:pt x="-3044" y="495939"/>
                      <a:pt x="-5053" y="382086"/>
                      <a:pt x="-5053" y="248140"/>
                    </a:cubicBezTo>
                    <a:cubicBezTo>
                      <a:pt x="-5053" y="50571"/>
                      <a:pt x="-3044" y="3690"/>
                      <a:pt x="4323" y="-2337"/>
                    </a:cubicBezTo>
                    <a:cubicBezTo>
                      <a:pt x="10350" y="-7695"/>
                      <a:pt x="59240" y="-9704"/>
                      <a:pt x="166397" y="-8365"/>
                    </a:cubicBezTo>
                    <a:lnTo>
                      <a:pt x="319764" y="-6356"/>
                    </a:lnTo>
                    <a:lnTo>
                      <a:pt x="321773" y="42534"/>
                    </a:lnTo>
                    <a:cubicBezTo>
                      <a:pt x="323113" y="68654"/>
                      <a:pt x="323113" y="91424"/>
                      <a:pt x="321773" y="91424"/>
                    </a:cubicBezTo>
                    <a:cubicBezTo>
                      <a:pt x="320434" y="92094"/>
                      <a:pt x="272883" y="94103"/>
                      <a:pt x="215956" y="96782"/>
                    </a:cubicBezTo>
                    <a:lnTo>
                      <a:pt x="112149" y="100800"/>
                    </a:lnTo>
                    <a:lnTo>
                      <a:pt x="110140" y="301718"/>
                    </a:lnTo>
                    <a:cubicBezTo>
                      <a:pt x="108800" y="451737"/>
                      <a:pt x="106791" y="503306"/>
                      <a:pt x="100094" y="507325"/>
                    </a:cubicBezTo>
                    <a:cubicBezTo>
                      <a:pt x="96075" y="510003"/>
                      <a:pt x="71965" y="512682"/>
                      <a:pt x="47855" y="512682"/>
                    </a:cubicBezTo>
                    <a:cubicBezTo>
                      <a:pt x="13029" y="512682"/>
                      <a:pt x="2314" y="510003"/>
                      <a:pt x="-1035" y="501967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1" name="手繪多邊形 20">
                <a:extLst>
                  <a:ext uri="{FF2B5EF4-FFF2-40B4-BE49-F238E27FC236}">
                    <a16:creationId xmlns:a16="http://schemas.microsoft.com/office/drawing/2014/main" id="{5498FBBA-5F0C-F697-328F-7D6CED382076}"/>
                  </a:ext>
                </a:extLst>
              </p:cNvPr>
              <p:cNvSpPr/>
              <p:nvPr/>
            </p:nvSpPr>
            <p:spPr>
              <a:xfrm flipV="1">
                <a:off x="6666445" y="853955"/>
                <a:ext cx="319296" cy="519038"/>
              </a:xfrm>
              <a:custGeom>
                <a:avLst/>
                <a:gdLst>
                  <a:gd name="connsiteX0" fmla="*/ -70 w 319296"/>
                  <a:gd name="connsiteY0" fmla="*/ 496875 h 519038"/>
                  <a:gd name="connsiteX1" fmla="*/ -5427 w 319296"/>
                  <a:gd name="connsiteY1" fmla="*/ 237691 h 519038"/>
                  <a:gd name="connsiteX2" fmla="*/ -3418 w 319296"/>
                  <a:gd name="connsiteY2" fmla="*/ -8769 h 519038"/>
                  <a:gd name="connsiteX3" fmla="*/ 153968 w 319296"/>
                  <a:gd name="connsiteY3" fmla="*/ -8769 h 519038"/>
                  <a:gd name="connsiteX4" fmla="*/ 311353 w 319296"/>
                  <a:gd name="connsiteY4" fmla="*/ -8769 h 519038"/>
                  <a:gd name="connsiteX5" fmla="*/ 311353 w 319296"/>
                  <a:gd name="connsiteY5" fmla="*/ 38112 h 519038"/>
                  <a:gd name="connsiteX6" fmla="*/ 311353 w 319296"/>
                  <a:gd name="connsiteY6" fmla="*/ 84993 h 519038"/>
                  <a:gd name="connsiteX7" fmla="*/ 210894 w 319296"/>
                  <a:gd name="connsiteY7" fmla="*/ 88342 h 519038"/>
                  <a:gd name="connsiteX8" fmla="*/ 110435 w 319296"/>
                  <a:gd name="connsiteY8" fmla="*/ 91690 h 519038"/>
                  <a:gd name="connsiteX9" fmla="*/ 110435 w 319296"/>
                  <a:gd name="connsiteY9" fmla="*/ 145268 h 519038"/>
                  <a:gd name="connsiteX10" fmla="*/ 110435 w 319296"/>
                  <a:gd name="connsiteY10" fmla="*/ 198846 h 519038"/>
                  <a:gd name="connsiteX11" fmla="*/ 197500 w 319296"/>
                  <a:gd name="connsiteY11" fmla="*/ 202195 h 519038"/>
                  <a:gd name="connsiteX12" fmla="*/ 284564 w 319296"/>
                  <a:gd name="connsiteY12" fmla="*/ 205544 h 519038"/>
                  <a:gd name="connsiteX13" fmla="*/ 284564 w 319296"/>
                  <a:gd name="connsiteY13" fmla="*/ 249076 h 519038"/>
                  <a:gd name="connsiteX14" fmla="*/ 284564 w 319296"/>
                  <a:gd name="connsiteY14" fmla="*/ 292608 h 519038"/>
                  <a:gd name="connsiteX15" fmla="*/ 197500 w 319296"/>
                  <a:gd name="connsiteY15" fmla="*/ 295957 h 519038"/>
                  <a:gd name="connsiteX16" fmla="*/ 110435 w 319296"/>
                  <a:gd name="connsiteY16" fmla="*/ 299305 h 519038"/>
                  <a:gd name="connsiteX17" fmla="*/ 110435 w 319296"/>
                  <a:gd name="connsiteY17" fmla="*/ 352884 h 519038"/>
                  <a:gd name="connsiteX18" fmla="*/ 110435 w 319296"/>
                  <a:gd name="connsiteY18" fmla="*/ 406462 h 519038"/>
                  <a:gd name="connsiteX19" fmla="*/ 210894 w 319296"/>
                  <a:gd name="connsiteY19" fmla="*/ 409810 h 519038"/>
                  <a:gd name="connsiteX20" fmla="*/ 311353 w 319296"/>
                  <a:gd name="connsiteY20" fmla="*/ 413159 h 519038"/>
                  <a:gd name="connsiteX21" fmla="*/ 313362 w 319296"/>
                  <a:gd name="connsiteY21" fmla="*/ 452003 h 519038"/>
                  <a:gd name="connsiteX22" fmla="*/ 307335 w 319296"/>
                  <a:gd name="connsiteY22" fmla="*/ 500893 h 519038"/>
                  <a:gd name="connsiteX23" fmla="*/ 153298 w 319296"/>
                  <a:gd name="connsiteY23" fmla="*/ 510269 h 519038"/>
                  <a:gd name="connsiteX24" fmla="*/ -70 w 319296"/>
                  <a:gd name="connsiteY24" fmla="*/ 496875 h 519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9296" h="519038">
                    <a:moveTo>
                      <a:pt x="-70" y="496875"/>
                    </a:moveTo>
                    <a:cubicBezTo>
                      <a:pt x="-4758" y="488838"/>
                      <a:pt x="-6097" y="399764"/>
                      <a:pt x="-5427" y="237691"/>
                    </a:cubicBezTo>
                    <a:lnTo>
                      <a:pt x="-3418" y="-8769"/>
                    </a:lnTo>
                    <a:lnTo>
                      <a:pt x="153968" y="-8769"/>
                    </a:lnTo>
                    <a:lnTo>
                      <a:pt x="311353" y="-8769"/>
                    </a:lnTo>
                    <a:lnTo>
                      <a:pt x="311353" y="38112"/>
                    </a:lnTo>
                    <a:lnTo>
                      <a:pt x="311353" y="84993"/>
                    </a:lnTo>
                    <a:lnTo>
                      <a:pt x="210894" y="88342"/>
                    </a:lnTo>
                    <a:lnTo>
                      <a:pt x="110435" y="91690"/>
                    </a:lnTo>
                    <a:lnTo>
                      <a:pt x="110435" y="145268"/>
                    </a:lnTo>
                    <a:lnTo>
                      <a:pt x="110435" y="198846"/>
                    </a:lnTo>
                    <a:lnTo>
                      <a:pt x="197500" y="202195"/>
                    </a:lnTo>
                    <a:lnTo>
                      <a:pt x="284564" y="205544"/>
                    </a:lnTo>
                    <a:lnTo>
                      <a:pt x="284564" y="249076"/>
                    </a:lnTo>
                    <a:lnTo>
                      <a:pt x="284564" y="292608"/>
                    </a:lnTo>
                    <a:lnTo>
                      <a:pt x="197500" y="295957"/>
                    </a:lnTo>
                    <a:lnTo>
                      <a:pt x="110435" y="299305"/>
                    </a:lnTo>
                    <a:lnTo>
                      <a:pt x="110435" y="352884"/>
                    </a:lnTo>
                    <a:lnTo>
                      <a:pt x="110435" y="406462"/>
                    </a:lnTo>
                    <a:lnTo>
                      <a:pt x="210894" y="409810"/>
                    </a:lnTo>
                    <a:lnTo>
                      <a:pt x="311353" y="413159"/>
                    </a:lnTo>
                    <a:lnTo>
                      <a:pt x="313362" y="452003"/>
                    </a:lnTo>
                    <a:cubicBezTo>
                      <a:pt x="314702" y="475444"/>
                      <a:pt x="312023" y="494866"/>
                      <a:pt x="307335" y="500893"/>
                    </a:cubicBezTo>
                    <a:cubicBezTo>
                      <a:pt x="301307" y="508260"/>
                      <a:pt x="271170" y="510269"/>
                      <a:pt x="153298" y="510269"/>
                    </a:cubicBezTo>
                    <a:cubicBezTo>
                      <a:pt x="15334" y="510269"/>
                      <a:pt x="6628" y="509600"/>
                      <a:pt x="-70" y="496875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" name="手繪多邊形 22">
                <a:extLst>
                  <a:ext uri="{FF2B5EF4-FFF2-40B4-BE49-F238E27FC236}">
                    <a16:creationId xmlns:a16="http://schemas.microsoft.com/office/drawing/2014/main" id="{8459DAB2-9582-650D-BFAF-175A8E1F0B6B}"/>
                  </a:ext>
                </a:extLst>
              </p:cNvPr>
              <p:cNvSpPr/>
              <p:nvPr/>
            </p:nvSpPr>
            <p:spPr>
              <a:xfrm flipV="1">
                <a:off x="4026544" y="1550963"/>
                <a:ext cx="4133034" cy="120066"/>
              </a:xfrm>
              <a:custGeom>
                <a:avLst/>
                <a:gdLst>
                  <a:gd name="connsiteX0" fmla="*/ 32231 w 4133034"/>
                  <a:gd name="connsiteY0" fmla="*/ 105240 h 120066"/>
                  <a:gd name="connsiteX1" fmla="*/ -4604 w 4133034"/>
                  <a:gd name="connsiteY1" fmla="*/ 50993 h 120066"/>
                  <a:gd name="connsiteX2" fmla="*/ 12139 w 4133034"/>
                  <a:gd name="connsiteY2" fmla="*/ 8800 h 120066"/>
                  <a:gd name="connsiteX3" fmla="*/ 28213 w 4133034"/>
                  <a:gd name="connsiteY3" fmla="*/ -7943 h 120066"/>
                  <a:gd name="connsiteX4" fmla="*/ 2054805 w 4133034"/>
                  <a:gd name="connsiteY4" fmla="*/ -7943 h 120066"/>
                  <a:gd name="connsiteX5" fmla="*/ 4123591 w 4133034"/>
                  <a:gd name="connsiteY5" fmla="*/ 22194 h 120066"/>
                  <a:gd name="connsiteX6" fmla="*/ 4082068 w 4133034"/>
                  <a:gd name="connsiteY6" fmla="*/ 105910 h 120066"/>
                  <a:gd name="connsiteX7" fmla="*/ 32231 w 4133034"/>
                  <a:gd name="connsiteY7" fmla="*/ 105240 h 12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33034" h="120066">
                    <a:moveTo>
                      <a:pt x="32231" y="105240"/>
                    </a:moveTo>
                    <a:cubicBezTo>
                      <a:pt x="5442" y="97873"/>
                      <a:pt x="-4604" y="82470"/>
                      <a:pt x="-4604" y="50993"/>
                    </a:cubicBezTo>
                    <a:cubicBezTo>
                      <a:pt x="-4604" y="32240"/>
                      <a:pt x="84" y="20185"/>
                      <a:pt x="12139" y="8800"/>
                    </a:cubicBezTo>
                    <a:lnTo>
                      <a:pt x="28213" y="-7943"/>
                    </a:lnTo>
                    <a:lnTo>
                      <a:pt x="2054805" y="-7943"/>
                    </a:lnTo>
                    <a:cubicBezTo>
                      <a:pt x="4222710" y="-7943"/>
                      <a:pt x="4110866" y="-9283"/>
                      <a:pt x="4123591" y="22194"/>
                    </a:cubicBezTo>
                    <a:cubicBezTo>
                      <a:pt x="4137655" y="59699"/>
                      <a:pt x="4120242" y="95195"/>
                      <a:pt x="4082068" y="105910"/>
                    </a:cubicBezTo>
                    <a:cubicBezTo>
                      <a:pt x="4050590" y="114617"/>
                      <a:pt x="61699" y="113947"/>
                      <a:pt x="32231" y="105240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4" name="手繪多邊形 23">
                <a:extLst>
                  <a:ext uri="{FF2B5EF4-FFF2-40B4-BE49-F238E27FC236}">
                    <a16:creationId xmlns:a16="http://schemas.microsoft.com/office/drawing/2014/main" id="{A856C3F0-D635-AEB0-B85C-F6CAA624AD0A}"/>
                  </a:ext>
                </a:extLst>
              </p:cNvPr>
              <p:cNvSpPr/>
              <p:nvPr/>
            </p:nvSpPr>
            <p:spPr>
              <a:xfrm flipV="1">
                <a:off x="4026544" y="1825058"/>
                <a:ext cx="4132676" cy="113853"/>
              </a:xfrm>
              <a:custGeom>
                <a:avLst/>
                <a:gdLst>
                  <a:gd name="connsiteX0" fmla="*/ 12809 w 4132676"/>
                  <a:gd name="connsiteY0" fmla="*/ 92283 h 113853"/>
                  <a:gd name="connsiteX1" fmla="*/ -4604 w 4132676"/>
                  <a:gd name="connsiteY1" fmla="*/ 49420 h 113853"/>
                  <a:gd name="connsiteX2" fmla="*/ 12809 w 4132676"/>
                  <a:gd name="connsiteY2" fmla="*/ 6558 h 113853"/>
                  <a:gd name="connsiteX3" fmla="*/ 30892 w 4132676"/>
                  <a:gd name="connsiteY3" fmla="*/ -7507 h 113853"/>
                  <a:gd name="connsiteX4" fmla="*/ 2062842 w 4132676"/>
                  <a:gd name="connsiteY4" fmla="*/ -7507 h 113853"/>
                  <a:gd name="connsiteX5" fmla="*/ 4094793 w 4132676"/>
                  <a:gd name="connsiteY5" fmla="*/ -7507 h 113853"/>
                  <a:gd name="connsiteX6" fmla="*/ 4110866 w 4132676"/>
                  <a:gd name="connsiteY6" fmla="*/ 9237 h 113853"/>
                  <a:gd name="connsiteX7" fmla="*/ 4096132 w 4132676"/>
                  <a:gd name="connsiteY7" fmla="*/ 98310 h 113853"/>
                  <a:gd name="connsiteX8" fmla="*/ 2056145 w 4132676"/>
                  <a:gd name="connsiteY8" fmla="*/ 106347 h 113853"/>
                  <a:gd name="connsiteX9" fmla="*/ 30892 w 4132676"/>
                  <a:gd name="connsiteY9" fmla="*/ 106347 h 113853"/>
                  <a:gd name="connsiteX10" fmla="*/ 12809 w 4132676"/>
                  <a:gd name="connsiteY10" fmla="*/ 92283 h 1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132676" h="113853">
                    <a:moveTo>
                      <a:pt x="12809" y="92283"/>
                    </a:moveTo>
                    <a:cubicBezTo>
                      <a:pt x="-1255" y="81567"/>
                      <a:pt x="-4604" y="72861"/>
                      <a:pt x="-4604" y="49420"/>
                    </a:cubicBezTo>
                    <a:cubicBezTo>
                      <a:pt x="-4604" y="25980"/>
                      <a:pt x="-1255" y="17273"/>
                      <a:pt x="12809" y="6558"/>
                    </a:cubicBezTo>
                    <a:lnTo>
                      <a:pt x="30892" y="-7507"/>
                    </a:lnTo>
                    <a:lnTo>
                      <a:pt x="2062842" y="-7507"/>
                    </a:lnTo>
                    <a:lnTo>
                      <a:pt x="4094793" y="-7507"/>
                    </a:lnTo>
                    <a:lnTo>
                      <a:pt x="4110866" y="9237"/>
                    </a:lnTo>
                    <a:cubicBezTo>
                      <a:pt x="4138995" y="36695"/>
                      <a:pt x="4131628" y="79558"/>
                      <a:pt x="4096132" y="98310"/>
                    </a:cubicBezTo>
                    <a:cubicBezTo>
                      <a:pt x="4085416" y="104338"/>
                      <a:pt x="3583122" y="106347"/>
                      <a:pt x="2056145" y="106347"/>
                    </a:cubicBezTo>
                    <a:lnTo>
                      <a:pt x="30892" y="106347"/>
                    </a:lnTo>
                    <a:lnTo>
                      <a:pt x="12809" y="92283"/>
                    </a:ln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6" name="手繪多邊形 25">
                <a:extLst>
                  <a:ext uri="{FF2B5EF4-FFF2-40B4-BE49-F238E27FC236}">
                    <a16:creationId xmlns:a16="http://schemas.microsoft.com/office/drawing/2014/main" id="{FC713C80-03BF-7785-7BBF-D77C0A6F0A12}"/>
                  </a:ext>
                </a:extLst>
              </p:cNvPr>
              <p:cNvSpPr/>
              <p:nvPr/>
            </p:nvSpPr>
            <p:spPr>
              <a:xfrm flipV="1">
                <a:off x="4025536" y="2099646"/>
                <a:ext cx="4133122" cy="113853"/>
              </a:xfrm>
              <a:custGeom>
                <a:avLst/>
                <a:gdLst>
                  <a:gd name="connsiteX0" fmla="*/ 13818 w 4133122"/>
                  <a:gd name="connsiteY0" fmla="*/ 92734 h 113853"/>
                  <a:gd name="connsiteX1" fmla="*/ 13148 w 4133122"/>
                  <a:gd name="connsiteY1" fmla="*/ 9018 h 113853"/>
                  <a:gd name="connsiteX2" fmla="*/ 29222 w 4133122"/>
                  <a:gd name="connsiteY2" fmla="*/ -7056 h 113853"/>
                  <a:gd name="connsiteX3" fmla="*/ 2065860 w 4133122"/>
                  <a:gd name="connsiteY3" fmla="*/ -5716 h 113853"/>
                  <a:gd name="connsiteX4" fmla="*/ 4103169 w 4133122"/>
                  <a:gd name="connsiteY4" fmla="*/ -3707 h 113853"/>
                  <a:gd name="connsiteX5" fmla="*/ 4115894 w 4133122"/>
                  <a:gd name="connsiteY5" fmla="*/ 12367 h 113853"/>
                  <a:gd name="connsiteX6" fmla="*/ 4111875 w 4133122"/>
                  <a:gd name="connsiteY6" fmla="*/ 90055 h 113853"/>
                  <a:gd name="connsiteX7" fmla="*/ 4095802 w 4133122"/>
                  <a:gd name="connsiteY7" fmla="*/ 106798 h 113853"/>
                  <a:gd name="connsiteX8" fmla="*/ 2063851 w 4133122"/>
                  <a:gd name="connsiteY8" fmla="*/ 106798 h 113853"/>
                  <a:gd name="connsiteX9" fmla="*/ 31901 w 4133122"/>
                  <a:gd name="connsiteY9" fmla="*/ 106798 h 113853"/>
                  <a:gd name="connsiteX10" fmla="*/ 13818 w 4133122"/>
                  <a:gd name="connsiteY10" fmla="*/ 92734 h 1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133122" h="113853">
                    <a:moveTo>
                      <a:pt x="13818" y="92734"/>
                    </a:moveTo>
                    <a:cubicBezTo>
                      <a:pt x="-10292" y="73981"/>
                      <a:pt x="-10962" y="33128"/>
                      <a:pt x="13148" y="9018"/>
                    </a:cubicBezTo>
                    <a:lnTo>
                      <a:pt x="29222" y="-7056"/>
                    </a:lnTo>
                    <a:lnTo>
                      <a:pt x="2065860" y="-5716"/>
                    </a:lnTo>
                    <a:lnTo>
                      <a:pt x="4103169" y="-3707"/>
                    </a:lnTo>
                    <a:lnTo>
                      <a:pt x="4115894" y="12367"/>
                    </a:lnTo>
                    <a:cubicBezTo>
                      <a:pt x="4133976" y="34468"/>
                      <a:pt x="4132637" y="69963"/>
                      <a:pt x="4111875" y="90055"/>
                    </a:cubicBezTo>
                    <a:lnTo>
                      <a:pt x="4095802" y="106798"/>
                    </a:lnTo>
                    <a:lnTo>
                      <a:pt x="2063851" y="106798"/>
                    </a:lnTo>
                    <a:lnTo>
                      <a:pt x="31901" y="106798"/>
                    </a:lnTo>
                    <a:lnTo>
                      <a:pt x="13818" y="92734"/>
                    </a:ln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8" name="手繪多邊形 27">
                <a:extLst>
                  <a:ext uri="{FF2B5EF4-FFF2-40B4-BE49-F238E27FC236}">
                    <a16:creationId xmlns:a16="http://schemas.microsoft.com/office/drawing/2014/main" id="{74726FCE-049D-900A-5B1A-5EC36BB8A1DF}"/>
                  </a:ext>
                </a:extLst>
              </p:cNvPr>
              <p:cNvSpPr/>
              <p:nvPr/>
            </p:nvSpPr>
            <p:spPr>
              <a:xfrm flipV="1">
                <a:off x="4703469" y="2486026"/>
                <a:ext cx="240305" cy="728715"/>
              </a:xfrm>
              <a:custGeom>
                <a:avLst/>
                <a:gdLst>
                  <a:gd name="connsiteX0" fmla="*/ 162694 w 240305"/>
                  <a:gd name="connsiteY0" fmla="*/ 720737 h 728715"/>
                  <a:gd name="connsiteX1" fmla="*/ 70271 w 240305"/>
                  <a:gd name="connsiteY1" fmla="*/ 538572 h 728715"/>
                  <a:gd name="connsiteX2" fmla="*/ 29418 w 240305"/>
                  <a:gd name="connsiteY2" fmla="*/ 408645 h 728715"/>
                  <a:gd name="connsiteX3" fmla="*/ 30088 w 240305"/>
                  <a:gd name="connsiteY3" fmla="*/ 315553 h 728715"/>
                  <a:gd name="connsiteX4" fmla="*/ 59556 w 240305"/>
                  <a:gd name="connsiteY4" fmla="*/ 287424 h 728715"/>
                  <a:gd name="connsiteX5" fmla="*/ 70271 w 240305"/>
                  <a:gd name="connsiteY5" fmla="*/ 182947 h 728715"/>
                  <a:gd name="connsiteX6" fmla="*/ 190822 w 240305"/>
                  <a:gd name="connsiteY6" fmla="*/ -5916 h 728715"/>
                  <a:gd name="connsiteX7" fmla="*/ 234354 w 240305"/>
                  <a:gd name="connsiteY7" fmla="*/ -5916 h 728715"/>
                  <a:gd name="connsiteX8" fmla="*/ 236364 w 240305"/>
                  <a:gd name="connsiteY8" fmla="*/ 14176 h 728715"/>
                  <a:gd name="connsiteX9" fmla="*/ 220290 w 240305"/>
                  <a:gd name="connsiteY9" fmla="*/ 61057 h 728715"/>
                  <a:gd name="connsiteX10" fmla="*/ 181446 w 240305"/>
                  <a:gd name="connsiteY10" fmla="*/ 174910 h 728715"/>
                  <a:gd name="connsiteX11" fmla="*/ 127198 w 240305"/>
                  <a:gd name="connsiteY11" fmla="*/ 347030 h 728715"/>
                  <a:gd name="connsiteX12" fmla="*/ 130547 w 240305"/>
                  <a:gd name="connsiteY12" fmla="*/ 373819 h 728715"/>
                  <a:gd name="connsiteX13" fmla="*/ 180107 w 240305"/>
                  <a:gd name="connsiteY13" fmla="*/ 531205 h 728715"/>
                  <a:gd name="connsiteX14" fmla="*/ 214263 w 240305"/>
                  <a:gd name="connsiteY14" fmla="*/ 649077 h 728715"/>
                  <a:gd name="connsiteX15" fmla="*/ 233015 w 240305"/>
                  <a:gd name="connsiteY15" fmla="*/ 716049 h 728715"/>
                  <a:gd name="connsiteX16" fmla="*/ 162694 w 240305"/>
                  <a:gd name="connsiteY16" fmla="*/ 720737 h 728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305" h="728715">
                    <a:moveTo>
                      <a:pt x="162694" y="720737"/>
                    </a:moveTo>
                    <a:cubicBezTo>
                      <a:pt x="101079" y="712701"/>
                      <a:pt x="80317" y="672517"/>
                      <a:pt x="70271" y="538572"/>
                    </a:cubicBezTo>
                    <a:cubicBezTo>
                      <a:pt x="62235" y="434764"/>
                      <a:pt x="59556" y="428067"/>
                      <a:pt x="29418" y="408645"/>
                    </a:cubicBezTo>
                    <a:cubicBezTo>
                      <a:pt x="-14114" y="381186"/>
                      <a:pt x="-13444" y="343012"/>
                      <a:pt x="30088" y="315553"/>
                    </a:cubicBezTo>
                    <a:cubicBezTo>
                      <a:pt x="44152" y="306846"/>
                      <a:pt x="57547" y="294122"/>
                      <a:pt x="59556" y="287424"/>
                    </a:cubicBezTo>
                    <a:cubicBezTo>
                      <a:pt x="61565" y="280727"/>
                      <a:pt x="66253" y="233846"/>
                      <a:pt x="70271" y="182947"/>
                    </a:cubicBezTo>
                    <a:cubicBezTo>
                      <a:pt x="80317" y="33598"/>
                      <a:pt x="105767" y="-5916"/>
                      <a:pt x="190822" y="-5916"/>
                    </a:cubicBezTo>
                    <a:lnTo>
                      <a:pt x="234354" y="-5916"/>
                    </a:lnTo>
                    <a:lnTo>
                      <a:pt x="236364" y="14176"/>
                    </a:lnTo>
                    <a:cubicBezTo>
                      <a:pt x="237703" y="28240"/>
                      <a:pt x="232345" y="43644"/>
                      <a:pt x="220290" y="61057"/>
                    </a:cubicBezTo>
                    <a:cubicBezTo>
                      <a:pt x="194171" y="99901"/>
                      <a:pt x="186134" y="122672"/>
                      <a:pt x="181446" y="174910"/>
                    </a:cubicBezTo>
                    <a:cubicBezTo>
                      <a:pt x="170061" y="289433"/>
                      <a:pt x="155996" y="333635"/>
                      <a:pt x="127198" y="347030"/>
                    </a:cubicBezTo>
                    <a:cubicBezTo>
                      <a:pt x="105767" y="356406"/>
                      <a:pt x="106437" y="359755"/>
                      <a:pt x="130547" y="373819"/>
                    </a:cubicBezTo>
                    <a:cubicBezTo>
                      <a:pt x="154657" y="387214"/>
                      <a:pt x="166712" y="424718"/>
                      <a:pt x="180107" y="531205"/>
                    </a:cubicBezTo>
                    <a:cubicBezTo>
                      <a:pt x="188813" y="594829"/>
                      <a:pt x="194171" y="613581"/>
                      <a:pt x="214263" y="649077"/>
                    </a:cubicBezTo>
                    <a:cubicBezTo>
                      <a:pt x="237033" y="691269"/>
                      <a:pt x="242391" y="710692"/>
                      <a:pt x="233015" y="716049"/>
                    </a:cubicBezTo>
                    <a:cubicBezTo>
                      <a:pt x="220290" y="722747"/>
                      <a:pt x="191492" y="724756"/>
                      <a:pt x="162694" y="720737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" name="手繪多邊形 30">
                <a:extLst>
                  <a:ext uri="{FF2B5EF4-FFF2-40B4-BE49-F238E27FC236}">
                    <a16:creationId xmlns:a16="http://schemas.microsoft.com/office/drawing/2014/main" id="{DB6FF5D2-9DEC-9F8D-7EC9-05B5159A5BC8}"/>
                  </a:ext>
                </a:extLst>
              </p:cNvPr>
              <p:cNvSpPr/>
              <p:nvPr/>
            </p:nvSpPr>
            <p:spPr>
              <a:xfrm flipV="1">
                <a:off x="7133310" y="2482992"/>
                <a:ext cx="1025698" cy="112251"/>
              </a:xfrm>
              <a:custGeom>
                <a:avLst/>
                <a:gdLst>
                  <a:gd name="connsiteX0" fmla="*/ 24212 w 1025698"/>
                  <a:gd name="connsiteY0" fmla="*/ 100059 h 112251"/>
                  <a:gd name="connsiteX1" fmla="*/ 10817 w 1025698"/>
                  <a:gd name="connsiteY1" fmla="*/ 10316 h 112251"/>
                  <a:gd name="connsiteX2" fmla="*/ 26891 w 1025698"/>
                  <a:gd name="connsiteY2" fmla="*/ -6427 h 112251"/>
                  <a:gd name="connsiteX3" fmla="*/ 506415 w 1025698"/>
                  <a:gd name="connsiteY3" fmla="*/ -6427 h 112251"/>
                  <a:gd name="connsiteX4" fmla="*/ 985939 w 1025698"/>
                  <a:gd name="connsiteY4" fmla="*/ -6427 h 112251"/>
                  <a:gd name="connsiteX5" fmla="*/ 1002013 w 1025698"/>
                  <a:gd name="connsiteY5" fmla="*/ 10316 h 112251"/>
                  <a:gd name="connsiteX6" fmla="*/ 1001343 w 1025698"/>
                  <a:gd name="connsiteY6" fmla="*/ 88004 h 112251"/>
                  <a:gd name="connsiteX7" fmla="*/ 983930 w 1025698"/>
                  <a:gd name="connsiteY7" fmla="*/ 104078 h 112251"/>
                  <a:gd name="connsiteX8" fmla="*/ 511103 w 1025698"/>
                  <a:gd name="connsiteY8" fmla="*/ 105417 h 112251"/>
                  <a:gd name="connsiteX9" fmla="*/ 24212 w 1025698"/>
                  <a:gd name="connsiteY9" fmla="*/ 100059 h 112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5698" h="112251">
                    <a:moveTo>
                      <a:pt x="24212" y="100059"/>
                    </a:moveTo>
                    <a:cubicBezTo>
                      <a:pt x="-10614" y="80637"/>
                      <a:pt x="-17311" y="37775"/>
                      <a:pt x="10817" y="10316"/>
                    </a:cubicBezTo>
                    <a:lnTo>
                      <a:pt x="26891" y="-6427"/>
                    </a:lnTo>
                    <a:lnTo>
                      <a:pt x="506415" y="-6427"/>
                    </a:lnTo>
                    <a:lnTo>
                      <a:pt x="985939" y="-6427"/>
                    </a:lnTo>
                    <a:lnTo>
                      <a:pt x="1002013" y="10316"/>
                    </a:lnTo>
                    <a:cubicBezTo>
                      <a:pt x="1024783" y="32417"/>
                      <a:pt x="1024783" y="65903"/>
                      <a:pt x="1001343" y="88004"/>
                    </a:cubicBezTo>
                    <a:lnTo>
                      <a:pt x="983930" y="104078"/>
                    </a:lnTo>
                    <a:lnTo>
                      <a:pt x="511103" y="105417"/>
                    </a:lnTo>
                    <a:cubicBezTo>
                      <a:pt x="175570" y="106757"/>
                      <a:pt x="33588" y="104747"/>
                      <a:pt x="24212" y="100059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" name="手繪多邊形 32">
                <a:extLst>
                  <a:ext uri="{FF2B5EF4-FFF2-40B4-BE49-F238E27FC236}">
                    <a16:creationId xmlns:a16="http://schemas.microsoft.com/office/drawing/2014/main" id="{1EAA3337-DA9C-8EE6-4915-E493A60479C7}"/>
                  </a:ext>
                </a:extLst>
              </p:cNvPr>
              <p:cNvSpPr/>
              <p:nvPr/>
            </p:nvSpPr>
            <p:spPr>
              <a:xfrm flipV="1">
                <a:off x="4435078" y="2489837"/>
                <a:ext cx="227750" cy="728252"/>
              </a:xfrm>
              <a:custGeom>
                <a:avLst/>
                <a:gdLst>
                  <a:gd name="connsiteX0" fmla="*/ 126058 w 227750"/>
                  <a:gd name="connsiteY0" fmla="*/ 714046 h 728252"/>
                  <a:gd name="connsiteX1" fmla="*/ 64444 w 227750"/>
                  <a:gd name="connsiteY1" fmla="*/ 545945 h 728252"/>
                  <a:gd name="connsiteX2" fmla="*/ 23590 w 227750"/>
                  <a:gd name="connsiteY2" fmla="*/ 405302 h 728252"/>
                  <a:gd name="connsiteX3" fmla="*/ -2529 w 227750"/>
                  <a:gd name="connsiteY3" fmla="*/ 359091 h 728252"/>
                  <a:gd name="connsiteX4" fmla="*/ 17563 w 227750"/>
                  <a:gd name="connsiteY4" fmla="*/ 318907 h 728252"/>
                  <a:gd name="connsiteX5" fmla="*/ 63774 w 227750"/>
                  <a:gd name="connsiteY5" fmla="*/ 191659 h 728252"/>
                  <a:gd name="connsiteX6" fmla="*/ 97930 w 227750"/>
                  <a:gd name="connsiteY6" fmla="*/ 36952 h 728252"/>
                  <a:gd name="connsiteX7" fmla="*/ 177627 w 227750"/>
                  <a:gd name="connsiteY7" fmla="*/ -5910 h 728252"/>
                  <a:gd name="connsiteX8" fmla="*/ 205086 w 227750"/>
                  <a:gd name="connsiteY8" fmla="*/ 74457 h 728252"/>
                  <a:gd name="connsiteX9" fmla="*/ 178967 w 227750"/>
                  <a:gd name="connsiteY9" fmla="*/ 159512 h 728252"/>
                  <a:gd name="connsiteX10" fmla="*/ 164903 w 227750"/>
                  <a:gd name="connsiteY10" fmla="*/ 253274 h 728252"/>
                  <a:gd name="connsiteX11" fmla="*/ 120031 w 227750"/>
                  <a:gd name="connsiteY11" fmla="*/ 347036 h 728252"/>
                  <a:gd name="connsiteX12" fmla="*/ 96591 w 227750"/>
                  <a:gd name="connsiteY12" fmla="*/ 360430 h 728252"/>
                  <a:gd name="connsiteX13" fmla="*/ 120701 w 227750"/>
                  <a:gd name="connsiteY13" fmla="*/ 374495 h 728252"/>
                  <a:gd name="connsiteX14" fmla="*/ 177627 w 227750"/>
                  <a:gd name="connsiteY14" fmla="*/ 555991 h 728252"/>
                  <a:gd name="connsiteX15" fmla="*/ 205756 w 227750"/>
                  <a:gd name="connsiteY15" fmla="*/ 647743 h 728252"/>
                  <a:gd name="connsiteX16" fmla="*/ 223839 w 227750"/>
                  <a:gd name="connsiteY16" fmla="*/ 701991 h 728252"/>
                  <a:gd name="connsiteX17" fmla="*/ 184994 w 227750"/>
                  <a:gd name="connsiteY17" fmla="*/ 722083 h 728252"/>
                  <a:gd name="connsiteX18" fmla="*/ 126058 w 227750"/>
                  <a:gd name="connsiteY18" fmla="*/ 714046 h 72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750" h="728252">
                    <a:moveTo>
                      <a:pt x="126058" y="714046"/>
                    </a:moveTo>
                    <a:cubicBezTo>
                      <a:pt x="89893" y="697973"/>
                      <a:pt x="72480" y="650422"/>
                      <a:pt x="64444" y="545945"/>
                    </a:cubicBezTo>
                    <a:cubicBezTo>
                      <a:pt x="55067" y="427403"/>
                      <a:pt x="54398" y="424724"/>
                      <a:pt x="23590" y="405302"/>
                    </a:cubicBezTo>
                    <a:cubicBezTo>
                      <a:pt x="-520" y="390568"/>
                      <a:pt x="-2529" y="386550"/>
                      <a:pt x="-2529" y="359091"/>
                    </a:cubicBezTo>
                    <a:cubicBezTo>
                      <a:pt x="-2529" y="332972"/>
                      <a:pt x="-520" y="328284"/>
                      <a:pt x="17563" y="318907"/>
                    </a:cubicBezTo>
                    <a:cubicBezTo>
                      <a:pt x="51049" y="301494"/>
                      <a:pt x="57077" y="285421"/>
                      <a:pt x="63774" y="191659"/>
                    </a:cubicBezTo>
                    <a:cubicBezTo>
                      <a:pt x="71811" y="95888"/>
                      <a:pt x="76499" y="71778"/>
                      <a:pt x="97930" y="36952"/>
                    </a:cubicBezTo>
                    <a:cubicBezTo>
                      <a:pt x="116013" y="8824"/>
                      <a:pt x="142132" y="-5910"/>
                      <a:pt x="177627" y="-5910"/>
                    </a:cubicBezTo>
                    <a:cubicBezTo>
                      <a:pt x="231875" y="-5910"/>
                      <a:pt x="237903" y="10163"/>
                      <a:pt x="205086" y="74457"/>
                    </a:cubicBezTo>
                    <a:cubicBezTo>
                      <a:pt x="193701" y="96558"/>
                      <a:pt x="182316" y="133393"/>
                      <a:pt x="178967" y="159512"/>
                    </a:cubicBezTo>
                    <a:cubicBezTo>
                      <a:pt x="174949" y="184292"/>
                      <a:pt x="168921" y="226485"/>
                      <a:pt x="164903" y="253274"/>
                    </a:cubicBezTo>
                    <a:cubicBezTo>
                      <a:pt x="156196" y="315559"/>
                      <a:pt x="148829" y="330962"/>
                      <a:pt x="120031" y="347036"/>
                    </a:cubicBezTo>
                    <a:lnTo>
                      <a:pt x="96591" y="360430"/>
                    </a:lnTo>
                    <a:lnTo>
                      <a:pt x="120701" y="374495"/>
                    </a:lnTo>
                    <a:cubicBezTo>
                      <a:pt x="154857" y="394586"/>
                      <a:pt x="159545" y="409320"/>
                      <a:pt x="177627" y="555991"/>
                    </a:cubicBezTo>
                    <a:cubicBezTo>
                      <a:pt x="182985" y="596844"/>
                      <a:pt x="190352" y="620954"/>
                      <a:pt x="205756" y="647743"/>
                    </a:cubicBezTo>
                    <a:cubicBezTo>
                      <a:pt x="218481" y="669844"/>
                      <a:pt x="225178" y="690606"/>
                      <a:pt x="223839" y="701991"/>
                    </a:cubicBezTo>
                    <a:cubicBezTo>
                      <a:pt x="221829" y="719404"/>
                      <a:pt x="219820" y="720743"/>
                      <a:pt x="184994" y="722083"/>
                    </a:cubicBezTo>
                    <a:cubicBezTo>
                      <a:pt x="164233" y="723422"/>
                      <a:pt x="138783" y="719404"/>
                      <a:pt x="126058" y="714046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4" name="手繪多邊形 33">
                <a:extLst>
                  <a:ext uri="{FF2B5EF4-FFF2-40B4-BE49-F238E27FC236}">
                    <a16:creationId xmlns:a16="http://schemas.microsoft.com/office/drawing/2014/main" id="{37C99901-E4C5-FF1E-7397-F3A26278BD8B}"/>
                  </a:ext>
                </a:extLst>
              </p:cNvPr>
              <p:cNvSpPr/>
              <p:nvPr/>
            </p:nvSpPr>
            <p:spPr>
              <a:xfrm flipV="1">
                <a:off x="6379071" y="2488088"/>
                <a:ext cx="239315" cy="730001"/>
              </a:xfrm>
              <a:custGeom>
                <a:avLst/>
                <a:gdLst>
                  <a:gd name="connsiteX0" fmla="*/ 4450 w 239315"/>
                  <a:gd name="connsiteY0" fmla="*/ 719402 h 730001"/>
                  <a:gd name="connsiteX1" fmla="*/ 23203 w 239315"/>
                  <a:gd name="connsiteY1" fmla="*/ 640375 h 730001"/>
                  <a:gd name="connsiteX2" fmla="*/ 57359 w 239315"/>
                  <a:gd name="connsiteY2" fmla="*/ 520494 h 730001"/>
                  <a:gd name="connsiteX3" fmla="*/ 110937 w 239315"/>
                  <a:gd name="connsiteY3" fmla="*/ 369805 h 730001"/>
                  <a:gd name="connsiteX4" fmla="*/ 131698 w 239315"/>
                  <a:gd name="connsiteY4" fmla="*/ 359089 h 730001"/>
                  <a:gd name="connsiteX5" fmla="*/ 108258 w 239315"/>
                  <a:gd name="connsiteY5" fmla="*/ 345695 h 730001"/>
                  <a:gd name="connsiteX6" fmla="*/ 56019 w 239315"/>
                  <a:gd name="connsiteY6" fmla="*/ 205052 h 730001"/>
                  <a:gd name="connsiteX7" fmla="*/ 5790 w 239315"/>
                  <a:gd name="connsiteY7" fmla="*/ 52355 h 730001"/>
                  <a:gd name="connsiteX8" fmla="*/ -4256 w 239315"/>
                  <a:gd name="connsiteY8" fmla="*/ 10832 h 730001"/>
                  <a:gd name="connsiteX9" fmla="*/ 38606 w 239315"/>
                  <a:gd name="connsiteY9" fmla="*/ -5912 h 730001"/>
                  <a:gd name="connsiteX10" fmla="*/ 133707 w 239315"/>
                  <a:gd name="connsiteY10" fmla="*/ 42309 h 730001"/>
                  <a:gd name="connsiteX11" fmla="*/ 166524 w 239315"/>
                  <a:gd name="connsiteY11" fmla="*/ 201704 h 730001"/>
                  <a:gd name="connsiteX12" fmla="*/ 210726 w 239315"/>
                  <a:gd name="connsiteY12" fmla="*/ 320915 h 730001"/>
                  <a:gd name="connsiteX13" fmla="*/ 234166 w 239315"/>
                  <a:gd name="connsiteY13" fmla="*/ 362438 h 730001"/>
                  <a:gd name="connsiteX14" fmla="*/ 207377 w 239315"/>
                  <a:gd name="connsiteY14" fmla="*/ 405970 h 730001"/>
                  <a:gd name="connsiteX15" fmla="*/ 167194 w 239315"/>
                  <a:gd name="connsiteY15" fmla="*/ 535897 h 730001"/>
                  <a:gd name="connsiteX16" fmla="*/ 41285 w 239315"/>
                  <a:gd name="connsiteY16" fmla="*/ 724090 h 730001"/>
                  <a:gd name="connsiteX17" fmla="*/ 4450 w 239315"/>
                  <a:gd name="connsiteY17" fmla="*/ 719402 h 730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9315" h="730001">
                    <a:moveTo>
                      <a:pt x="4450" y="719402"/>
                    </a:moveTo>
                    <a:cubicBezTo>
                      <a:pt x="-5596" y="709357"/>
                      <a:pt x="1102" y="680558"/>
                      <a:pt x="23203" y="640375"/>
                    </a:cubicBezTo>
                    <a:cubicBezTo>
                      <a:pt x="43294" y="604879"/>
                      <a:pt x="48652" y="586797"/>
                      <a:pt x="57359" y="520494"/>
                    </a:cubicBezTo>
                    <a:cubicBezTo>
                      <a:pt x="70083" y="420704"/>
                      <a:pt x="83478" y="383869"/>
                      <a:pt x="110937" y="369805"/>
                    </a:cubicBezTo>
                    <a:lnTo>
                      <a:pt x="131698" y="359089"/>
                    </a:lnTo>
                    <a:lnTo>
                      <a:pt x="108258" y="345695"/>
                    </a:lnTo>
                    <a:cubicBezTo>
                      <a:pt x="78790" y="328952"/>
                      <a:pt x="69414" y="304172"/>
                      <a:pt x="56019" y="205052"/>
                    </a:cubicBezTo>
                    <a:cubicBezTo>
                      <a:pt x="45973" y="134731"/>
                      <a:pt x="37937" y="109281"/>
                      <a:pt x="5790" y="52355"/>
                    </a:cubicBezTo>
                    <a:cubicBezTo>
                      <a:pt x="-3587" y="36281"/>
                      <a:pt x="-6935" y="21547"/>
                      <a:pt x="-4256" y="10832"/>
                    </a:cubicBezTo>
                    <a:cubicBezTo>
                      <a:pt x="-238" y="-4572"/>
                      <a:pt x="3111" y="-5912"/>
                      <a:pt x="38606" y="-5912"/>
                    </a:cubicBezTo>
                    <a:cubicBezTo>
                      <a:pt x="83478" y="-5912"/>
                      <a:pt x="113616" y="9492"/>
                      <a:pt x="133707" y="42309"/>
                    </a:cubicBezTo>
                    <a:cubicBezTo>
                      <a:pt x="149781" y="69098"/>
                      <a:pt x="158487" y="109951"/>
                      <a:pt x="166524" y="201704"/>
                    </a:cubicBezTo>
                    <a:cubicBezTo>
                      <a:pt x="173891" y="284080"/>
                      <a:pt x="179919" y="300154"/>
                      <a:pt x="210726" y="320915"/>
                    </a:cubicBezTo>
                    <a:cubicBezTo>
                      <a:pt x="230818" y="333640"/>
                      <a:pt x="234166" y="339667"/>
                      <a:pt x="234166" y="362438"/>
                    </a:cubicBezTo>
                    <a:cubicBezTo>
                      <a:pt x="234166" y="385879"/>
                      <a:pt x="231488" y="390567"/>
                      <a:pt x="207377" y="405970"/>
                    </a:cubicBezTo>
                    <a:cubicBezTo>
                      <a:pt x="177909" y="424723"/>
                      <a:pt x="177909" y="424723"/>
                      <a:pt x="167194" y="535897"/>
                    </a:cubicBezTo>
                    <a:cubicBezTo>
                      <a:pt x="153130" y="683907"/>
                      <a:pt x="125671" y="724090"/>
                      <a:pt x="41285" y="724090"/>
                    </a:cubicBezTo>
                    <a:cubicBezTo>
                      <a:pt x="23203" y="724090"/>
                      <a:pt x="6459" y="722081"/>
                      <a:pt x="4450" y="719402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5" name="手繪多邊形 34">
                <a:extLst>
                  <a:ext uri="{FF2B5EF4-FFF2-40B4-BE49-F238E27FC236}">
                    <a16:creationId xmlns:a16="http://schemas.microsoft.com/office/drawing/2014/main" id="{5947ACC6-9E87-FA85-2D3E-04CB2C894092}"/>
                  </a:ext>
                </a:extLst>
              </p:cNvPr>
              <p:cNvSpPr/>
              <p:nvPr/>
            </p:nvSpPr>
            <p:spPr>
              <a:xfrm flipV="1">
                <a:off x="5536778" y="2696241"/>
                <a:ext cx="337385" cy="428564"/>
              </a:xfrm>
              <a:custGeom>
                <a:avLst/>
                <a:gdLst>
                  <a:gd name="connsiteX0" fmla="*/ 94367 w 337385"/>
                  <a:gd name="connsiteY0" fmla="*/ 410560 h 428564"/>
                  <a:gd name="connsiteX1" fmla="*/ 5963 w 337385"/>
                  <a:gd name="connsiteY1" fmla="*/ 312780 h 428564"/>
                  <a:gd name="connsiteX2" fmla="*/ 50165 w 337385"/>
                  <a:gd name="connsiteY2" fmla="*/ 296037 h 428564"/>
                  <a:gd name="connsiteX3" fmla="*/ 117807 w 337385"/>
                  <a:gd name="connsiteY3" fmla="*/ 316129 h 428564"/>
                  <a:gd name="connsiteX4" fmla="*/ 224294 w 337385"/>
                  <a:gd name="connsiteY4" fmla="*/ 292018 h 428564"/>
                  <a:gd name="connsiteX5" fmla="*/ 157991 w 337385"/>
                  <a:gd name="connsiteY5" fmla="*/ 241119 h 428564"/>
                  <a:gd name="connsiteX6" fmla="*/ 53513 w 337385"/>
                  <a:gd name="connsiteY6" fmla="*/ 221697 h 428564"/>
                  <a:gd name="connsiteX7" fmla="*/ -4083 w 337385"/>
                  <a:gd name="connsiteY7" fmla="*/ 119899 h 428564"/>
                  <a:gd name="connsiteX8" fmla="*/ 55522 w 337385"/>
                  <a:gd name="connsiteY8" fmla="*/ 8724 h 428564"/>
                  <a:gd name="connsiteX9" fmla="*/ 212908 w 337385"/>
                  <a:gd name="connsiteY9" fmla="*/ 24128 h 428564"/>
                  <a:gd name="connsiteX10" fmla="*/ 235009 w 337385"/>
                  <a:gd name="connsiteY10" fmla="*/ 16761 h 428564"/>
                  <a:gd name="connsiteX11" fmla="*/ 280551 w 337385"/>
                  <a:gd name="connsiteY11" fmla="*/ 687 h 428564"/>
                  <a:gd name="connsiteX12" fmla="*/ 329441 w 337385"/>
                  <a:gd name="connsiteY12" fmla="*/ 8054 h 428564"/>
                  <a:gd name="connsiteX13" fmla="*/ 332789 w 337385"/>
                  <a:gd name="connsiteY13" fmla="*/ 169458 h 428564"/>
                  <a:gd name="connsiteX14" fmla="*/ 291936 w 337385"/>
                  <a:gd name="connsiteY14" fmla="*/ 381762 h 428564"/>
                  <a:gd name="connsiteX15" fmla="*/ 94367 w 337385"/>
                  <a:gd name="connsiteY15" fmla="*/ 410560 h 428564"/>
                  <a:gd name="connsiteX16" fmla="*/ 233670 w 337385"/>
                  <a:gd name="connsiteY16" fmla="*/ 150706 h 428564"/>
                  <a:gd name="connsiteX17" fmla="*/ 200183 w 337385"/>
                  <a:gd name="connsiteY17" fmla="*/ 86412 h 428564"/>
                  <a:gd name="connsiteX18" fmla="*/ 95706 w 337385"/>
                  <a:gd name="connsiteY18" fmla="*/ 111862 h 428564"/>
                  <a:gd name="connsiteX19" fmla="*/ 185449 w 337385"/>
                  <a:gd name="connsiteY19" fmla="*/ 182183 h 428564"/>
                  <a:gd name="connsiteX20" fmla="*/ 233670 w 337385"/>
                  <a:gd name="connsiteY20" fmla="*/ 182183 h 428564"/>
                  <a:gd name="connsiteX21" fmla="*/ 233670 w 337385"/>
                  <a:gd name="connsiteY21" fmla="*/ 150706 h 428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7385" h="428564">
                    <a:moveTo>
                      <a:pt x="94367" y="410560"/>
                    </a:moveTo>
                    <a:cubicBezTo>
                      <a:pt x="41458" y="392477"/>
                      <a:pt x="5963" y="352964"/>
                      <a:pt x="5963" y="312780"/>
                    </a:cubicBezTo>
                    <a:cubicBezTo>
                      <a:pt x="5963" y="296707"/>
                      <a:pt x="7302" y="296037"/>
                      <a:pt x="50165" y="296037"/>
                    </a:cubicBezTo>
                    <a:cubicBezTo>
                      <a:pt x="89679" y="296037"/>
                      <a:pt x="97046" y="298046"/>
                      <a:pt x="117807" y="316129"/>
                    </a:cubicBezTo>
                    <a:cubicBezTo>
                      <a:pt x="156651" y="350285"/>
                      <a:pt x="204202" y="339569"/>
                      <a:pt x="224294" y="292018"/>
                    </a:cubicBezTo>
                    <a:cubicBezTo>
                      <a:pt x="243716" y="245807"/>
                      <a:pt x="242376" y="244468"/>
                      <a:pt x="157991" y="241119"/>
                    </a:cubicBezTo>
                    <a:cubicBezTo>
                      <a:pt x="93697" y="239110"/>
                      <a:pt x="78293" y="235761"/>
                      <a:pt x="53513" y="221697"/>
                    </a:cubicBezTo>
                    <a:cubicBezTo>
                      <a:pt x="7302" y="196248"/>
                      <a:pt x="-4083" y="176156"/>
                      <a:pt x="-4083" y="119899"/>
                    </a:cubicBezTo>
                    <a:cubicBezTo>
                      <a:pt x="-4083" y="60293"/>
                      <a:pt x="12660" y="29486"/>
                      <a:pt x="55522" y="8724"/>
                    </a:cubicBezTo>
                    <a:cubicBezTo>
                      <a:pt x="106422" y="-16056"/>
                      <a:pt x="186119" y="-8019"/>
                      <a:pt x="212908" y="24128"/>
                    </a:cubicBezTo>
                    <a:cubicBezTo>
                      <a:pt x="225633" y="39532"/>
                      <a:pt x="232330" y="37522"/>
                      <a:pt x="235009" y="16761"/>
                    </a:cubicBezTo>
                    <a:cubicBezTo>
                      <a:pt x="237018" y="-652"/>
                      <a:pt x="237688" y="-1322"/>
                      <a:pt x="280551" y="687"/>
                    </a:cubicBezTo>
                    <a:cubicBezTo>
                      <a:pt x="304661" y="1357"/>
                      <a:pt x="326762" y="4706"/>
                      <a:pt x="329441" y="8054"/>
                    </a:cubicBezTo>
                    <a:cubicBezTo>
                      <a:pt x="332789" y="10733"/>
                      <a:pt x="334129" y="83733"/>
                      <a:pt x="332789" y="169458"/>
                    </a:cubicBezTo>
                    <a:cubicBezTo>
                      <a:pt x="330780" y="338230"/>
                      <a:pt x="330110" y="340908"/>
                      <a:pt x="291936" y="381762"/>
                    </a:cubicBezTo>
                    <a:cubicBezTo>
                      <a:pt x="253762" y="421945"/>
                      <a:pt x="164688" y="434670"/>
                      <a:pt x="94367" y="410560"/>
                    </a:cubicBezTo>
                    <a:close/>
                    <a:moveTo>
                      <a:pt x="233670" y="150706"/>
                    </a:moveTo>
                    <a:cubicBezTo>
                      <a:pt x="233000" y="116550"/>
                      <a:pt x="226972" y="105165"/>
                      <a:pt x="200183" y="86412"/>
                    </a:cubicBezTo>
                    <a:cubicBezTo>
                      <a:pt x="167367" y="63642"/>
                      <a:pt x="103743" y="79045"/>
                      <a:pt x="95706" y="111862"/>
                    </a:cubicBezTo>
                    <a:cubicBezTo>
                      <a:pt x="83651" y="159413"/>
                      <a:pt x="112449" y="181514"/>
                      <a:pt x="185449" y="182183"/>
                    </a:cubicBezTo>
                    <a:lnTo>
                      <a:pt x="233670" y="182183"/>
                    </a:lnTo>
                    <a:lnTo>
                      <a:pt x="233670" y="150706"/>
                    </a:ln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6" name="手繪多邊形 35">
                <a:extLst>
                  <a:ext uri="{FF2B5EF4-FFF2-40B4-BE49-F238E27FC236}">
                    <a16:creationId xmlns:a16="http://schemas.microsoft.com/office/drawing/2014/main" id="{D8AFA82D-A117-77AC-65EB-EE7CC635E836}"/>
                  </a:ext>
                </a:extLst>
              </p:cNvPr>
              <p:cNvSpPr/>
              <p:nvPr/>
            </p:nvSpPr>
            <p:spPr>
              <a:xfrm flipV="1">
                <a:off x="5122122" y="2702187"/>
                <a:ext cx="375245" cy="414500"/>
              </a:xfrm>
              <a:custGeom>
                <a:avLst/>
                <a:gdLst>
                  <a:gd name="connsiteX0" fmla="*/ -3457 w 375245"/>
                  <a:gd name="connsiteY0" fmla="*/ 402441 h 414500"/>
                  <a:gd name="connsiteX1" fmla="*/ 128479 w 375245"/>
                  <a:gd name="connsiteY1" fmla="*/ 1275 h 414500"/>
                  <a:gd name="connsiteX2" fmla="*/ 189424 w 375245"/>
                  <a:gd name="connsiteY2" fmla="*/ -5422 h 414500"/>
                  <a:gd name="connsiteX3" fmla="*/ 243672 w 375245"/>
                  <a:gd name="connsiteY3" fmla="*/ -3413 h 414500"/>
                  <a:gd name="connsiteX4" fmla="*/ 309306 w 375245"/>
                  <a:gd name="connsiteY4" fmla="*/ 192817 h 414500"/>
                  <a:gd name="connsiteX5" fmla="*/ 371590 w 375245"/>
                  <a:gd name="connsiteY5" fmla="*/ 398423 h 414500"/>
                  <a:gd name="connsiteX6" fmla="*/ 320691 w 375245"/>
                  <a:gd name="connsiteY6" fmla="*/ 408469 h 414500"/>
                  <a:gd name="connsiteX7" fmla="*/ 222911 w 375245"/>
                  <a:gd name="connsiteY7" fmla="*/ 249744 h 414500"/>
                  <a:gd name="connsiteX8" fmla="*/ 186076 w 375245"/>
                  <a:gd name="connsiteY8" fmla="*/ 139239 h 414500"/>
                  <a:gd name="connsiteX9" fmla="*/ 143213 w 375245"/>
                  <a:gd name="connsiteY9" fmla="*/ 271175 h 414500"/>
                  <a:gd name="connsiteX10" fmla="*/ 97002 w 375245"/>
                  <a:gd name="connsiteY10" fmla="*/ 403111 h 414500"/>
                  <a:gd name="connsiteX11" fmla="*/ -3457 w 375245"/>
                  <a:gd name="connsiteY11" fmla="*/ 402441 h 41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5245" h="414500">
                    <a:moveTo>
                      <a:pt x="-3457" y="402441"/>
                    </a:moveTo>
                    <a:cubicBezTo>
                      <a:pt x="-7475" y="396414"/>
                      <a:pt x="117764" y="14669"/>
                      <a:pt x="128479" y="1275"/>
                    </a:cubicBezTo>
                    <a:cubicBezTo>
                      <a:pt x="133167" y="-4753"/>
                      <a:pt x="151250" y="-6762"/>
                      <a:pt x="189424" y="-5422"/>
                    </a:cubicBezTo>
                    <a:lnTo>
                      <a:pt x="243672" y="-3413"/>
                    </a:lnTo>
                    <a:lnTo>
                      <a:pt x="309306" y="192817"/>
                    </a:lnTo>
                    <a:cubicBezTo>
                      <a:pt x="346141" y="300643"/>
                      <a:pt x="373599" y="393065"/>
                      <a:pt x="371590" y="398423"/>
                    </a:cubicBezTo>
                    <a:cubicBezTo>
                      <a:pt x="368911" y="405790"/>
                      <a:pt x="356186" y="408469"/>
                      <a:pt x="320691" y="408469"/>
                    </a:cubicBezTo>
                    <a:cubicBezTo>
                      <a:pt x="263764" y="408469"/>
                      <a:pt x="271801" y="421194"/>
                      <a:pt x="222911" y="249744"/>
                    </a:cubicBezTo>
                    <a:cubicBezTo>
                      <a:pt x="204828" y="186119"/>
                      <a:pt x="188755" y="136560"/>
                      <a:pt x="186076" y="139239"/>
                    </a:cubicBezTo>
                    <a:cubicBezTo>
                      <a:pt x="183397" y="141918"/>
                      <a:pt x="164645" y="201523"/>
                      <a:pt x="143213" y="271175"/>
                    </a:cubicBezTo>
                    <a:cubicBezTo>
                      <a:pt x="122452" y="341496"/>
                      <a:pt x="101690" y="400432"/>
                      <a:pt x="97002" y="403111"/>
                    </a:cubicBezTo>
                    <a:cubicBezTo>
                      <a:pt x="86287" y="410478"/>
                      <a:pt x="562" y="409808"/>
                      <a:pt x="-3457" y="402441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7" name="手繪多邊形 36">
                <a:extLst>
                  <a:ext uri="{FF2B5EF4-FFF2-40B4-BE49-F238E27FC236}">
                    <a16:creationId xmlns:a16="http://schemas.microsoft.com/office/drawing/2014/main" id="{2C62EA0B-260B-E59D-B616-39E686D29B17}"/>
                  </a:ext>
                </a:extLst>
              </p:cNvPr>
              <p:cNvSpPr/>
              <p:nvPr/>
            </p:nvSpPr>
            <p:spPr>
              <a:xfrm flipV="1">
                <a:off x="5962054" y="2702400"/>
                <a:ext cx="237752" cy="421542"/>
              </a:xfrm>
              <a:custGeom>
                <a:avLst/>
                <a:gdLst>
                  <a:gd name="connsiteX0" fmla="*/ 100 w 237752"/>
                  <a:gd name="connsiteY0" fmla="*/ 411041 h 421542"/>
                  <a:gd name="connsiteX1" fmla="*/ -4588 w 237752"/>
                  <a:gd name="connsiteY1" fmla="*/ 204096 h 421542"/>
                  <a:gd name="connsiteX2" fmla="*/ 6128 w 237752"/>
                  <a:gd name="connsiteY2" fmla="*/ -2180 h 421542"/>
                  <a:gd name="connsiteX3" fmla="*/ 93862 w 237752"/>
                  <a:gd name="connsiteY3" fmla="*/ -840 h 421542"/>
                  <a:gd name="connsiteX4" fmla="*/ 103908 w 237752"/>
                  <a:gd name="connsiteY4" fmla="*/ 136454 h 421542"/>
                  <a:gd name="connsiteX5" fmla="*/ 105917 w 237752"/>
                  <a:gd name="connsiteY5" fmla="*/ 268390 h 421542"/>
                  <a:gd name="connsiteX6" fmla="*/ 127348 w 237752"/>
                  <a:gd name="connsiteY6" fmla="*/ 289151 h 421542"/>
                  <a:gd name="connsiteX7" fmla="*/ 190972 w 237752"/>
                  <a:gd name="connsiteY7" fmla="*/ 314601 h 421542"/>
                  <a:gd name="connsiteX8" fmla="*/ 233165 w 237752"/>
                  <a:gd name="connsiteY8" fmla="*/ 318619 h 421542"/>
                  <a:gd name="connsiteX9" fmla="*/ 233165 w 237752"/>
                  <a:gd name="connsiteY9" fmla="*/ 365500 h 421542"/>
                  <a:gd name="connsiteX10" fmla="*/ 213743 w 237752"/>
                  <a:gd name="connsiteY10" fmla="*/ 414390 h 421542"/>
                  <a:gd name="connsiteX11" fmla="*/ 123330 w 237752"/>
                  <a:gd name="connsiteY11" fmla="*/ 384922 h 421542"/>
                  <a:gd name="connsiteX12" fmla="*/ 99890 w 237752"/>
                  <a:gd name="connsiteY12" fmla="*/ 378225 h 421542"/>
                  <a:gd name="connsiteX13" fmla="*/ 45642 w 237752"/>
                  <a:gd name="connsiteY13" fmla="*/ 415730 h 421542"/>
                  <a:gd name="connsiteX14" fmla="*/ 100 w 237752"/>
                  <a:gd name="connsiteY14" fmla="*/ 411041 h 421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752" h="421542">
                    <a:moveTo>
                      <a:pt x="100" y="411041"/>
                    </a:moveTo>
                    <a:cubicBezTo>
                      <a:pt x="-2579" y="409032"/>
                      <a:pt x="-4588" y="315940"/>
                      <a:pt x="-4588" y="204096"/>
                    </a:cubicBezTo>
                    <a:cubicBezTo>
                      <a:pt x="-4588" y="25949"/>
                      <a:pt x="-3248" y="1169"/>
                      <a:pt x="6128" y="-2180"/>
                    </a:cubicBezTo>
                    <a:cubicBezTo>
                      <a:pt x="20862" y="-7538"/>
                      <a:pt x="84486" y="-6868"/>
                      <a:pt x="93862" y="-840"/>
                    </a:cubicBezTo>
                    <a:cubicBezTo>
                      <a:pt x="99220" y="2508"/>
                      <a:pt x="102569" y="43362"/>
                      <a:pt x="103908" y="136454"/>
                    </a:cubicBezTo>
                    <a:lnTo>
                      <a:pt x="105917" y="268390"/>
                    </a:lnTo>
                    <a:lnTo>
                      <a:pt x="127348" y="289151"/>
                    </a:lnTo>
                    <a:cubicBezTo>
                      <a:pt x="144761" y="307234"/>
                      <a:pt x="154807" y="311252"/>
                      <a:pt x="190972" y="314601"/>
                    </a:cubicBezTo>
                    <a:lnTo>
                      <a:pt x="233165" y="318619"/>
                    </a:lnTo>
                    <a:lnTo>
                      <a:pt x="233165" y="365500"/>
                    </a:lnTo>
                    <a:cubicBezTo>
                      <a:pt x="233165" y="412381"/>
                      <a:pt x="233165" y="412381"/>
                      <a:pt x="213743" y="414390"/>
                    </a:cubicBezTo>
                    <a:cubicBezTo>
                      <a:pt x="179587" y="418408"/>
                      <a:pt x="152128" y="409702"/>
                      <a:pt x="123330" y="384922"/>
                    </a:cubicBezTo>
                    <a:cubicBezTo>
                      <a:pt x="95871" y="360812"/>
                      <a:pt x="95202" y="360812"/>
                      <a:pt x="99890" y="378225"/>
                    </a:cubicBezTo>
                    <a:cubicBezTo>
                      <a:pt x="106587" y="406353"/>
                      <a:pt x="93192" y="415730"/>
                      <a:pt x="45642" y="415730"/>
                    </a:cubicBezTo>
                    <a:cubicBezTo>
                      <a:pt x="22871" y="415730"/>
                      <a:pt x="2110" y="413720"/>
                      <a:pt x="100" y="411041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8" name="手繪多邊形 37">
                <a:extLst>
                  <a:ext uri="{FF2B5EF4-FFF2-40B4-BE49-F238E27FC236}">
                    <a16:creationId xmlns:a16="http://schemas.microsoft.com/office/drawing/2014/main" id="{AF53E666-E4F7-77A6-0AC8-4297EEB711A7}"/>
                  </a:ext>
                </a:extLst>
              </p:cNvPr>
              <p:cNvSpPr/>
              <p:nvPr/>
            </p:nvSpPr>
            <p:spPr>
              <a:xfrm flipV="1">
                <a:off x="7133310" y="2755978"/>
                <a:ext cx="1025910" cy="113853"/>
              </a:xfrm>
              <a:custGeom>
                <a:avLst/>
                <a:gdLst>
                  <a:gd name="connsiteX0" fmla="*/ 24212 w 1025910"/>
                  <a:gd name="connsiteY0" fmla="*/ 99839 h 113853"/>
                  <a:gd name="connsiteX1" fmla="*/ 10817 w 1025910"/>
                  <a:gd name="connsiteY1" fmla="*/ 10766 h 113853"/>
                  <a:gd name="connsiteX2" fmla="*/ 26891 w 1025910"/>
                  <a:gd name="connsiteY2" fmla="*/ -5978 h 113853"/>
                  <a:gd name="connsiteX3" fmla="*/ 506415 w 1025910"/>
                  <a:gd name="connsiteY3" fmla="*/ -5978 h 113853"/>
                  <a:gd name="connsiteX4" fmla="*/ 985939 w 1025910"/>
                  <a:gd name="connsiteY4" fmla="*/ -5978 h 113853"/>
                  <a:gd name="connsiteX5" fmla="*/ 1002012 w 1025910"/>
                  <a:gd name="connsiteY5" fmla="*/ 10766 h 113853"/>
                  <a:gd name="connsiteX6" fmla="*/ 987278 w 1025910"/>
                  <a:gd name="connsiteY6" fmla="*/ 99839 h 113853"/>
                  <a:gd name="connsiteX7" fmla="*/ 24212 w 1025910"/>
                  <a:gd name="connsiteY7" fmla="*/ 99839 h 1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5910" h="113853">
                    <a:moveTo>
                      <a:pt x="24212" y="99839"/>
                    </a:moveTo>
                    <a:cubicBezTo>
                      <a:pt x="-10614" y="81087"/>
                      <a:pt x="-17311" y="38224"/>
                      <a:pt x="10817" y="10766"/>
                    </a:cubicBezTo>
                    <a:lnTo>
                      <a:pt x="26891" y="-5978"/>
                    </a:lnTo>
                    <a:lnTo>
                      <a:pt x="506415" y="-5978"/>
                    </a:lnTo>
                    <a:lnTo>
                      <a:pt x="985939" y="-5978"/>
                    </a:lnTo>
                    <a:lnTo>
                      <a:pt x="1002012" y="10766"/>
                    </a:lnTo>
                    <a:cubicBezTo>
                      <a:pt x="1030141" y="38224"/>
                      <a:pt x="1022774" y="81087"/>
                      <a:pt x="987278" y="99839"/>
                    </a:cubicBezTo>
                    <a:cubicBezTo>
                      <a:pt x="967187" y="110555"/>
                      <a:pt x="43634" y="110555"/>
                      <a:pt x="24212" y="99839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9" name="手繪多邊形 38">
                <a:extLst>
                  <a:ext uri="{FF2B5EF4-FFF2-40B4-BE49-F238E27FC236}">
                    <a16:creationId xmlns:a16="http://schemas.microsoft.com/office/drawing/2014/main" id="{D5DB510B-A485-8362-397D-EC48F60A37D5}"/>
                  </a:ext>
                </a:extLst>
              </p:cNvPr>
              <p:cNvSpPr/>
              <p:nvPr/>
            </p:nvSpPr>
            <p:spPr>
              <a:xfrm flipV="1">
                <a:off x="6227916" y="3077447"/>
                <a:ext cx="1554886" cy="870693"/>
              </a:xfrm>
              <a:custGeom>
                <a:avLst/>
                <a:gdLst>
                  <a:gd name="connsiteX0" fmla="*/ 1199027 w 1554886"/>
                  <a:gd name="connsiteY0" fmla="*/ 851801 h 870693"/>
                  <a:gd name="connsiteX1" fmla="*/ 1197018 w 1554886"/>
                  <a:gd name="connsiteY1" fmla="*/ 773443 h 870693"/>
                  <a:gd name="connsiteX2" fmla="*/ 1284752 w 1554886"/>
                  <a:gd name="connsiteY2" fmla="*/ 758709 h 870693"/>
                  <a:gd name="connsiteX3" fmla="*/ 1356413 w 1554886"/>
                  <a:gd name="connsiteY3" fmla="*/ 758709 h 870693"/>
                  <a:gd name="connsiteX4" fmla="*/ 1314220 w 1554886"/>
                  <a:gd name="connsiteY4" fmla="*/ 723214 h 870693"/>
                  <a:gd name="connsiteX5" fmla="*/ 55804 w 1554886"/>
                  <a:gd name="connsiteY5" fmla="*/ 102377 h 870693"/>
                  <a:gd name="connsiteX6" fmla="*/ -5811 w 1554886"/>
                  <a:gd name="connsiteY6" fmla="*/ 44111 h 870693"/>
                  <a:gd name="connsiteX7" fmla="*/ 148226 w 1554886"/>
                  <a:gd name="connsiteY7" fmla="*/ 11964 h 870693"/>
                  <a:gd name="connsiteX8" fmla="*/ 1355743 w 1554886"/>
                  <a:gd name="connsiteY8" fmla="*/ 620076 h 870693"/>
                  <a:gd name="connsiteX9" fmla="*/ 1415349 w 1554886"/>
                  <a:gd name="connsiteY9" fmla="*/ 667626 h 870693"/>
                  <a:gd name="connsiteX10" fmla="*/ 1420037 w 1554886"/>
                  <a:gd name="connsiteY10" fmla="*/ 636149 h 870693"/>
                  <a:gd name="connsiteX11" fmla="*/ 1442138 w 1554886"/>
                  <a:gd name="connsiteY11" fmla="*/ 559800 h 870693"/>
                  <a:gd name="connsiteX12" fmla="*/ 1507102 w 1554886"/>
                  <a:gd name="connsiteY12" fmla="*/ 566498 h 870693"/>
                  <a:gd name="connsiteX13" fmla="*/ 1537239 w 1554886"/>
                  <a:gd name="connsiteY13" fmla="*/ 695085 h 870693"/>
                  <a:gd name="connsiteX14" fmla="*/ 1539248 w 1554886"/>
                  <a:gd name="connsiteY14" fmla="*/ 855150 h 870693"/>
                  <a:gd name="connsiteX15" fmla="*/ 1373156 w 1554886"/>
                  <a:gd name="connsiteY15" fmla="*/ 865865 h 870693"/>
                  <a:gd name="connsiteX16" fmla="*/ 1199027 w 1554886"/>
                  <a:gd name="connsiteY16" fmla="*/ 851801 h 870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4886" h="870693">
                    <a:moveTo>
                      <a:pt x="1199027" y="851801"/>
                    </a:moveTo>
                    <a:cubicBezTo>
                      <a:pt x="1175587" y="833719"/>
                      <a:pt x="1174917" y="794205"/>
                      <a:pt x="1197018" y="773443"/>
                    </a:cubicBezTo>
                    <a:cubicBezTo>
                      <a:pt x="1211082" y="760049"/>
                      <a:pt x="1219789" y="758709"/>
                      <a:pt x="1284752" y="758709"/>
                    </a:cubicBezTo>
                    <a:lnTo>
                      <a:pt x="1356413" y="758709"/>
                    </a:lnTo>
                    <a:lnTo>
                      <a:pt x="1314220" y="723214"/>
                    </a:lnTo>
                    <a:cubicBezTo>
                      <a:pt x="955247" y="419158"/>
                      <a:pt x="491126" y="190111"/>
                      <a:pt x="55804" y="102377"/>
                    </a:cubicBezTo>
                    <a:cubicBezTo>
                      <a:pt x="10263" y="93671"/>
                      <a:pt x="-6481" y="77597"/>
                      <a:pt x="-5811" y="44111"/>
                    </a:cubicBezTo>
                    <a:cubicBezTo>
                      <a:pt x="-4471" y="-10137"/>
                      <a:pt x="29015" y="-16834"/>
                      <a:pt x="148226" y="11964"/>
                    </a:cubicBezTo>
                    <a:cubicBezTo>
                      <a:pt x="572833" y="113762"/>
                      <a:pt x="980696" y="319369"/>
                      <a:pt x="1355743" y="620076"/>
                    </a:cubicBezTo>
                    <a:cubicBezTo>
                      <a:pt x="1383202" y="642177"/>
                      <a:pt x="1409991" y="663608"/>
                      <a:pt x="1415349" y="667626"/>
                    </a:cubicBezTo>
                    <a:cubicBezTo>
                      <a:pt x="1423386" y="673654"/>
                      <a:pt x="1424055" y="668966"/>
                      <a:pt x="1420037" y="636149"/>
                    </a:cubicBezTo>
                    <a:cubicBezTo>
                      <a:pt x="1415349" y="595966"/>
                      <a:pt x="1421377" y="575874"/>
                      <a:pt x="1442138" y="559800"/>
                    </a:cubicBezTo>
                    <a:cubicBezTo>
                      <a:pt x="1458881" y="547076"/>
                      <a:pt x="1487680" y="549754"/>
                      <a:pt x="1507102" y="566498"/>
                    </a:cubicBezTo>
                    <a:cubicBezTo>
                      <a:pt x="1523845" y="581232"/>
                      <a:pt x="1525184" y="587929"/>
                      <a:pt x="1537239" y="695085"/>
                    </a:cubicBezTo>
                    <a:cubicBezTo>
                      <a:pt x="1552643" y="834388"/>
                      <a:pt x="1552643" y="842425"/>
                      <a:pt x="1539248" y="855150"/>
                    </a:cubicBezTo>
                    <a:cubicBezTo>
                      <a:pt x="1530542" y="864526"/>
                      <a:pt x="1505762" y="865865"/>
                      <a:pt x="1373156" y="865865"/>
                    </a:cubicBezTo>
                    <a:cubicBezTo>
                      <a:pt x="1225147" y="865865"/>
                      <a:pt x="1215771" y="865196"/>
                      <a:pt x="1199027" y="851801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0" name="手繪多邊形 39">
                <a:extLst>
                  <a:ext uri="{FF2B5EF4-FFF2-40B4-BE49-F238E27FC236}">
                    <a16:creationId xmlns:a16="http://schemas.microsoft.com/office/drawing/2014/main" id="{3CCDF528-9F96-8C4D-A7EE-E3DD32549678}"/>
                  </a:ext>
                </a:extLst>
              </p:cNvPr>
              <p:cNvSpPr/>
              <p:nvPr/>
            </p:nvSpPr>
            <p:spPr>
              <a:xfrm flipV="1">
                <a:off x="4026544" y="3459191"/>
                <a:ext cx="1888088" cy="120556"/>
              </a:xfrm>
              <a:custGeom>
                <a:avLst/>
                <a:gdLst>
                  <a:gd name="connsiteX0" fmla="*/ 13648 w 1888088"/>
                  <a:gd name="connsiteY0" fmla="*/ 98996 h 120556"/>
                  <a:gd name="connsiteX1" fmla="*/ -3096 w 1888088"/>
                  <a:gd name="connsiteY1" fmla="*/ 58813 h 120556"/>
                  <a:gd name="connsiteX2" fmla="*/ 31060 w 1888088"/>
                  <a:gd name="connsiteY2" fmla="*/ 2556 h 120556"/>
                  <a:gd name="connsiteX3" fmla="*/ 939210 w 1888088"/>
                  <a:gd name="connsiteY3" fmla="*/ -4811 h 120556"/>
                  <a:gd name="connsiteX4" fmla="*/ 1878836 w 1888088"/>
                  <a:gd name="connsiteY4" fmla="*/ 32024 h 120556"/>
                  <a:gd name="connsiteX5" fmla="*/ 1866111 w 1888088"/>
                  <a:gd name="connsiteY5" fmla="*/ 96317 h 120556"/>
                  <a:gd name="connsiteX6" fmla="*/ 1846689 w 1888088"/>
                  <a:gd name="connsiteY6" fmla="*/ 115740 h 120556"/>
                  <a:gd name="connsiteX7" fmla="*/ 937870 w 1888088"/>
                  <a:gd name="connsiteY7" fmla="*/ 115740 h 120556"/>
                  <a:gd name="connsiteX8" fmla="*/ 29721 w 1888088"/>
                  <a:gd name="connsiteY8" fmla="*/ 115740 h 120556"/>
                  <a:gd name="connsiteX9" fmla="*/ 13648 w 1888088"/>
                  <a:gd name="connsiteY9" fmla="*/ 98996 h 120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8088" h="120556">
                    <a:moveTo>
                      <a:pt x="13648" y="98996"/>
                    </a:moveTo>
                    <a:cubicBezTo>
                      <a:pt x="2262" y="87611"/>
                      <a:pt x="-3096" y="75556"/>
                      <a:pt x="-3096" y="58813"/>
                    </a:cubicBezTo>
                    <a:cubicBezTo>
                      <a:pt x="-3096" y="25996"/>
                      <a:pt x="5611" y="11262"/>
                      <a:pt x="31060" y="2556"/>
                    </a:cubicBezTo>
                    <a:cubicBezTo>
                      <a:pt x="46464" y="-2802"/>
                      <a:pt x="308997" y="-4811"/>
                      <a:pt x="939210" y="-4811"/>
                    </a:cubicBezTo>
                    <a:cubicBezTo>
                      <a:pt x="1904955" y="-4811"/>
                      <a:pt x="1864102" y="-6151"/>
                      <a:pt x="1878836" y="32024"/>
                    </a:cubicBezTo>
                    <a:cubicBezTo>
                      <a:pt x="1889552" y="60822"/>
                      <a:pt x="1886873" y="75556"/>
                      <a:pt x="1866111" y="96317"/>
                    </a:cubicBezTo>
                    <a:lnTo>
                      <a:pt x="1846689" y="115740"/>
                    </a:lnTo>
                    <a:lnTo>
                      <a:pt x="937870" y="115740"/>
                    </a:lnTo>
                    <a:lnTo>
                      <a:pt x="29721" y="115740"/>
                    </a:lnTo>
                    <a:lnTo>
                      <a:pt x="13648" y="98996"/>
                    </a:ln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1" name="手繪多邊形 40">
                <a:extLst>
                  <a:ext uri="{FF2B5EF4-FFF2-40B4-BE49-F238E27FC236}">
                    <a16:creationId xmlns:a16="http://schemas.microsoft.com/office/drawing/2014/main" id="{2C97C9E1-2105-D2C8-86F8-7BB49F411F58}"/>
                  </a:ext>
                </a:extLst>
              </p:cNvPr>
              <p:cNvSpPr/>
              <p:nvPr/>
            </p:nvSpPr>
            <p:spPr>
              <a:xfrm flipV="1">
                <a:off x="7726784" y="3512769"/>
                <a:ext cx="331514" cy="1064865"/>
              </a:xfrm>
              <a:custGeom>
                <a:avLst/>
                <a:gdLst>
                  <a:gd name="connsiteX0" fmla="*/ 9051 w 331514"/>
                  <a:gd name="connsiteY0" fmla="*/ 1048187 h 1064865"/>
                  <a:gd name="connsiteX1" fmla="*/ -7022 w 331514"/>
                  <a:gd name="connsiteY1" fmla="*/ 1035462 h 1064865"/>
                  <a:gd name="connsiteX2" fmla="*/ -7022 w 331514"/>
                  <a:gd name="connsiteY2" fmla="*/ 528479 h 1064865"/>
                  <a:gd name="connsiteX3" fmla="*/ -7022 w 331514"/>
                  <a:gd name="connsiteY3" fmla="*/ 21496 h 1064865"/>
                  <a:gd name="connsiteX4" fmla="*/ 9051 w 331514"/>
                  <a:gd name="connsiteY4" fmla="*/ 8771 h 1064865"/>
                  <a:gd name="connsiteX5" fmla="*/ 157061 w 331514"/>
                  <a:gd name="connsiteY5" fmla="*/ -3954 h 1064865"/>
                  <a:gd name="connsiteX6" fmla="*/ 307080 w 331514"/>
                  <a:gd name="connsiteY6" fmla="*/ 10111 h 1064865"/>
                  <a:gd name="connsiteX7" fmla="*/ 324492 w 331514"/>
                  <a:gd name="connsiteY7" fmla="*/ 23505 h 1064865"/>
                  <a:gd name="connsiteX8" fmla="*/ 324492 w 331514"/>
                  <a:gd name="connsiteY8" fmla="*/ 528479 h 1064865"/>
                  <a:gd name="connsiteX9" fmla="*/ 324492 w 331514"/>
                  <a:gd name="connsiteY9" fmla="*/ 1033453 h 1064865"/>
                  <a:gd name="connsiteX10" fmla="*/ 307080 w 331514"/>
                  <a:gd name="connsiteY10" fmla="*/ 1046848 h 1064865"/>
                  <a:gd name="connsiteX11" fmla="*/ 157061 w 331514"/>
                  <a:gd name="connsiteY11" fmla="*/ 1060912 h 1064865"/>
                  <a:gd name="connsiteX12" fmla="*/ 9051 w 331514"/>
                  <a:gd name="connsiteY12" fmla="*/ 1048187 h 1064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1514" h="1064865">
                    <a:moveTo>
                      <a:pt x="9051" y="1048187"/>
                    </a:moveTo>
                    <a:lnTo>
                      <a:pt x="-7022" y="1035462"/>
                    </a:lnTo>
                    <a:lnTo>
                      <a:pt x="-7022" y="528479"/>
                    </a:lnTo>
                    <a:lnTo>
                      <a:pt x="-7022" y="21496"/>
                    </a:lnTo>
                    <a:lnTo>
                      <a:pt x="9051" y="8771"/>
                    </a:lnTo>
                    <a:cubicBezTo>
                      <a:pt x="23115" y="-2614"/>
                      <a:pt x="36510" y="-3954"/>
                      <a:pt x="157061" y="-3954"/>
                    </a:cubicBezTo>
                    <a:cubicBezTo>
                      <a:pt x="280290" y="-3954"/>
                      <a:pt x="290336" y="-3284"/>
                      <a:pt x="307080" y="10111"/>
                    </a:cubicBezTo>
                    <a:lnTo>
                      <a:pt x="324492" y="23505"/>
                    </a:lnTo>
                    <a:lnTo>
                      <a:pt x="324492" y="528479"/>
                    </a:lnTo>
                    <a:lnTo>
                      <a:pt x="324492" y="1033453"/>
                    </a:lnTo>
                    <a:lnTo>
                      <a:pt x="307080" y="1046848"/>
                    </a:lnTo>
                    <a:cubicBezTo>
                      <a:pt x="290336" y="1060242"/>
                      <a:pt x="280290" y="1060912"/>
                      <a:pt x="157061" y="1060912"/>
                    </a:cubicBezTo>
                    <a:cubicBezTo>
                      <a:pt x="36510" y="1060912"/>
                      <a:pt x="23115" y="1059572"/>
                      <a:pt x="9051" y="1048187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2" name="手繪多邊形 41">
                <a:extLst>
                  <a:ext uri="{FF2B5EF4-FFF2-40B4-BE49-F238E27FC236}">
                    <a16:creationId xmlns:a16="http://schemas.microsoft.com/office/drawing/2014/main" id="{C1BEE12E-1B0F-437B-106B-2F711E1EA5D3}"/>
                  </a:ext>
                </a:extLst>
              </p:cNvPr>
              <p:cNvSpPr/>
              <p:nvPr/>
            </p:nvSpPr>
            <p:spPr>
              <a:xfrm flipV="1">
                <a:off x="4026411" y="3733779"/>
                <a:ext cx="1887469" cy="119375"/>
              </a:xfrm>
              <a:custGeom>
                <a:avLst/>
                <a:gdLst>
                  <a:gd name="connsiteX0" fmla="*/ 26506 w 1887469"/>
                  <a:gd name="connsiteY0" fmla="*/ 105633 h 119375"/>
                  <a:gd name="connsiteX1" fmla="*/ 1057 w 1887469"/>
                  <a:gd name="connsiteY1" fmla="*/ 84871 h 119375"/>
                  <a:gd name="connsiteX2" fmla="*/ 9763 w 1887469"/>
                  <a:gd name="connsiteY2" fmla="*/ 13880 h 119375"/>
                  <a:gd name="connsiteX3" fmla="*/ 22488 w 1887469"/>
                  <a:gd name="connsiteY3" fmla="*/ -2193 h 119375"/>
                  <a:gd name="connsiteX4" fmla="*/ 926619 w 1887469"/>
                  <a:gd name="connsiteY4" fmla="*/ -4203 h 119375"/>
                  <a:gd name="connsiteX5" fmla="*/ 1848163 w 1887469"/>
                  <a:gd name="connsiteY5" fmla="*/ 486 h 119375"/>
                  <a:gd name="connsiteX6" fmla="*/ 1852181 w 1887469"/>
                  <a:gd name="connsiteY6" fmla="*/ 102954 h 119375"/>
                  <a:gd name="connsiteX7" fmla="*/ 938004 w 1887469"/>
                  <a:gd name="connsiteY7" fmla="*/ 115009 h 119375"/>
                  <a:gd name="connsiteX8" fmla="*/ 26506 w 1887469"/>
                  <a:gd name="connsiteY8" fmla="*/ 105633 h 11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7469" h="119375">
                    <a:moveTo>
                      <a:pt x="26506" y="105633"/>
                    </a:moveTo>
                    <a:cubicBezTo>
                      <a:pt x="15121" y="100275"/>
                      <a:pt x="3736" y="91568"/>
                      <a:pt x="1057" y="84871"/>
                    </a:cubicBezTo>
                    <a:cubicBezTo>
                      <a:pt x="-6980" y="63440"/>
                      <a:pt x="-2962" y="29284"/>
                      <a:pt x="9763" y="13880"/>
                    </a:cubicBezTo>
                    <a:lnTo>
                      <a:pt x="22488" y="-2193"/>
                    </a:lnTo>
                    <a:lnTo>
                      <a:pt x="926619" y="-4203"/>
                    </a:lnTo>
                    <a:cubicBezTo>
                      <a:pt x="1496556" y="-4872"/>
                      <a:pt x="1837447" y="-3533"/>
                      <a:pt x="1848163" y="486"/>
                    </a:cubicBezTo>
                    <a:cubicBezTo>
                      <a:pt x="1894374" y="18568"/>
                      <a:pt x="1897053" y="80853"/>
                      <a:pt x="1852181" y="102954"/>
                    </a:cubicBezTo>
                    <a:cubicBezTo>
                      <a:pt x="1830080" y="114339"/>
                      <a:pt x="1773153" y="115009"/>
                      <a:pt x="938004" y="115009"/>
                    </a:cubicBezTo>
                    <a:cubicBezTo>
                      <a:pt x="205323" y="114339"/>
                      <a:pt x="43250" y="113000"/>
                      <a:pt x="26506" y="105633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7" name="手繪多邊形 66">
                <a:extLst>
                  <a:ext uri="{FF2B5EF4-FFF2-40B4-BE49-F238E27FC236}">
                    <a16:creationId xmlns:a16="http://schemas.microsoft.com/office/drawing/2014/main" id="{61329B4E-8265-FC7E-3A5E-E89B37314675}"/>
                  </a:ext>
                </a:extLst>
              </p:cNvPr>
              <p:cNvSpPr/>
              <p:nvPr/>
            </p:nvSpPr>
            <p:spPr>
              <a:xfrm flipV="1">
                <a:off x="7254626" y="3740476"/>
                <a:ext cx="328166" cy="837158"/>
              </a:xfrm>
              <a:custGeom>
                <a:avLst/>
                <a:gdLst>
                  <a:gd name="connsiteX0" fmla="*/ 10358 w 328166"/>
                  <a:gd name="connsiteY0" fmla="*/ 816649 h 837158"/>
                  <a:gd name="connsiteX1" fmla="*/ -6386 w 328166"/>
                  <a:gd name="connsiteY1" fmla="*/ 800575 h 837158"/>
                  <a:gd name="connsiteX2" fmla="*/ -6386 w 328166"/>
                  <a:gd name="connsiteY2" fmla="*/ 414813 h 837158"/>
                  <a:gd name="connsiteX3" fmla="*/ -6386 w 328166"/>
                  <a:gd name="connsiteY3" fmla="*/ 29050 h 837158"/>
                  <a:gd name="connsiteX4" fmla="*/ 10358 w 328166"/>
                  <a:gd name="connsiteY4" fmla="*/ 12977 h 837158"/>
                  <a:gd name="connsiteX5" fmla="*/ 161046 w 328166"/>
                  <a:gd name="connsiteY5" fmla="*/ -3767 h 837158"/>
                  <a:gd name="connsiteX6" fmla="*/ 308386 w 328166"/>
                  <a:gd name="connsiteY6" fmla="*/ 9628 h 837158"/>
                  <a:gd name="connsiteX7" fmla="*/ 321781 w 328166"/>
                  <a:gd name="connsiteY7" fmla="*/ 414813 h 837158"/>
                  <a:gd name="connsiteX8" fmla="*/ 308386 w 328166"/>
                  <a:gd name="connsiteY8" fmla="*/ 819997 h 837158"/>
                  <a:gd name="connsiteX9" fmla="*/ 161046 w 328166"/>
                  <a:gd name="connsiteY9" fmla="*/ 833392 h 837158"/>
                  <a:gd name="connsiteX10" fmla="*/ 10358 w 328166"/>
                  <a:gd name="connsiteY10" fmla="*/ 816649 h 837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166" h="837158">
                    <a:moveTo>
                      <a:pt x="10358" y="816649"/>
                    </a:moveTo>
                    <a:lnTo>
                      <a:pt x="-6386" y="800575"/>
                    </a:lnTo>
                    <a:lnTo>
                      <a:pt x="-6386" y="414813"/>
                    </a:lnTo>
                    <a:lnTo>
                      <a:pt x="-6386" y="29050"/>
                    </a:lnTo>
                    <a:lnTo>
                      <a:pt x="10358" y="12977"/>
                    </a:lnTo>
                    <a:cubicBezTo>
                      <a:pt x="26431" y="-3767"/>
                      <a:pt x="27101" y="-3767"/>
                      <a:pt x="161046" y="-3767"/>
                    </a:cubicBezTo>
                    <a:cubicBezTo>
                      <a:pt x="286285" y="-3767"/>
                      <a:pt x="295661" y="-3097"/>
                      <a:pt x="308386" y="9628"/>
                    </a:cubicBezTo>
                    <a:cubicBezTo>
                      <a:pt x="321781" y="23023"/>
                      <a:pt x="321781" y="31729"/>
                      <a:pt x="321781" y="414813"/>
                    </a:cubicBezTo>
                    <a:cubicBezTo>
                      <a:pt x="321781" y="797896"/>
                      <a:pt x="321781" y="806603"/>
                      <a:pt x="308386" y="819997"/>
                    </a:cubicBezTo>
                    <a:cubicBezTo>
                      <a:pt x="295661" y="832722"/>
                      <a:pt x="286285" y="833392"/>
                      <a:pt x="161046" y="833392"/>
                    </a:cubicBezTo>
                    <a:cubicBezTo>
                      <a:pt x="27101" y="833392"/>
                      <a:pt x="26431" y="833392"/>
                      <a:pt x="10358" y="816649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8" name="手繪多邊形 67">
                <a:extLst>
                  <a:ext uri="{FF2B5EF4-FFF2-40B4-BE49-F238E27FC236}">
                    <a16:creationId xmlns:a16="http://schemas.microsoft.com/office/drawing/2014/main" id="{C9ABB821-7AE8-C220-4070-3E951D2768CA}"/>
                  </a:ext>
                </a:extLst>
              </p:cNvPr>
              <p:cNvSpPr/>
              <p:nvPr/>
            </p:nvSpPr>
            <p:spPr>
              <a:xfrm flipV="1">
                <a:off x="6785818" y="3961486"/>
                <a:ext cx="328166" cy="616148"/>
              </a:xfrm>
              <a:custGeom>
                <a:avLst/>
                <a:gdLst>
                  <a:gd name="connsiteX0" fmla="*/ 10988 w 328166"/>
                  <a:gd name="connsiteY0" fmla="*/ 595820 h 616148"/>
                  <a:gd name="connsiteX1" fmla="*/ -5756 w 328166"/>
                  <a:gd name="connsiteY1" fmla="*/ 579747 h 616148"/>
                  <a:gd name="connsiteX2" fmla="*/ -5756 w 328166"/>
                  <a:gd name="connsiteY2" fmla="*/ 301810 h 616148"/>
                  <a:gd name="connsiteX3" fmla="*/ -5756 w 328166"/>
                  <a:gd name="connsiteY3" fmla="*/ 23874 h 616148"/>
                  <a:gd name="connsiteX4" fmla="*/ 11657 w 328166"/>
                  <a:gd name="connsiteY4" fmla="*/ 10479 h 616148"/>
                  <a:gd name="connsiteX5" fmla="*/ 162346 w 328166"/>
                  <a:gd name="connsiteY5" fmla="*/ -3585 h 616148"/>
                  <a:gd name="connsiteX6" fmla="*/ 309016 w 328166"/>
                  <a:gd name="connsiteY6" fmla="*/ 9810 h 616148"/>
                  <a:gd name="connsiteX7" fmla="*/ 322411 w 328166"/>
                  <a:gd name="connsiteY7" fmla="*/ 303150 h 616148"/>
                  <a:gd name="connsiteX8" fmla="*/ 317053 w 328166"/>
                  <a:gd name="connsiteY8" fmla="*/ 589793 h 616148"/>
                  <a:gd name="connsiteX9" fmla="*/ 154979 w 328166"/>
                  <a:gd name="connsiteY9" fmla="*/ 612563 h 616148"/>
                  <a:gd name="connsiteX10" fmla="*/ 10988 w 328166"/>
                  <a:gd name="connsiteY10" fmla="*/ 595820 h 61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166" h="616148">
                    <a:moveTo>
                      <a:pt x="10988" y="595820"/>
                    </a:moveTo>
                    <a:lnTo>
                      <a:pt x="-5756" y="579747"/>
                    </a:lnTo>
                    <a:lnTo>
                      <a:pt x="-5756" y="301810"/>
                    </a:lnTo>
                    <a:lnTo>
                      <a:pt x="-5756" y="23874"/>
                    </a:lnTo>
                    <a:lnTo>
                      <a:pt x="11657" y="10479"/>
                    </a:lnTo>
                    <a:cubicBezTo>
                      <a:pt x="28401" y="-2915"/>
                      <a:pt x="38446" y="-3585"/>
                      <a:pt x="162346" y="-3585"/>
                    </a:cubicBezTo>
                    <a:cubicBezTo>
                      <a:pt x="286915" y="-3585"/>
                      <a:pt x="296291" y="-2915"/>
                      <a:pt x="309016" y="9810"/>
                    </a:cubicBezTo>
                    <a:cubicBezTo>
                      <a:pt x="321741" y="22534"/>
                      <a:pt x="322411" y="31911"/>
                      <a:pt x="322411" y="303150"/>
                    </a:cubicBezTo>
                    <a:cubicBezTo>
                      <a:pt x="322411" y="456517"/>
                      <a:pt x="319732" y="585774"/>
                      <a:pt x="317053" y="589793"/>
                    </a:cubicBezTo>
                    <a:cubicBezTo>
                      <a:pt x="304328" y="609215"/>
                      <a:pt x="279548" y="612563"/>
                      <a:pt x="154979" y="612563"/>
                    </a:cubicBezTo>
                    <a:cubicBezTo>
                      <a:pt x="28401" y="612563"/>
                      <a:pt x="27061" y="612563"/>
                      <a:pt x="10988" y="595820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9" name="手繪多邊形 68">
                <a:extLst>
                  <a:ext uri="{FF2B5EF4-FFF2-40B4-BE49-F238E27FC236}">
                    <a16:creationId xmlns:a16="http://schemas.microsoft.com/office/drawing/2014/main" id="{70651F64-0526-3594-A046-6706B4F86938}"/>
                  </a:ext>
                </a:extLst>
              </p:cNvPr>
              <p:cNvSpPr/>
              <p:nvPr/>
            </p:nvSpPr>
            <p:spPr>
              <a:xfrm flipV="1">
                <a:off x="4023686" y="4008367"/>
                <a:ext cx="1890727" cy="113853"/>
              </a:xfrm>
              <a:custGeom>
                <a:avLst/>
                <a:gdLst>
                  <a:gd name="connsiteX0" fmla="*/ 18517 w 1890727"/>
                  <a:gd name="connsiteY0" fmla="*/ 96538 h 113853"/>
                  <a:gd name="connsiteX1" fmla="*/ -2244 w 1890727"/>
                  <a:gd name="connsiteY1" fmla="*/ 65731 h 113853"/>
                  <a:gd name="connsiteX2" fmla="*/ 19857 w 1890727"/>
                  <a:gd name="connsiteY2" fmla="*/ 2777 h 113853"/>
                  <a:gd name="connsiteX3" fmla="*/ 942740 w 1890727"/>
                  <a:gd name="connsiteY3" fmla="*/ -3921 h 113853"/>
                  <a:gd name="connsiteX4" fmla="*/ 1867632 w 1890727"/>
                  <a:gd name="connsiteY4" fmla="*/ 8135 h 113853"/>
                  <a:gd name="connsiteX5" fmla="*/ 1886385 w 1890727"/>
                  <a:gd name="connsiteY5" fmla="*/ 44300 h 113853"/>
                  <a:gd name="connsiteX6" fmla="*/ 1869642 w 1890727"/>
                  <a:gd name="connsiteY6" fmla="*/ 89841 h 113853"/>
                  <a:gd name="connsiteX7" fmla="*/ 1849550 w 1890727"/>
                  <a:gd name="connsiteY7" fmla="*/ 109933 h 113853"/>
                  <a:gd name="connsiteX8" fmla="*/ 942070 w 1890727"/>
                  <a:gd name="connsiteY8" fmla="*/ 109933 h 113853"/>
                  <a:gd name="connsiteX9" fmla="*/ 18517 w 1890727"/>
                  <a:gd name="connsiteY9" fmla="*/ 96538 h 1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0727" h="113853">
                    <a:moveTo>
                      <a:pt x="18517" y="96538"/>
                    </a:moveTo>
                    <a:cubicBezTo>
                      <a:pt x="9141" y="89171"/>
                      <a:pt x="-235" y="75107"/>
                      <a:pt x="-2244" y="65731"/>
                    </a:cubicBezTo>
                    <a:cubicBezTo>
                      <a:pt x="-6263" y="42291"/>
                      <a:pt x="4453" y="10813"/>
                      <a:pt x="19857" y="2777"/>
                    </a:cubicBezTo>
                    <a:cubicBezTo>
                      <a:pt x="27893" y="-1242"/>
                      <a:pt x="362087" y="-3921"/>
                      <a:pt x="942740" y="-3921"/>
                    </a:cubicBezTo>
                    <a:cubicBezTo>
                      <a:pt x="1799990" y="-3921"/>
                      <a:pt x="1854238" y="-3251"/>
                      <a:pt x="1867632" y="8135"/>
                    </a:cubicBezTo>
                    <a:cubicBezTo>
                      <a:pt x="1875669" y="14162"/>
                      <a:pt x="1883706" y="30905"/>
                      <a:pt x="1886385" y="44300"/>
                    </a:cubicBezTo>
                    <a:cubicBezTo>
                      <a:pt x="1889733" y="65731"/>
                      <a:pt x="1887054" y="71759"/>
                      <a:pt x="1869642" y="89841"/>
                    </a:cubicBezTo>
                    <a:lnTo>
                      <a:pt x="1849550" y="109933"/>
                    </a:lnTo>
                    <a:lnTo>
                      <a:pt x="942070" y="109933"/>
                    </a:lnTo>
                    <a:cubicBezTo>
                      <a:pt x="48655" y="109933"/>
                      <a:pt x="34591" y="109933"/>
                      <a:pt x="18517" y="96538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0" name="手繪多邊形 69">
                <a:extLst>
                  <a:ext uri="{FF2B5EF4-FFF2-40B4-BE49-F238E27FC236}">
                    <a16:creationId xmlns:a16="http://schemas.microsoft.com/office/drawing/2014/main" id="{582F77AB-FD2F-F1F8-36D8-B9BF317E47D4}"/>
                  </a:ext>
                </a:extLst>
              </p:cNvPr>
              <p:cNvSpPr/>
              <p:nvPr/>
            </p:nvSpPr>
            <p:spPr>
              <a:xfrm flipV="1">
                <a:off x="6310312" y="4128918"/>
                <a:ext cx="334863" cy="448716"/>
              </a:xfrm>
              <a:custGeom>
                <a:avLst/>
                <a:gdLst>
                  <a:gd name="connsiteX0" fmla="*/ 8274 w 334863"/>
                  <a:gd name="connsiteY0" fmla="*/ 430535 h 448716"/>
                  <a:gd name="connsiteX1" fmla="*/ -5121 w 334863"/>
                  <a:gd name="connsiteY1" fmla="*/ 220241 h 448716"/>
                  <a:gd name="connsiteX2" fmla="*/ -5121 w 334863"/>
                  <a:gd name="connsiteY2" fmla="*/ 24011 h 448716"/>
                  <a:gd name="connsiteX3" fmla="*/ 12292 w 334863"/>
                  <a:gd name="connsiteY3" fmla="*/ 10617 h 448716"/>
                  <a:gd name="connsiteX4" fmla="*/ 164990 w 334863"/>
                  <a:gd name="connsiteY4" fmla="*/ -3448 h 448716"/>
                  <a:gd name="connsiteX5" fmla="*/ 315008 w 334863"/>
                  <a:gd name="connsiteY5" fmla="*/ 7268 h 448716"/>
                  <a:gd name="connsiteX6" fmla="*/ 329742 w 334863"/>
                  <a:gd name="connsiteY6" fmla="*/ 216223 h 448716"/>
                  <a:gd name="connsiteX7" fmla="*/ 319027 w 334863"/>
                  <a:gd name="connsiteY7" fmla="*/ 430535 h 448716"/>
                  <a:gd name="connsiteX8" fmla="*/ 165659 w 334863"/>
                  <a:gd name="connsiteY8" fmla="*/ 445269 h 448716"/>
                  <a:gd name="connsiteX9" fmla="*/ 8274 w 334863"/>
                  <a:gd name="connsiteY9" fmla="*/ 430535 h 448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63" h="448716">
                    <a:moveTo>
                      <a:pt x="8274" y="430535"/>
                    </a:moveTo>
                    <a:cubicBezTo>
                      <a:pt x="-4451" y="416471"/>
                      <a:pt x="-5121" y="407765"/>
                      <a:pt x="-5121" y="220241"/>
                    </a:cubicBezTo>
                    <a:lnTo>
                      <a:pt x="-5121" y="24011"/>
                    </a:lnTo>
                    <a:lnTo>
                      <a:pt x="12292" y="10617"/>
                    </a:lnTo>
                    <a:cubicBezTo>
                      <a:pt x="29035" y="-2778"/>
                      <a:pt x="38411" y="-3448"/>
                      <a:pt x="164990" y="-3448"/>
                    </a:cubicBezTo>
                    <a:cubicBezTo>
                      <a:pt x="276164" y="-3448"/>
                      <a:pt x="302284" y="-1438"/>
                      <a:pt x="315008" y="7268"/>
                    </a:cubicBezTo>
                    <a:cubicBezTo>
                      <a:pt x="329742" y="17314"/>
                      <a:pt x="329742" y="18653"/>
                      <a:pt x="329742" y="216223"/>
                    </a:cubicBezTo>
                    <a:cubicBezTo>
                      <a:pt x="329742" y="385664"/>
                      <a:pt x="328403" y="417811"/>
                      <a:pt x="319027" y="430535"/>
                    </a:cubicBezTo>
                    <a:cubicBezTo>
                      <a:pt x="308981" y="445269"/>
                      <a:pt x="306302" y="445269"/>
                      <a:pt x="165659" y="445269"/>
                    </a:cubicBezTo>
                    <a:cubicBezTo>
                      <a:pt x="27026" y="445269"/>
                      <a:pt x="21668" y="444600"/>
                      <a:pt x="8274" y="430535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" name="手繪多邊形 70">
                <a:extLst>
                  <a:ext uri="{FF2B5EF4-FFF2-40B4-BE49-F238E27FC236}">
                    <a16:creationId xmlns:a16="http://schemas.microsoft.com/office/drawing/2014/main" id="{E63A91B1-DADD-152A-AF65-7DE78995033A}"/>
                  </a:ext>
                </a:extLst>
              </p:cNvPr>
              <p:cNvSpPr/>
              <p:nvPr/>
            </p:nvSpPr>
            <p:spPr>
              <a:xfrm flipV="1">
                <a:off x="4025386" y="4284497"/>
                <a:ext cx="1886606" cy="118242"/>
              </a:xfrm>
              <a:custGeom>
                <a:avLst/>
                <a:gdLst>
                  <a:gd name="connsiteX0" fmla="*/ 25524 w 1886606"/>
                  <a:gd name="connsiteY0" fmla="*/ 107615 h 118242"/>
                  <a:gd name="connsiteX1" fmla="*/ -595 w 1886606"/>
                  <a:gd name="connsiteY1" fmla="*/ 37964 h 118242"/>
                  <a:gd name="connsiteX2" fmla="*/ 948408 w 1886606"/>
                  <a:gd name="connsiteY2" fmla="*/ -2889 h 118242"/>
                  <a:gd name="connsiteX3" fmla="*/ 1852538 w 1886606"/>
                  <a:gd name="connsiteY3" fmla="*/ -880 h 118242"/>
                  <a:gd name="connsiteX4" fmla="*/ 1867942 w 1886606"/>
                  <a:gd name="connsiteY4" fmla="*/ 14523 h 118242"/>
                  <a:gd name="connsiteX5" fmla="*/ 1867942 w 1886606"/>
                  <a:gd name="connsiteY5" fmla="*/ 97569 h 118242"/>
                  <a:gd name="connsiteX6" fmla="*/ 1852538 w 1886606"/>
                  <a:gd name="connsiteY6" fmla="*/ 112973 h 118242"/>
                  <a:gd name="connsiteX7" fmla="*/ 947068 w 1886606"/>
                  <a:gd name="connsiteY7" fmla="*/ 114313 h 118242"/>
                  <a:gd name="connsiteX8" fmla="*/ 25524 w 1886606"/>
                  <a:gd name="connsiteY8" fmla="*/ 107615 h 11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6606" h="118242">
                    <a:moveTo>
                      <a:pt x="25524" y="107615"/>
                    </a:moveTo>
                    <a:cubicBezTo>
                      <a:pt x="3423" y="96900"/>
                      <a:pt x="-8632" y="65423"/>
                      <a:pt x="-595" y="37964"/>
                    </a:cubicBezTo>
                    <a:cubicBezTo>
                      <a:pt x="11460" y="-6908"/>
                      <a:pt x="-51494" y="-4229"/>
                      <a:pt x="948408" y="-2889"/>
                    </a:cubicBezTo>
                    <a:lnTo>
                      <a:pt x="1852538" y="-880"/>
                    </a:lnTo>
                    <a:lnTo>
                      <a:pt x="1867942" y="14523"/>
                    </a:lnTo>
                    <a:cubicBezTo>
                      <a:pt x="1888704" y="35285"/>
                      <a:pt x="1888704" y="76808"/>
                      <a:pt x="1867942" y="97569"/>
                    </a:cubicBezTo>
                    <a:lnTo>
                      <a:pt x="1852538" y="112973"/>
                    </a:lnTo>
                    <a:lnTo>
                      <a:pt x="947068" y="114313"/>
                    </a:lnTo>
                    <a:cubicBezTo>
                      <a:pt x="236488" y="115652"/>
                      <a:pt x="38249" y="114313"/>
                      <a:pt x="25524" y="107615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" name="手繪多邊形 71">
                <a:extLst>
                  <a:ext uri="{FF2B5EF4-FFF2-40B4-BE49-F238E27FC236}">
                    <a16:creationId xmlns:a16="http://schemas.microsoft.com/office/drawing/2014/main" id="{70DA8166-8723-274C-5517-A6F287737F58}"/>
                  </a:ext>
                </a:extLst>
              </p:cNvPr>
              <p:cNvSpPr/>
              <p:nvPr/>
            </p:nvSpPr>
            <p:spPr>
              <a:xfrm flipV="1">
                <a:off x="4026544" y="4557543"/>
                <a:ext cx="1368921" cy="113853"/>
              </a:xfrm>
              <a:custGeom>
                <a:avLst/>
                <a:gdLst>
                  <a:gd name="connsiteX0" fmla="*/ 14666 w 1368921"/>
                  <a:gd name="connsiteY0" fmla="*/ 96771 h 113853"/>
                  <a:gd name="connsiteX1" fmla="*/ -2747 w 1368921"/>
                  <a:gd name="connsiteY1" fmla="*/ 53908 h 113853"/>
                  <a:gd name="connsiteX2" fmla="*/ 14666 w 1368921"/>
                  <a:gd name="connsiteY2" fmla="*/ 11046 h 113853"/>
                  <a:gd name="connsiteX3" fmla="*/ 681044 w 1368921"/>
                  <a:gd name="connsiteY3" fmla="*/ -3019 h 113853"/>
                  <a:gd name="connsiteX4" fmla="*/ 1329339 w 1368921"/>
                  <a:gd name="connsiteY4" fmla="*/ -3019 h 113853"/>
                  <a:gd name="connsiteX5" fmla="*/ 1347422 w 1368921"/>
                  <a:gd name="connsiteY5" fmla="*/ 13055 h 113853"/>
                  <a:gd name="connsiteX6" fmla="*/ 1366174 w 1368921"/>
                  <a:gd name="connsiteY6" fmla="*/ 53908 h 113853"/>
                  <a:gd name="connsiteX7" fmla="*/ 1347422 w 1368921"/>
                  <a:gd name="connsiteY7" fmla="*/ 94762 h 113853"/>
                  <a:gd name="connsiteX8" fmla="*/ 1329339 w 1368921"/>
                  <a:gd name="connsiteY8" fmla="*/ 110835 h 113853"/>
                  <a:gd name="connsiteX9" fmla="*/ 681044 w 1368921"/>
                  <a:gd name="connsiteY9" fmla="*/ 110835 h 113853"/>
                  <a:gd name="connsiteX10" fmla="*/ 14666 w 1368921"/>
                  <a:gd name="connsiteY10" fmla="*/ 96771 h 1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68921" h="113853">
                    <a:moveTo>
                      <a:pt x="14666" y="96771"/>
                    </a:moveTo>
                    <a:cubicBezTo>
                      <a:pt x="602" y="86055"/>
                      <a:pt x="-2747" y="77349"/>
                      <a:pt x="-2747" y="53908"/>
                    </a:cubicBezTo>
                    <a:cubicBezTo>
                      <a:pt x="-2747" y="30468"/>
                      <a:pt x="602" y="21761"/>
                      <a:pt x="14666" y="11046"/>
                    </a:cubicBezTo>
                    <a:cubicBezTo>
                      <a:pt x="32749" y="-3019"/>
                      <a:pt x="35428" y="-3019"/>
                      <a:pt x="681044" y="-3019"/>
                    </a:cubicBezTo>
                    <a:lnTo>
                      <a:pt x="1329339" y="-3019"/>
                    </a:lnTo>
                    <a:lnTo>
                      <a:pt x="1347422" y="13055"/>
                    </a:lnTo>
                    <a:cubicBezTo>
                      <a:pt x="1361486" y="25110"/>
                      <a:pt x="1366174" y="34486"/>
                      <a:pt x="1366174" y="53908"/>
                    </a:cubicBezTo>
                    <a:cubicBezTo>
                      <a:pt x="1366174" y="73330"/>
                      <a:pt x="1361486" y="82707"/>
                      <a:pt x="1347422" y="94762"/>
                    </a:cubicBezTo>
                    <a:lnTo>
                      <a:pt x="1329339" y="110835"/>
                    </a:lnTo>
                    <a:lnTo>
                      <a:pt x="681044" y="110835"/>
                    </a:lnTo>
                    <a:cubicBezTo>
                      <a:pt x="35428" y="110835"/>
                      <a:pt x="32749" y="110835"/>
                      <a:pt x="14666" y="96771"/>
                    </a:cubicBezTo>
                    <a:close/>
                  </a:path>
                </a:pathLst>
              </a:custGeom>
              <a:solidFill>
                <a:srgbClr val="20398A"/>
              </a:solidFill>
              <a:ln w="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74" name="手繪多邊形 73">
              <a:extLst>
                <a:ext uri="{FF2B5EF4-FFF2-40B4-BE49-F238E27FC236}">
                  <a16:creationId xmlns:a16="http://schemas.microsoft.com/office/drawing/2014/main" id="{46E41D0D-DD08-833A-8E10-43243FCFE9F8}"/>
                </a:ext>
              </a:extLst>
            </p:cNvPr>
            <p:cNvSpPr/>
            <p:nvPr/>
          </p:nvSpPr>
          <p:spPr>
            <a:xfrm flipH="1" flipV="1">
              <a:off x="6624132" y="2489837"/>
              <a:ext cx="227750" cy="728252"/>
            </a:xfrm>
            <a:custGeom>
              <a:avLst/>
              <a:gdLst>
                <a:gd name="connsiteX0" fmla="*/ 126058 w 227750"/>
                <a:gd name="connsiteY0" fmla="*/ 714046 h 728252"/>
                <a:gd name="connsiteX1" fmla="*/ 64444 w 227750"/>
                <a:gd name="connsiteY1" fmla="*/ 545945 h 728252"/>
                <a:gd name="connsiteX2" fmla="*/ 23590 w 227750"/>
                <a:gd name="connsiteY2" fmla="*/ 405302 h 728252"/>
                <a:gd name="connsiteX3" fmla="*/ -2529 w 227750"/>
                <a:gd name="connsiteY3" fmla="*/ 359091 h 728252"/>
                <a:gd name="connsiteX4" fmla="*/ 17563 w 227750"/>
                <a:gd name="connsiteY4" fmla="*/ 318907 h 728252"/>
                <a:gd name="connsiteX5" fmla="*/ 63774 w 227750"/>
                <a:gd name="connsiteY5" fmla="*/ 191659 h 728252"/>
                <a:gd name="connsiteX6" fmla="*/ 97930 w 227750"/>
                <a:gd name="connsiteY6" fmla="*/ 36952 h 728252"/>
                <a:gd name="connsiteX7" fmla="*/ 177627 w 227750"/>
                <a:gd name="connsiteY7" fmla="*/ -5910 h 728252"/>
                <a:gd name="connsiteX8" fmla="*/ 205086 w 227750"/>
                <a:gd name="connsiteY8" fmla="*/ 74457 h 728252"/>
                <a:gd name="connsiteX9" fmla="*/ 178967 w 227750"/>
                <a:gd name="connsiteY9" fmla="*/ 159512 h 728252"/>
                <a:gd name="connsiteX10" fmla="*/ 164903 w 227750"/>
                <a:gd name="connsiteY10" fmla="*/ 253274 h 728252"/>
                <a:gd name="connsiteX11" fmla="*/ 120031 w 227750"/>
                <a:gd name="connsiteY11" fmla="*/ 347036 h 728252"/>
                <a:gd name="connsiteX12" fmla="*/ 96591 w 227750"/>
                <a:gd name="connsiteY12" fmla="*/ 360430 h 728252"/>
                <a:gd name="connsiteX13" fmla="*/ 120701 w 227750"/>
                <a:gd name="connsiteY13" fmla="*/ 374495 h 728252"/>
                <a:gd name="connsiteX14" fmla="*/ 177627 w 227750"/>
                <a:gd name="connsiteY14" fmla="*/ 555991 h 728252"/>
                <a:gd name="connsiteX15" fmla="*/ 205756 w 227750"/>
                <a:gd name="connsiteY15" fmla="*/ 647743 h 728252"/>
                <a:gd name="connsiteX16" fmla="*/ 223839 w 227750"/>
                <a:gd name="connsiteY16" fmla="*/ 701991 h 728252"/>
                <a:gd name="connsiteX17" fmla="*/ 184994 w 227750"/>
                <a:gd name="connsiteY17" fmla="*/ 722083 h 728252"/>
                <a:gd name="connsiteX18" fmla="*/ 126058 w 227750"/>
                <a:gd name="connsiteY18" fmla="*/ 714046 h 72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7750" h="728252">
                  <a:moveTo>
                    <a:pt x="126058" y="714046"/>
                  </a:moveTo>
                  <a:cubicBezTo>
                    <a:pt x="89893" y="697973"/>
                    <a:pt x="72480" y="650422"/>
                    <a:pt x="64444" y="545945"/>
                  </a:cubicBezTo>
                  <a:cubicBezTo>
                    <a:pt x="55067" y="427403"/>
                    <a:pt x="54398" y="424724"/>
                    <a:pt x="23590" y="405302"/>
                  </a:cubicBezTo>
                  <a:cubicBezTo>
                    <a:pt x="-520" y="390568"/>
                    <a:pt x="-2529" y="386550"/>
                    <a:pt x="-2529" y="359091"/>
                  </a:cubicBezTo>
                  <a:cubicBezTo>
                    <a:pt x="-2529" y="332972"/>
                    <a:pt x="-520" y="328284"/>
                    <a:pt x="17563" y="318907"/>
                  </a:cubicBezTo>
                  <a:cubicBezTo>
                    <a:pt x="51049" y="301494"/>
                    <a:pt x="57077" y="285421"/>
                    <a:pt x="63774" y="191659"/>
                  </a:cubicBezTo>
                  <a:cubicBezTo>
                    <a:pt x="71811" y="95888"/>
                    <a:pt x="76499" y="71778"/>
                    <a:pt x="97930" y="36952"/>
                  </a:cubicBezTo>
                  <a:cubicBezTo>
                    <a:pt x="116013" y="8824"/>
                    <a:pt x="142132" y="-5910"/>
                    <a:pt x="177627" y="-5910"/>
                  </a:cubicBezTo>
                  <a:cubicBezTo>
                    <a:pt x="231875" y="-5910"/>
                    <a:pt x="237903" y="10163"/>
                    <a:pt x="205086" y="74457"/>
                  </a:cubicBezTo>
                  <a:cubicBezTo>
                    <a:pt x="193701" y="96558"/>
                    <a:pt x="182316" y="133393"/>
                    <a:pt x="178967" y="159512"/>
                  </a:cubicBezTo>
                  <a:cubicBezTo>
                    <a:pt x="174949" y="184292"/>
                    <a:pt x="168921" y="226485"/>
                    <a:pt x="164903" y="253274"/>
                  </a:cubicBezTo>
                  <a:cubicBezTo>
                    <a:pt x="156196" y="315559"/>
                    <a:pt x="148829" y="330962"/>
                    <a:pt x="120031" y="347036"/>
                  </a:cubicBezTo>
                  <a:lnTo>
                    <a:pt x="96591" y="360430"/>
                  </a:lnTo>
                  <a:lnTo>
                    <a:pt x="120701" y="374495"/>
                  </a:lnTo>
                  <a:cubicBezTo>
                    <a:pt x="154857" y="394586"/>
                    <a:pt x="159545" y="409320"/>
                    <a:pt x="177627" y="555991"/>
                  </a:cubicBezTo>
                  <a:cubicBezTo>
                    <a:pt x="182985" y="596844"/>
                    <a:pt x="190352" y="620954"/>
                    <a:pt x="205756" y="647743"/>
                  </a:cubicBezTo>
                  <a:cubicBezTo>
                    <a:pt x="218481" y="669844"/>
                    <a:pt x="225178" y="690606"/>
                    <a:pt x="223839" y="701991"/>
                  </a:cubicBezTo>
                  <a:cubicBezTo>
                    <a:pt x="221829" y="719404"/>
                    <a:pt x="219820" y="720743"/>
                    <a:pt x="184994" y="722083"/>
                  </a:cubicBezTo>
                  <a:cubicBezTo>
                    <a:pt x="164233" y="723422"/>
                    <a:pt x="138783" y="719404"/>
                    <a:pt x="126058" y="714046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87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15</Words>
  <Application>Microsoft Macintosh PowerPoint</Application>
  <PresentationFormat>寬螢幕</PresentationFormat>
  <Paragraphs>12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宋品岳</dc:creator>
  <cp:lastModifiedBy>宋品岳</cp:lastModifiedBy>
  <cp:revision>2</cp:revision>
  <dcterms:created xsi:type="dcterms:W3CDTF">2025-05-04T03:58:57Z</dcterms:created>
  <dcterms:modified xsi:type="dcterms:W3CDTF">2025-05-05T11:23:20Z</dcterms:modified>
</cp:coreProperties>
</file>