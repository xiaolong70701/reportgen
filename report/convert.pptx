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56" r:id="rId4"/>
    <p:sldId id="25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6C9E"/>
    <a:srgbClr val="2859C2"/>
    <a:srgbClr val="D6B30E"/>
    <a:srgbClr val="7D7EC8"/>
    <a:srgbClr val="20398A"/>
    <a:srgbClr val="CDA715"/>
    <a:srgbClr val="FFC5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>
        <p:scale>
          <a:sx n="82" d="100"/>
          <a:sy n="82" d="100"/>
        </p:scale>
        <p:origin x="169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9B63E-379E-5CB2-4374-961F6DAB5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7DF61C-D15F-379E-A67A-5298E3BC4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732180-45F6-C240-91D2-23A7EBD0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060D91-9F53-A601-7344-BD601CE1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95A406-4838-83E8-4E06-C9831040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301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A73AD0-ABF9-67AF-DB97-6BCCFFDA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E330E3-5388-6F7E-CF65-0EF97BEB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C2E590-FF38-37F4-E69A-72A3CFEE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9B8241-0526-DF90-A9EA-DC7A3FF9B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74EAEB-4A8B-013F-4FE1-AD218DD8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362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96CD3-830E-2681-0F5D-5382FBBC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C876FA-3AAB-1921-4384-008FE6186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6BA222-9AC3-0C32-E4B8-8784415A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C81899-4A5C-B104-828A-D7BA7507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048643-4272-359B-C35E-6F8E750C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064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09452-2E0D-26C9-3584-1574F147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9E3EF1-752F-B5C2-429C-79306607C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D9481A0-5649-0520-26A0-3180D6A84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BA9E48-3A7F-5222-50AE-38623CD47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13EC8E-9609-6A52-4F3E-1E67E625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634795-0EC1-EE27-4E38-FC9103E2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897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7DDB28-45AE-7F60-99E2-A5551AF52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1E8C37-D865-D8BF-4462-0A8603389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73BB81-E885-7AC8-0357-E6E2C4626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197A23C-C5E2-E7AC-2FE1-B366448C8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D7D93F9-3803-426C-B984-8CED01EB1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2F3C8E1-2500-3CFF-2EC0-235FB418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80D4EC6-DB1B-7D6A-0BC0-D413BDD2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48A0701-3060-A96F-777E-4E152E47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112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83B1B-6E52-81EE-610C-1754DFFD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838EB88-4C5E-6E51-2D58-F2458E8F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3AD26A-3BB6-5253-E97E-76A61611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3D47C16-EAE2-F8C5-824D-7D639951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579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CF69D36-FE11-E756-DC6D-4B4F7498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3973A2D-9814-5F5E-62EE-267E3A69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78F152-FFE3-52A8-9B75-C654B3D8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015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556ED-D64F-1CE4-6AF7-C651F3CD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045D43-62DE-F3A6-7954-29E2609FA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C63DE62-5F83-2C7C-2571-A45917233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4C77A5-1AD6-F5EE-5356-F0F6CA68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0C3F12-8ED8-E6D8-7E8C-ACF7CF61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325DB1-7212-B75E-E845-627D3D230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478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C8AC50-F02A-3418-E5C2-DE9CE3856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58E4ADA-AB6F-E88D-5222-1C4A9CDD9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C63657D-1C1E-FF24-24F3-197D73A05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9CBCE5-F333-0ECB-2E4A-A772D2B0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674D8C7-7ECC-83DB-7A0C-7A5E95619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76F290-11CB-C8E5-2230-F9E9217B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461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8CD562-ED31-9CE3-BEC5-46A2E7EA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FAA83B-4557-4A83-8829-406FBCAA8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0BE307-F014-BFF9-54A7-EAD9A84C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0C1F49-C88E-9B73-47C4-99B24DAD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2E802A-F20C-5653-5332-F1D82473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402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F258AC-1E2E-8CD0-701C-931B37572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5FE6876-2D74-6BFD-BCF7-6950D0257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5D5572-D7D4-DE89-AD79-CB7C3C94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3B9BE1-21AB-9B61-9D61-24152C4EA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ED0EC9-4428-A613-B39A-1275990C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672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EE5CBE5-532C-43D6-61B3-899CFBCA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BF3F99-5D00-D63A-CF3D-B02C14AE8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699A18-7B98-BDB5-82F2-881EB39DC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7ABEE-94C1-DA46-A516-716A1C903F72}" type="datetimeFigureOut">
              <a:rPr kumimoji="1" lang="zh-TW" altLang="en-US" smtClean="0"/>
              <a:t>2025/5/4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442EE8-DC90-6157-28FA-5CC12DE8A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659106-7414-6034-4F2D-D380CBDD7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F8292-C6BE-3F41-AD1E-CB4A07BA060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3855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C9B00B92-FA99-F04C-2527-2E849C047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3244" y="-440575"/>
            <a:ext cx="13758487" cy="773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14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8A9DC2A-A51E-9769-F2FF-CF7CAC6B6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51" y="1638382"/>
            <a:ext cx="9976298" cy="358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79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群組 23">
            <a:extLst>
              <a:ext uri="{FF2B5EF4-FFF2-40B4-BE49-F238E27FC236}">
                <a16:creationId xmlns:a16="http://schemas.microsoft.com/office/drawing/2014/main" id="{D7FD4438-FB48-FF76-D6BC-4D96E3C09CFC}"/>
              </a:ext>
            </a:extLst>
          </p:cNvPr>
          <p:cNvGrpSpPr/>
          <p:nvPr/>
        </p:nvGrpSpPr>
        <p:grpSpPr>
          <a:xfrm>
            <a:off x="1227674" y="1405148"/>
            <a:ext cx="6214371" cy="4486785"/>
            <a:chOff x="1227674" y="1405148"/>
            <a:chExt cx="6214371" cy="4486785"/>
          </a:xfrm>
        </p:grpSpPr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3ABE31DB-FAAF-CC6D-C149-8E5103CACB8F}"/>
                </a:ext>
              </a:extLst>
            </p:cNvPr>
            <p:cNvSpPr/>
            <p:nvPr/>
          </p:nvSpPr>
          <p:spPr>
            <a:xfrm flipV="1">
              <a:off x="1227674" y="1405148"/>
              <a:ext cx="6214371" cy="4486785"/>
            </a:xfrm>
            <a:custGeom>
              <a:avLst/>
              <a:gdLst>
                <a:gd name="connsiteX0" fmla="*/ 2419192 w 6214371"/>
                <a:gd name="connsiteY0" fmla="*/ 4475205 h 4486785"/>
                <a:gd name="connsiteX1" fmla="*/ 2107769 w 6214371"/>
                <a:gd name="connsiteY1" fmla="*/ 4372067 h 4486785"/>
                <a:gd name="connsiteX2" fmla="*/ 2017356 w 6214371"/>
                <a:gd name="connsiteY2" fmla="*/ 4295718 h 4486785"/>
                <a:gd name="connsiteX3" fmla="*/ 1918906 w 6214371"/>
                <a:gd name="connsiteY3" fmla="*/ 4224057 h 4486785"/>
                <a:gd name="connsiteX4" fmla="*/ 1718658 w 6214371"/>
                <a:gd name="connsiteY4" fmla="*/ 4023139 h 4486785"/>
                <a:gd name="connsiteX5" fmla="*/ 1678474 w 6214371"/>
                <a:gd name="connsiteY5" fmla="*/ 3621973 h 4486785"/>
                <a:gd name="connsiteX6" fmla="*/ 1687181 w 6214371"/>
                <a:gd name="connsiteY6" fmla="*/ 3568395 h 4486785"/>
                <a:gd name="connsiteX7" fmla="*/ 1667759 w 6214371"/>
                <a:gd name="connsiteY7" fmla="*/ 3543615 h 4486785"/>
                <a:gd name="connsiteX8" fmla="*/ 1627575 w 6214371"/>
                <a:gd name="connsiteY8" fmla="*/ 3473293 h 4486785"/>
                <a:gd name="connsiteX9" fmla="*/ 1603465 w 6214371"/>
                <a:gd name="connsiteY9" fmla="*/ 3364128 h 4486785"/>
                <a:gd name="connsiteX10" fmla="*/ 1639630 w 6214371"/>
                <a:gd name="connsiteY10" fmla="*/ 3177944 h 4486785"/>
                <a:gd name="connsiteX11" fmla="*/ 1771566 w 6214371"/>
                <a:gd name="connsiteY11" fmla="*/ 3042659 h 4486785"/>
                <a:gd name="connsiteX12" fmla="*/ 1816438 w 6214371"/>
                <a:gd name="connsiteY12" fmla="*/ 3019219 h 4486785"/>
                <a:gd name="connsiteX13" fmla="*/ 1803044 w 6214371"/>
                <a:gd name="connsiteY13" fmla="*/ 2975017 h 4486785"/>
                <a:gd name="connsiteX14" fmla="*/ 1692539 w 6214371"/>
                <a:gd name="connsiteY14" fmla="*/ 2827007 h 4486785"/>
                <a:gd name="connsiteX15" fmla="*/ 1347630 w 6214371"/>
                <a:gd name="connsiteY15" fmla="*/ 2703778 h 4486785"/>
                <a:gd name="connsiteX16" fmla="*/ 812518 w 6214371"/>
                <a:gd name="connsiteY16" fmla="*/ 2415795 h 4486785"/>
                <a:gd name="connsiteX17" fmla="*/ 560701 w 6214371"/>
                <a:gd name="connsiteY17" fmla="*/ 1921537 h 4486785"/>
                <a:gd name="connsiteX18" fmla="*/ 523866 w 6214371"/>
                <a:gd name="connsiteY18" fmla="*/ 1669720 h 4486785"/>
                <a:gd name="connsiteX19" fmla="*/ 464930 w 6214371"/>
                <a:gd name="connsiteY19" fmla="*/ 1665701 h 4486785"/>
                <a:gd name="connsiteX20" fmla="*/ 65103 w 6214371"/>
                <a:gd name="connsiteY20" fmla="*/ 1346242 h 4486785"/>
                <a:gd name="connsiteX21" fmla="*/ 34965 w 6214371"/>
                <a:gd name="connsiteY21" fmla="*/ 952443 h 4486785"/>
                <a:gd name="connsiteX22" fmla="*/ 179626 w 6214371"/>
                <a:gd name="connsiteY22" fmla="*/ 120642 h 4486785"/>
                <a:gd name="connsiteX23" fmla="*/ 189003 w 6214371"/>
                <a:gd name="connsiteY23" fmla="*/ 88495 h 4486785"/>
                <a:gd name="connsiteX24" fmla="*/ 103278 w 6214371"/>
                <a:gd name="connsiteY24" fmla="*/ 82468 h 4486785"/>
                <a:gd name="connsiteX25" fmla="*/ 6167 w 6214371"/>
                <a:gd name="connsiteY25" fmla="*/ 70413 h 4486785"/>
                <a:gd name="connsiteX26" fmla="*/ 9516 w 6214371"/>
                <a:gd name="connsiteY26" fmla="*/ 26211 h 4486785"/>
                <a:gd name="connsiteX27" fmla="*/ 1174840 w 6214371"/>
                <a:gd name="connsiteY27" fmla="*/ 15495 h 4486785"/>
                <a:gd name="connsiteX28" fmla="*/ 2363605 w 6214371"/>
                <a:gd name="connsiteY28" fmla="*/ 5449 h 4486785"/>
                <a:gd name="connsiteX29" fmla="*/ 3891251 w 6214371"/>
                <a:gd name="connsiteY29" fmla="*/ -4597 h 4486785"/>
                <a:gd name="connsiteX30" fmla="*/ 5380723 w 6214371"/>
                <a:gd name="connsiteY30" fmla="*/ -4597 h 4486785"/>
                <a:gd name="connsiteX31" fmla="*/ 5422916 w 6214371"/>
                <a:gd name="connsiteY31" fmla="*/ 12146 h 4486785"/>
                <a:gd name="connsiteX32" fmla="*/ 5482522 w 6214371"/>
                <a:gd name="connsiteY32" fmla="*/ 22192 h 4486785"/>
                <a:gd name="connsiteX33" fmla="*/ 5803990 w 6214371"/>
                <a:gd name="connsiteY33" fmla="*/ 15495 h 4486785"/>
                <a:gd name="connsiteX34" fmla="*/ 6118092 w 6214371"/>
                <a:gd name="connsiteY34" fmla="*/ 27550 h 4486785"/>
                <a:gd name="connsiteX35" fmla="*/ 6114743 w 6214371"/>
                <a:gd name="connsiteY35" fmla="*/ 71752 h 4486785"/>
                <a:gd name="connsiteX36" fmla="*/ 5817385 w 6214371"/>
                <a:gd name="connsiteY36" fmla="*/ 82468 h 4486785"/>
                <a:gd name="connsiteX37" fmla="*/ 5521366 w 6214371"/>
                <a:gd name="connsiteY37" fmla="*/ 94523 h 4486785"/>
                <a:gd name="connsiteX38" fmla="*/ 5493237 w 6214371"/>
                <a:gd name="connsiteY38" fmla="*/ 179578 h 4486785"/>
                <a:gd name="connsiteX39" fmla="*/ 5449035 w 6214371"/>
                <a:gd name="connsiteY39" fmla="*/ 389203 h 4486785"/>
                <a:gd name="connsiteX40" fmla="*/ 5419567 w 6214371"/>
                <a:gd name="connsiteY40" fmla="*/ 537882 h 4486785"/>
                <a:gd name="connsiteX41" fmla="*/ 5669375 w 6214371"/>
                <a:gd name="connsiteY41" fmla="*/ 552616 h 4486785"/>
                <a:gd name="connsiteX42" fmla="*/ 5939945 w 6214371"/>
                <a:gd name="connsiteY42" fmla="*/ 570029 h 4486785"/>
                <a:gd name="connsiteX43" fmla="*/ 5968073 w 6214371"/>
                <a:gd name="connsiteY43" fmla="*/ 610212 h 4486785"/>
                <a:gd name="connsiteX44" fmla="*/ 6061835 w 6214371"/>
                <a:gd name="connsiteY44" fmla="*/ 1244443 h 4486785"/>
                <a:gd name="connsiteX45" fmla="*/ 6209845 w 6214371"/>
                <a:gd name="connsiteY45" fmla="*/ 2324043 h 4486785"/>
                <a:gd name="connsiteX46" fmla="*/ 6173679 w 6214371"/>
                <a:gd name="connsiteY46" fmla="*/ 2393025 h 4486785"/>
                <a:gd name="connsiteX47" fmla="*/ 3838343 w 6214371"/>
                <a:gd name="connsiteY47" fmla="*/ 2394364 h 4486785"/>
                <a:gd name="connsiteX48" fmla="*/ 3764673 w 6214371"/>
                <a:gd name="connsiteY48" fmla="*/ 2322703 h 4486785"/>
                <a:gd name="connsiteX49" fmla="*/ 3644792 w 6214371"/>
                <a:gd name="connsiteY49" fmla="*/ 1522380 h 4486785"/>
                <a:gd name="connsiteX50" fmla="*/ 3543663 w 6214371"/>
                <a:gd name="connsiteY50" fmla="*/ 814479 h 4486785"/>
                <a:gd name="connsiteX51" fmla="*/ 3458608 w 6214371"/>
                <a:gd name="connsiteY51" fmla="*/ 789029 h 4486785"/>
                <a:gd name="connsiteX52" fmla="*/ 3271754 w 6214371"/>
                <a:gd name="connsiteY52" fmla="*/ 847296 h 4486785"/>
                <a:gd name="connsiteX53" fmla="*/ 3222864 w 6214371"/>
                <a:gd name="connsiteY53" fmla="*/ 886140 h 4486785"/>
                <a:gd name="connsiteX54" fmla="*/ 3088249 w 6214371"/>
                <a:gd name="connsiteY54" fmla="*/ 1708564 h 4486785"/>
                <a:gd name="connsiteX55" fmla="*/ 2776156 w 6214371"/>
                <a:gd name="connsiteY55" fmla="*/ 2327391 h 4486785"/>
                <a:gd name="connsiteX56" fmla="*/ 2747358 w 6214371"/>
                <a:gd name="connsiteY56" fmla="*/ 2352171 h 4486785"/>
                <a:gd name="connsiteX57" fmla="*/ 2778166 w 6214371"/>
                <a:gd name="connsiteY57" fmla="*/ 2372263 h 4486785"/>
                <a:gd name="connsiteX58" fmla="*/ 2961001 w 6214371"/>
                <a:gd name="connsiteY58" fmla="*/ 2518263 h 4486785"/>
                <a:gd name="connsiteX59" fmla="*/ 3208800 w 6214371"/>
                <a:gd name="connsiteY59" fmla="*/ 3023237 h 4486785"/>
                <a:gd name="connsiteX60" fmla="*/ 3295194 w 6214371"/>
                <a:gd name="connsiteY60" fmla="*/ 3638716 h 4486785"/>
                <a:gd name="connsiteX61" fmla="*/ 3299883 w 6214371"/>
                <a:gd name="connsiteY61" fmla="*/ 3755918 h 4486785"/>
                <a:gd name="connsiteX62" fmla="*/ 3316626 w 6214371"/>
                <a:gd name="connsiteY62" fmla="*/ 3759936 h 4486785"/>
                <a:gd name="connsiteX63" fmla="*/ 3382259 w 6214371"/>
                <a:gd name="connsiteY63" fmla="*/ 3771992 h 4486785"/>
                <a:gd name="connsiteX64" fmla="*/ 3494103 w 6214371"/>
                <a:gd name="connsiteY64" fmla="*/ 3819542 h 4486785"/>
                <a:gd name="connsiteX65" fmla="*/ 3506828 w 6214371"/>
                <a:gd name="connsiteY65" fmla="*/ 3869772 h 4486785"/>
                <a:gd name="connsiteX66" fmla="*/ 3348103 w 6214371"/>
                <a:gd name="connsiteY66" fmla="*/ 4037873 h 4486785"/>
                <a:gd name="connsiteX67" fmla="*/ 3301892 w 6214371"/>
                <a:gd name="connsiteY67" fmla="*/ 4063992 h 4486785"/>
                <a:gd name="connsiteX68" fmla="*/ 3340066 w 6214371"/>
                <a:gd name="connsiteY68" fmla="*/ 4097479 h 4486785"/>
                <a:gd name="connsiteX69" fmla="*/ 3410387 w 6214371"/>
                <a:gd name="connsiteY69" fmla="*/ 4184543 h 4486785"/>
                <a:gd name="connsiteX70" fmla="*/ 3346763 w 6214371"/>
                <a:gd name="connsiteY70" fmla="*/ 4228745 h 4486785"/>
                <a:gd name="connsiteX71" fmla="*/ 2941579 w 6214371"/>
                <a:gd name="connsiteY71" fmla="*/ 4368718 h 4486785"/>
                <a:gd name="connsiteX72" fmla="*/ 2681725 w 6214371"/>
                <a:gd name="connsiteY72" fmla="*/ 4459131 h 4486785"/>
                <a:gd name="connsiteX73" fmla="*/ 2486165 w 6214371"/>
                <a:gd name="connsiteY73" fmla="*/ 4481902 h 4486785"/>
                <a:gd name="connsiteX74" fmla="*/ 2419192 w 6214371"/>
                <a:gd name="connsiteY74" fmla="*/ 4475205 h 4486785"/>
                <a:gd name="connsiteX75" fmla="*/ 2315385 w 6214371"/>
                <a:gd name="connsiteY75" fmla="*/ 3916652 h 4486785"/>
                <a:gd name="connsiteX76" fmla="*/ 2519651 w 6214371"/>
                <a:gd name="connsiteY76" fmla="*/ 3839634 h 4486785"/>
                <a:gd name="connsiteX77" fmla="*/ 2622119 w 6214371"/>
                <a:gd name="connsiteY77" fmla="*/ 3851019 h 4486785"/>
                <a:gd name="connsiteX78" fmla="*/ 2904744 w 6214371"/>
                <a:gd name="connsiteY78" fmla="*/ 3826239 h 4486785"/>
                <a:gd name="connsiteX79" fmla="*/ 3115038 w 6214371"/>
                <a:gd name="connsiteY79" fmla="*/ 3782707 h 4486785"/>
                <a:gd name="connsiteX80" fmla="*/ 3230901 w 6214371"/>
                <a:gd name="connsiteY80" fmla="*/ 3751230 h 4486785"/>
                <a:gd name="connsiteX81" fmla="*/ 3202102 w 6214371"/>
                <a:gd name="connsiteY81" fmla="*/ 3337339 h 4486785"/>
                <a:gd name="connsiteX82" fmla="*/ 3038689 w 6214371"/>
                <a:gd name="connsiteY82" fmla="*/ 2749989 h 4486785"/>
                <a:gd name="connsiteX83" fmla="*/ 2885322 w 6214371"/>
                <a:gd name="connsiteY83" fmla="*/ 2543713 h 4486785"/>
                <a:gd name="connsiteX84" fmla="*/ 2757404 w 6214371"/>
                <a:gd name="connsiteY84" fmla="*/ 2441915 h 4486785"/>
                <a:gd name="connsiteX85" fmla="*/ 2575908 w 6214371"/>
                <a:gd name="connsiteY85" fmla="*/ 2393025 h 4486785"/>
                <a:gd name="connsiteX86" fmla="*/ 2509605 w 6214371"/>
                <a:gd name="connsiteY86" fmla="*/ 2407089 h 4486785"/>
                <a:gd name="connsiteX87" fmla="*/ 2443972 w 6214371"/>
                <a:gd name="connsiteY87" fmla="*/ 2420483 h 4486785"/>
                <a:gd name="connsiteX88" fmla="*/ 2347531 w 6214371"/>
                <a:gd name="connsiteY88" fmla="*/ 2442584 h 4486785"/>
                <a:gd name="connsiteX89" fmla="*/ 2093705 w 6214371"/>
                <a:gd name="connsiteY89" fmla="*/ 2664934 h 4486785"/>
                <a:gd name="connsiteX90" fmla="*/ 2010659 w 6214371"/>
                <a:gd name="connsiteY90" fmla="*/ 2829686 h 4486785"/>
                <a:gd name="connsiteX91" fmla="*/ 1981191 w 6214371"/>
                <a:gd name="connsiteY91" fmla="*/ 2868530 h 4486785"/>
                <a:gd name="connsiteX92" fmla="*/ 1957081 w 6214371"/>
                <a:gd name="connsiteY92" fmla="*/ 2856475 h 4486785"/>
                <a:gd name="connsiteX93" fmla="*/ 1949714 w 6214371"/>
                <a:gd name="connsiteY93" fmla="*/ 2810934 h 4486785"/>
                <a:gd name="connsiteX94" fmla="*/ 2042136 w 6214371"/>
                <a:gd name="connsiteY94" fmla="*/ 2620062 h 4486785"/>
                <a:gd name="connsiteX95" fmla="*/ 2299311 w 6214371"/>
                <a:gd name="connsiteY95" fmla="*/ 2388336 h 4486785"/>
                <a:gd name="connsiteX96" fmla="*/ 2345522 w 6214371"/>
                <a:gd name="connsiteY96" fmla="*/ 2359538 h 4486785"/>
                <a:gd name="connsiteX97" fmla="*/ 2290605 w 6214371"/>
                <a:gd name="connsiteY97" fmla="*/ 2313997 h 4486785"/>
                <a:gd name="connsiteX98" fmla="*/ 2235017 w 6214371"/>
                <a:gd name="connsiteY98" fmla="*/ 2265107 h 4486785"/>
                <a:gd name="connsiteX99" fmla="*/ 2326100 w 6214371"/>
                <a:gd name="connsiteY99" fmla="*/ 2279171 h 4486785"/>
                <a:gd name="connsiteX100" fmla="*/ 2364944 w 6214371"/>
                <a:gd name="connsiteY100" fmla="*/ 2287877 h 4486785"/>
                <a:gd name="connsiteX101" fmla="*/ 2246403 w 6214371"/>
                <a:gd name="connsiteY101" fmla="*/ 2219565 h 4486785"/>
                <a:gd name="connsiteX102" fmla="*/ 1770897 w 6214371"/>
                <a:gd name="connsiteY102" fmla="*/ 2494823 h 4486785"/>
                <a:gd name="connsiteX103" fmla="*/ 1678474 w 6214371"/>
                <a:gd name="connsiteY103" fmla="*/ 2700429 h 4486785"/>
                <a:gd name="connsiteX104" fmla="*/ 1674456 w 6214371"/>
                <a:gd name="connsiteY104" fmla="*/ 2726548 h 4486785"/>
                <a:gd name="connsiteX105" fmla="*/ 1719998 w 6214371"/>
                <a:gd name="connsiteY105" fmla="*/ 2756016 h 4486785"/>
                <a:gd name="connsiteX106" fmla="*/ 1783622 w 6214371"/>
                <a:gd name="connsiteY106" fmla="*/ 2805576 h 4486785"/>
                <a:gd name="connsiteX107" fmla="*/ 1880062 w 6214371"/>
                <a:gd name="connsiteY107" fmla="*/ 2991090 h 4486785"/>
                <a:gd name="connsiteX108" fmla="*/ 1914888 w 6214371"/>
                <a:gd name="connsiteY108" fmla="*/ 3023907 h 4486785"/>
                <a:gd name="connsiteX109" fmla="*/ 1997264 w 6214371"/>
                <a:gd name="connsiteY109" fmla="*/ 3095568 h 4486785"/>
                <a:gd name="connsiteX110" fmla="*/ 1981191 w 6214371"/>
                <a:gd name="connsiteY110" fmla="*/ 3117669 h 4486785"/>
                <a:gd name="connsiteX111" fmla="*/ 1938998 w 6214371"/>
                <a:gd name="connsiteY111" fmla="*/ 3109632 h 4486785"/>
                <a:gd name="connsiteX112" fmla="*/ 1875374 w 6214371"/>
                <a:gd name="connsiteY112" fmla="*/ 3090880 h 4486785"/>
                <a:gd name="connsiteX113" fmla="*/ 1733392 w 6214371"/>
                <a:gd name="connsiteY113" fmla="*/ 3160531 h 4486785"/>
                <a:gd name="connsiteX114" fmla="*/ 1672447 w 6214371"/>
                <a:gd name="connsiteY114" fmla="*/ 3340688 h 4486785"/>
                <a:gd name="connsiteX115" fmla="*/ 1730043 w 6214371"/>
                <a:gd name="connsiteY115" fmla="*/ 3486688 h 4486785"/>
                <a:gd name="connsiteX116" fmla="*/ 1897475 w 6214371"/>
                <a:gd name="connsiteY116" fmla="*/ 3500752 h 4486785"/>
                <a:gd name="connsiteX117" fmla="*/ 1981861 w 6214371"/>
                <a:gd name="connsiteY117" fmla="*/ 3404312 h 4486785"/>
                <a:gd name="connsiteX118" fmla="*/ 2026063 w 6214371"/>
                <a:gd name="connsiteY118" fmla="*/ 3345376 h 4486785"/>
                <a:gd name="connsiteX119" fmla="*/ 2070934 w 6214371"/>
                <a:gd name="connsiteY119" fmla="*/ 3421055 h 4486785"/>
                <a:gd name="connsiteX120" fmla="*/ 2134558 w 6214371"/>
                <a:gd name="connsiteY120" fmla="*/ 3555000 h 4486785"/>
                <a:gd name="connsiteX121" fmla="*/ 2221623 w 6214371"/>
                <a:gd name="connsiteY121" fmla="*/ 3827579 h 4486785"/>
                <a:gd name="connsiteX122" fmla="*/ 2247072 w 6214371"/>
                <a:gd name="connsiteY122" fmla="*/ 3952148 h 4486785"/>
                <a:gd name="connsiteX123" fmla="*/ 2315385 w 6214371"/>
                <a:gd name="connsiteY123" fmla="*/ 3916652 h 4486785"/>
                <a:gd name="connsiteX124" fmla="*/ 4004435 w 6214371"/>
                <a:gd name="connsiteY124" fmla="*/ 2314667 h 4486785"/>
                <a:gd name="connsiteX125" fmla="*/ 3976306 w 6214371"/>
                <a:gd name="connsiteY125" fmla="*/ 2115088 h 4486785"/>
                <a:gd name="connsiteX126" fmla="*/ 3859104 w 6214371"/>
                <a:gd name="connsiteY126" fmla="*/ 1285966 h 4486785"/>
                <a:gd name="connsiteX127" fmla="*/ 3765343 w 6214371"/>
                <a:gd name="connsiteY127" fmla="*/ 628295 h 4486785"/>
                <a:gd name="connsiteX128" fmla="*/ 3701718 w 6214371"/>
                <a:gd name="connsiteY128" fmla="*/ 594809 h 4486785"/>
                <a:gd name="connsiteX129" fmla="*/ 3638094 w 6214371"/>
                <a:gd name="connsiteY129" fmla="*/ 557974 h 4486785"/>
                <a:gd name="connsiteX130" fmla="*/ 3605948 w 6214371"/>
                <a:gd name="connsiteY130" fmla="*/ 576726 h 4486785"/>
                <a:gd name="connsiteX131" fmla="*/ 3597911 w 6214371"/>
                <a:gd name="connsiteY131" fmla="*/ 726745 h 4486785"/>
                <a:gd name="connsiteX132" fmla="*/ 3711764 w 6214371"/>
                <a:gd name="connsiteY132" fmla="*/ 1535774 h 4486785"/>
                <a:gd name="connsiteX133" fmla="*/ 3766012 w 6214371"/>
                <a:gd name="connsiteY133" fmla="*/ 1924216 h 4486785"/>
                <a:gd name="connsiteX134" fmla="*/ 3802847 w 6214371"/>
                <a:gd name="connsiteY134" fmla="*/ 2192107 h 4486785"/>
                <a:gd name="connsiteX135" fmla="*/ 3945499 w 6214371"/>
                <a:gd name="connsiteY135" fmla="*/ 2339446 h 4486785"/>
                <a:gd name="connsiteX136" fmla="*/ 4008453 w 6214371"/>
                <a:gd name="connsiteY136" fmla="*/ 2339446 h 4486785"/>
                <a:gd name="connsiteX137" fmla="*/ 4004435 w 6214371"/>
                <a:gd name="connsiteY137" fmla="*/ 2314667 h 4486785"/>
                <a:gd name="connsiteX138" fmla="*/ 6145551 w 6214371"/>
                <a:gd name="connsiteY138" fmla="*/ 2332079 h 4486785"/>
                <a:gd name="connsiteX139" fmla="*/ 5998881 w 6214371"/>
                <a:gd name="connsiteY139" fmla="*/ 1254489 h 4486785"/>
                <a:gd name="connsiteX140" fmla="*/ 5905119 w 6214371"/>
                <a:gd name="connsiteY140" fmla="*/ 631644 h 4486785"/>
                <a:gd name="connsiteX141" fmla="*/ 5403494 w 6214371"/>
                <a:gd name="connsiteY141" fmla="*/ 630304 h 4486785"/>
                <a:gd name="connsiteX142" fmla="*/ 5339200 w 6214371"/>
                <a:gd name="connsiteY142" fmla="*/ 922975 h 4486785"/>
                <a:gd name="connsiteX143" fmla="*/ 5266870 w 6214371"/>
                <a:gd name="connsiteY143" fmla="*/ 1230379 h 4486785"/>
                <a:gd name="connsiteX144" fmla="*/ 5232044 w 6214371"/>
                <a:gd name="connsiteY144" fmla="*/ 1255829 h 4486785"/>
                <a:gd name="connsiteX145" fmla="*/ 4784666 w 6214371"/>
                <a:gd name="connsiteY145" fmla="*/ 1253820 h 4486785"/>
                <a:gd name="connsiteX146" fmla="*/ 4655409 w 6214371"/>
                <a:gd name="connsiteY146" fmla="*/ 793048 h 4486785"/>
                <a:gd name="connsiteX147" fmla="*/ 4625272 w 6214371"/>
                <a:gd name="connsiteY147" fmla="*/ 630304 h 4486785"/>
                <a:gd name="connsiteX148" fmla="*/ 4226784 w 6214371"/>
                <a:gd name="connsiteY148" fmla="*/ 624946 h 4486785"/>
                <a:gd name="connsiteX149" fmla="*/ 3832315 w 6214371"/>
                <a:gd name="connsiteY149" fmla="*/ 634322 h 4486785"/>
                <a:gd name="connsiteX150" fmla="*/ 3969609 w 6214371"/>
                <a:gd name="connsiteY150" fmla="*/ 1609444 h 4486785"/>
                <a:gd name="connsiteX151" fmla="*/ 4060022 w 6214371"/>
                <a:gd name="connsiteY151" fmla="*/ 2262428 h 4486785"/>
                <a:gd name="connsiteX152" fmla="*/ 4070738 w 6214371"/>
                <a:gd name="connsiteY152" fmla="*/ 2331410 h 4486785"/>
                <a:gd name="connsiteX153" fmla="*/ 5107475 w 6214371"/>
                <a:gd name="connsiteY153" fmla="*/ 2338107 h 4486785"/>
                <a:gd name="connsiteX154" fmla="*/ 6145551 w 6214371"/>
                <a:gd name="connsiteY154" fmla="*/ 2332079 h 4486785"/>
                <a:gd name="connsiteX155" fmla="*/ 1332896 w 6214371"/>
                <a:gd name="connsiteY155" fmla="*/ 1936941 h 4486785"/>
                <a:gd name="connsiteX156" fmla="*/ 1318162 w 6214371"/>
                <a:gd name="connsiteY156" fmla="*/ 1358297 h 4486785"/>
                <a:gd name="connsiteX157" fmla="*/ 1306776 w 6214371"/>
                <a:gd name="connsiteY157" fmla="*/ 809121 h 4486785"/>
                <a:gd name="connsiteX158" fmla="*/ 1404556 w 6214371"/>
                <a:gd name="connsiteY158" fmla="*/ 789029 h 4486785"/>
                <a:gd name="connsiteX159" fmla="*/ 1950383 w 6214371"/>
                <a:gd name="connsiteY159" fmla="*/ 649726 h 4486785"/>
                <a:gd name="connsiteX160" fmla="*/ 2083659 w 6214371"/>
                <a:gd name="connsiteY160" fmla="*/ 584093 h 4486785"/>
                <a:gd name="connsiteX161" fmla="*/ 2090356 w 6214371"/>
                <a:gd name="connsiteY161" fmla="*/ 564001 h 4486785"/>
                <a:gd name="connsiteX162" fmla="*/ 1938998 w 6214371"/>
                <a:gd name="connsiteY162" fmla="*/ 586772 h 4486785"/>
                <a:gd name="connsiteX163" fmla="*/ 1317492 w 6214371"/>
                <a:gd name="connsiteY163" fmla="*/ 752864 h 4486785"/>
                <a:gd name="connsiteX164" fmla="*/ 1106528 w 6214371"/>
                <a:gd name="connsiteY164" fmla="*/ 756213 h 4486785"/>
                <a:gd name="connsiteX165" fmla="*/ 1024152 w 6214371"/>
                <a:gd name="connsiteY165" fmla="*/ 745497 h 4486785"/>
                <a:gd name="connsiteX166" fmla="*/ 999372 w 6214371"/>
                <a:gd name="connsiteY166" fmla="*/ 758892 h 4486785"/>
                <a:gd name="connsiteX167" fmla="*/ 1180198 w 6214371"/>
                <a:gd name="connsiteY167" fmla="*/ 831222 h 4486785"/>
                <a:gd name="connsiteX168" fmla="*/ 1230427 w 6214371"/>
                <a:gd name="connsiteY168" fmla="*/ 835910 h 4486785"/>
                <a:gd name="connsiteX169" fmla="*/ 1234446 w 6214371"/>
                <a:gd name="connsiteY169" fmla="*/ 889488 h 4486785"/>
                <a:gd name="connsiteX170" fmla="*/ 1247171 w 6214371"/>
                <a:gd name="connsiteY170" fmla="*/ 1103801 h 4486785"/>
                <a:gd name="connsiteX171" fmla="*/ 1260565 w 6214371"/>
                <a:gd name="connsiteY171" fmla="*/ 1372361 h 4486785"/>
                <a:gd name="connsiteX172" fmla="*/ 1277308 w 6214371"/>
                <a:gd name="connsiteY172" fmla="*/ 1697179 h 4486785"/>
                <a:gd name="connsiteX173" fmla="*/ 1298070 w 6214371"/>
                <a:gd name="connsiteY173" fmla="*/ 1936271 h 4486785"/>
                <a:gd name="connsiteX174" fmla="*/ 1332896 w 6214371"/>
                <a:gd name="connsiteY174" fmla="*/ 1936941 h 4486785"/>
                <a:gd name="connsiteX175" fmla="*/ 2786202 w 6214371"/>
                <a:gd name="connsiteY175" fmla="*/ 1776206 h 4486785"/>
                <a:gd name="connsiteX176" fmla="*/ 2747358 w 6214371"/>
                <a:gd name="connsiteY176" fmla="*/ 1442013 h 4486785"/>
                <a:gd name="connsiteX177" fmla="*/ 2624128 w 6214371"/>
                <a:gd name="connsiteY177" fmla="*/ 701295 h 4486785"/>
                <a:gd name="connsiteX178" fmla="*/ 2572560 w 6214371"/>
                <a:gd name="connsiteY178" fmla="*/ 635662 h 4486785"/>
                <a:gd name="connsiteX179" fmla="*/ 2620110 w 6214371"/>
                <a:gd name="connsiteY179" fmla="*/ 986599 h 4486785"/>
                <a:gd name="connsiteX180" fmla="*/ 2693780 w 6214371"/>
                <a:gd name="connsiteY180" fmla="*/ 1445361 h 4486785"/>
                <a:gd name="connsiteX181" fmla="*/ 2762092 w 6214371"/>
                <a:gd name="connsiteY181" fmla="*/ 1800316 h 4486785"/>
                <a:gd name="connsiteX182" fmla="*/ 2786202 w 6214371"/>
                <a:gd name="connsiteY182" fmla="*/ 1776206 h 4486785"/>
                <a:gd name="connsiteX183" fmla="*/ 509132 w 6214371"/>
                <a:gd name="connsiteY183" fmla="*/ 1592701 h 4486785"/>
                <a:gd name="connsiteX184" fmla="*/ 497747 w 6214371"/>
                <a:gd name="connsiteY184" fmla="*/ 1484875 h 4486785"/>
                <a:gd name="connsiteX185" fmla="*/ 416710 w 6214371"/>
                <a:gd name="connsiteY185" fmla="*/ 611552 h 4486785"/>
                <a:gd name="connsiteX186" fmla="*/ 389921 w 6214371"/>
                <a:gd name="connsiteY186" fmla="*/ 111266 h 4486785"/>
                <a:gd name="connsiteX187" fmla="*/ 326966 w 6214371"/>
                <a:gd name="connsiteY187" fmla="*/ 82468 h 4486785"/>
                <a:gd name="connsiteX188" fmla="*/ 245929 w 6214371"/>
                <a:gd name="connsiteY188" fmla="*/ 132028 h 4486785"/>
                <a:gd name="connsiteX189" fmla="*/ 113993 w 6214371"/>
                <a:gd name="connsiteY189" fmla="*/ 837919 h 4486785"/>
                <a:gd name="connsiteX190" fmla="*/ 107966 w 6214371"/>
                <a:gd name="connsiteY190" fmla="*/ 1234398 h 4486785"/>
                <a:gd name="connsiteX191" fmla="*/ 397288 w 6214371"/>
                <a:gd name="connsiteY191" fmla="*/ 1592701 h 4486785"/>
                <a:gd name="connsiteX192" fmla="*/ 509132 w 6214371"/>
                <a:gd name="connsiteY192" fmla="*/ 1592701 h 4486785"/>
                <a:gd name="connsiteX193" fmla="*/ 5190521 w 6214371"/>
                <a:gd name="connsiteY193" fmla="*/ 1187517 h 4486785"/>
                <a:gd name="connsiteX194" fmla="*/ 5218649 w 6214371"/>
                <a:gd name="connsiteY194" fmla="*/ 1172783 h 4486785"/>
                <a:gd name="connsiteX195" fmla="*/ 5302365 w 6214371"/>
                <a:gd name="connsiteY195" fmla="*/ 785681 h 4486785"/>
                <a:gd name="connsiteX196" fmla="*/ 5409521 w 6214371"/>
                <a:gd name="connsiteY196" fmla="*/ 269321 h 4486785"/>
                <a:gd name="connsiteX197" fmla="*/ 5395457 w 6214371"/>
                <a:gd name="connsiteY197" fmla="*/ 75771 h 4486785"/>
                <a:gd name="connsiteX198" fmla="*/ 4915263 w 6214371"/>
                <a:gd name="connsiteY198" fmla="*/ 63715 h 4486785"/>
                <a:gd name="connsiteX199" fmla="*/ 4465207 w 6214371"/>
                <a:gd name="connsiteY199" fmla="*/ 65725 h 4486785"/>
                <a:gd name="connsiteX200" fmla="*/ 4463198 w 6214371"/>
                <a:gd name="connsiteY200" fmla="*/ 83807 h 4486785"/>
                <a:gd name="connsiteX201" fmla="*/ 4476592 w 6214371"/>
                <a:gd name="connsiteY201" fmla="*/ 111936 h 4486785"/>
                <a:gd name="connsiteX202" fmla="*/ 4737116 w 6214371"/>
                <a:gd name="connsiteY202" fmla="*/ 122651 h 4486785"/>
                <a:gd name="connsiteX203" fmla="*/ 5000318 w 6214371"/>
                <a:gd name="connsiteY203" fmla="*/ 136716 h 4486785"/>
                <a:gd name="connsiteX204" fmla="*/ 4903878 w 6214371"/>
                <a:gd name="connsiteY204" fmla="*/ 718708 h 4486785"/>
                <a:gd name="connsiteX205" fmla="*/ 4823511 w 6214371"/>
                <a:gd name="connsiteY205" fmla="*/ 1066296 h 4486785"/>
                <a:gd name="connsiteX206" fmla="*/ 4804758 w 6214371"/>
                <a:gd name="connsiteY206" fmla="*/ 1188856 h 4486785"/>
                <a:gd name="connsiteX207" fmla="*/ 4990942 w 6214371"/>
                <a:gd name="connsiteY207" fmla="*/ 1191535 h 4486785"/>
                <a:gd name="connsiteX208" fmla="*/ 5190521 w 6214371"/>
                <a:gd name="connsiteY208" fmla="*/ 1187517 h 4486785"/>
                <a:gd name="connsiteX209" fmla="*/ 4814134 w 6214371"/>
                <a:gd name="connsiteY209" fmla="*/ 833231 h 4486785"/>
                <a:gd name="connsiteX210" fmla="*/ 4856997 w 6214371"/>
                <a:gd name="connsiteY210" fmla="*/ 634322 h 4486785"/>
                <a:gd name="connsiteX211" fmla="*/ 4772611 w 6214371"/>
                <a:gd name="connsiteY211" fmla="*/ 624946 h 4486785"/>
                <a:gd name="connsiteX212" fmla="*/ 4692244 w 6214371"/>
                <a:gd name="connsiteY212" fmla="*/ 637001 h 4486785"/>
                <a:gd name="connsiteX213" fmla="*/ 4726400 w 6214371"/>
                <a:gd name="connsiteY213" fmla="*/ 839259 h 4486785"/>
                <a:gd name="connsiteX214" fmla="*/ 4768593 w 6214371"/>
                <a:gd name="connsiteY214" fmla="*/ 1036828 h 4486785"/>
                <a:gd name="connsiteX215" fmla="*/ 4814134 w 6214371"/>
                <a:gd name="connsiteY215" fmla="*/ 833231 h 4486785"/>
                <a:gd name="connsiteX216" fmla="*/ 3185359 w 6214371"/>
                <a:gd name="connsiteY216" fmla="*/ 868727 h 4486785"/>
                <a:gd name="connsiteX217" fmla="*/ 3196075 w 6214371"/>
                <a:gd name="connsiteY217" fmla="*/ 860020 h 4486785"/>
                <a:gd name="connsiteX218" fmla="*/ 3072176 w 6214371"/>
                <a:gd name="connsiteY218" fmla="*/ 803094 h 4486785"/>
                <a:gd name="connsiteX219" fmla="*/ 3011230 w 6214371"/>
                <a:gd name="connsiteY219" fmla="*/ 823855 h 4486785"/>
                <a:gd name="connsiteX220" fmla="*/ 3185359 w 6214371"/>
                <a:gd name="connsiteY220" fmla="*/ 868727 h 4486785"/>
                <a:gd name="connsiteX221" fmla="*/ 641068 w 6214371"/>
                <a:gd name="connsiteY221" fmla="*/ 553286 h 4486785"/>
                <a:gd name="connsiteX222" fmla="*/ 758270 w 6214371"/>
                <a:gd name="connsiteY222" fmla="*/ 330267 h 4486785"/>
                <a:gd name="connsiteX223" fmla="*/ 959858 w 6214371"/>
                <a:gd name="connsiteY223" fmla="*/ 213064 h 4486785"/>
                <a:gd name="connsiteX224" fmla="*/ 1044913 w 6214371"/>
                <a:gd name="connsiteY224" fmla="*/ 154129 h 4486785"/>
                <a:gd name="connsiteX225" fmla="*/ 879491 w 6214371"/>
                <a:gd name="connsiteY225" fmla="*/ 182927 h 4486785"/>
                <a:gd name="connsiteX226" fmla="*/ 608251 w 6214371"/>
                <a:gd name="connsiteY226" fmla="*/ 457515 h 4486785"/>
                <a:gd name="connsiteX227" fmla="*/ 593517 w 6214371"/>
                <a:gd name="connsiteY227" fmla="*/ 620928 h 4486785"/>
                <a:gd name="connsiteX228" fmla="*/ 641068 w 6214371"/>
                <a:gd name="connsiteY228" fmla="*/ 553286 h 4486785"/>
                <a:gd name="connsiteX229" fmla="*/ 2788881 w 6214371"/>
                <a:gd name="connsiteY229" fmla="*/ 568689 h 4486785"/>
                <a:gd name="connsiteX230" fmla="*/ 3054093 w 6214371"/>
                <a:gd name="connsiteY230" fmla="*/ 407955 h 4486785"/>
                <a:gd name="connsiteX231" fmla="*/ 3142497 w 6214371"/>
                <a:gd name="connsiteY231" fmla="*/ 249899 h 4486785"/>
                <a:gd name="connsiteX232" fmla="*/ 3096955 w 6214371"/>
                <a:gd name="connsiteY232" fmla="*/ 189624 h 4486785"/>
                <a:gd name="connsiteX233" fmla="*/ 3063469 w 6214371"/>
                <a:gd name="connsiteY233" fmla="*/ 233156 h 4486785"/>
                <a:gd name="connsiteX234" fmla="*/ 2957652 w 6214371"/>
                <a:gd name="connsiteY234" fmla="*/ 394560 h 4486785"/>
                <a:gd name="connsiteX235" fmla="*/ 2789551 w 6214371"/>
                <a:gd name="connsiteY235" fmla="*/ 513102 h 4486785"/>
                <a:gd name="connsiteX236" fmla="*/ 2750707 w 6214371"/>
                <a:gd name="connsiteY236" fmla="*/ 513772 h 4486785"/>
                <a:gd name="connsiteX237" fmla="*/ 2782854 w 6214371"/>
                <a:gd name="connsiteY237" fmla="*/ 447469 h 4486785"/>
                <a:gd name="connsiteX238" fmla="*/ 3004533 w 6214371"/>
                <a:gd name="connsiteY238" fmla="*/ 205028 h 4486785"/>
                <a:gd name="connsiteX239" fmla="*/ 2970377 w 6214371"/>
                <a:gd name="connsiteY239" fmla="*/ 189624 h 4486785"/>
                <a:gd name="connsiteX240" fmla="*/ 2931533 w 6214371"/>
                <a:gd name="connsiteY240" fmla="*/ 189624 h 4486785"/>
                <a:gd name="connsiteX241" fmla="*/ 2908093 w 6214371"/>
                <a:gd name="connsiteY241" fmla="*/ 238514 h 4486785"/>
                <a:gd name="connsiteX242" fmla="*/ 2664312 w 6214371"/>
                <a:gd name="connsiteY242" fmla="*/ 452157 h 4486785"/>
                <a:gd name="connsiteX243" fmla="*/ 2619440 w 6214371"/>
                <a:gd name="connsiteY243" fmla="*/ 444790 h 4486785"/>
                <a:gd name="connsiteX244" fmla="*/ 2664982 w 6214371"/>
                <a:gd name="connsiteY244" fmla="*/ 380496 h 4486785"/>
                <a:gd name="connsiteX245" fmla="*/ 2806294 w 6214371"/>
                <a:gd name="connsiteY245" fmla="*/ 273340 h 4486785"/>
                <a:gd name="connsiteX246" fmla="*/ 2854514 w 6214371"/>
                <a:gd name="connsiteY246" fmla="*/ 192973 h 4486785"/>
                <a:gd name="connsiteX247" fmla="*/ 2812322 w 6214371"/>
                <a:gd name="connsiteY247" fmla="*/ 189624 h 4486785"/>
                <a:gd name="connsiteX248" fmla="*/ 2769459 w 6214371"/>
                <a:gd name="connsiteY248" fmla="*/ 189624 h 4486785"/>
                <a:gd name="connsiteX249" fmla="*/ 2744010 w 6214371"/>
                <a:gd name="connsiteY249" fmla="*/ 227129 h 4486785"/>
                <a:gd name="connsiteX250" fmla="*/ 2687752 w 6214371"/>
                <a:gd name="connsiteY250" fmla="*/ 291422 h 4486785"/>
                <a:gd name="connsiteX251" fmla="*/ 2529027 w 6214371"/>
                <a:gd name="connsiteY251" fmla="*/ 373799 h 4486785"/>
                <a:gd name="connsiteX252" fmla="*/ 2481477 w 6214371"/>
                <a:gd name="connsiteY252" fmla="*/ 318881 h 4486785"/>
                <a:gd name="connsiteX253" fmla="*/ 2525679 w 6214371"/>
                <a:gd name="connsiteY253" fmla="*/ 300129 h 4486785"/>
                <a:gd name="connsiteX254" fmla="*/ 2677037 w 6214371"/>
                <a:gd name="connsiteY254" fmla="*/ 196321 h 4486785"/>
                <a:gd name="connsiteX255" fmla="*/ 2549789 w 6214371"/>
                <a:gd name="connsiteY255" fmla="*/ 189624 h 4486785"/>
                <a:gd name="connsiteX256" fmla="*/ 2381018 w 6214371"/>
                <a:gd name="connsiteY256" fmla="*/ 172211 h 4486785"/>
                <a:gd name="connsiteX257" fmla="*/ 2162017 w 6214371"/>
                <a:gd name="connsiteY257" fmla="*/ 109257 h 4486785"/>
                <a:gd name="connsiteX258" fmla="*/ 2086338 w 6214371"/>
                <a:gd name="connsiteY258" fmla="*/ 123321 h 4486785"/>
                <a:gd name="connsiteX259" fmla="*/ 1996595 w 6214371"/>
                <a:gd name="connsiteY259" fmla="*/ 221101 h 4486785"/>
                <a:gd name="connsiteX260" fmla="*/ 2009319 w 6214371"/>
                <a:gd name="connsiteY260" fmla="*/ 354377 h 4486785"/>
                <a:gd name="connsiteX261" fmla="*/ 2147283 w 6214371"/>
                <a:gd name="connsiteY261" fmla="*/ 470909 h 4486785"/>
                <a:gd name="connsiteX262" fmla="*/ 2788881 w 6214371"/>
                <a:gd name="connsiteY262" fmla="*/ 568689 h 4486785"/>
                <a:gd name="connsiteX263" fmla="*/ 4205353 w 6214371"/>
                <a:gd name="connsiteY263" fmla="*/ 531185 h 4486785"/>
                <a:gd name="connsiteX264" fmla="*/ 4323225 w 6214371"/>
                <a:gd name="connsiteY264" fmla="*/ 390542 h 4486785"/>
                <a:gd name="connsiteX265" fmla="*/ 4368097 w 6214371"/>
                <a:gd name="connsiteY265" fmla="*/ 258606 h 4486785"/>
                <a:gd name="connsiteX266" fmla="*/ 4344656 w 6214371"/>
                <a:gd name="connsiteY266" fmla="*/ 189624 h 4486785"/>
                <a:gd name="connsiteX267" fmla="*/ 4317867 w 6214371"/>
                <a:gd name="connsiteY267" fmla="*/ 224450 h 4486785"/>
                <a:gd name="connsiteX268" fmla="*/ 4190619 w 6214371"/>
                <a:gd name="connsiteY268" fmla="*/ 468900 h 4486785"/>
                <a:gd name="connsiteX269" fmla="*/ 4124316 w 6214371"/>
                <a:gd name="connsiteY269" fmla="*/ 517790 h 4486785"/>
                <a:gd name="connsiteX270" fmla="*/ 4080114 w 6214371"/>
                <a:gd name="connsiteY270" fmla="*/ 484973 h 4486785"/>
                <a:gd name="connsiteX271" fmla="*/ 4117619 w 6214371"/>
                <a:gd name="connsiteY271" fmla="*/ 450148 h 4486785"/>
                <a:gd name="connsiteX272" fmla="*/ 4252234 w 6214371"/>
                <a:gd name="connsiteY272" fmla="*/ 226459 h 4486785"/>
                <a:gd name="connsiteX273" fmla="*/ 4256252 w 6214371"/>
                <a:gd name="connsiteY273" fmla="*/ 189624 h 4486785"/>
                <a:gd name="connsiteX274" fmla="*/ 4219417 w 6214371"/>
                <a:gd name="connsiteY274" fmla="*/ 189624 h 4486785"/>
                <a:gd name="connsiteX275" fmla="*/ 4182582 w 6214371"/>
                <a:gd name="connsiteY275" fmla="*/ 189624 h 4486785"/>
                <a:gd name="connsiteX276" fmla="*/ 4170527 w 6214371"/>
                <a:gd name="connsiteY276" fmla="*/ 221771 h 4486785"/>
                <a:gd name="connsiteX277" fmla="*/ 4077435 w 6214371"/>
                <a:gd name="connsiteY277" fmla="*/ 354377 h 4486785"/>
                <a:gd name="connsiteX278" fmla="*/ 3872499 w 6214371"/>
                <a:gd name="connsiteY278" fmla="*/ 454166 h 4486785"/>
                <a:gd name="connsiteX279" fmla="*/ 3930765 w 6214371"/>
                <a:gd name="connsiteY279" fmla="*/ 380496 h 4486785"/>
                <a:gd name="connsiteX280" fmla="*/ 4092839 w 6214371"/>
                <a:gd name="connsiteY280" fmla="*/ 231817 h 4486785"/>
                <a:gd name="connsiteX281" fmla="*/ 4106903 w 6214371"/>
                <a:gd name="connsiteY281" fmla="*/ 196321 h 4486785"/>
                <a:gd name="connsiteX282" fmla="*/ 4060022 w 6214371"/>
                <a:gd name="connsiteY282" fmla="*/ 189624 h 4486785"/>
                <a:gd name="connsiteX283" fmla="*/ 4005105 w 6214371"/>
                <a:gd name="connsiteY283" fmla="*/ 203688 h 4486785"/>
                <a:gd name="connsiteX284" fmla="*/ 3895939 w 6214371"/>
                <a:gd name="connsiteY284" fmla="*/ 269321 h 4486785"/>
                <a:gd name="connsiteX285" fmla="*/ 3800168 w 6214371"/>
                <a:gd name="connsiteY285" fmla="*/ 286734 h 4486785"/>
                <a:gd name="connsiteX286" fmla="*/ 3653498 w 6214371"/>
                <a:gd name="connsiteY286" fmla="*/ 347680 h 4486785"/>
                <a:gd name="connsiteX287" fmla="*/ 3652828 w 6214371"/>
                <a:gd name="connsiteY287" fmla="*/ 464212 h 4486785"/>
                <a:gd name="connsiteX288" fmla="*/ 3754627 w 6214371"/>
                <a:gd name="connsiteY288" fmla="*/ 543909 h 4486785"/>
                <a:gd name="connsiteX289" fmla="*/ 3976976 w 6214371"/>
                <a:gd name="connsiteY289" fmla="*/ 550607 h 4486785"/>
                <a:gd name="connsiteX290" fmla="*/ 4177894 w 6214371"/>
                <a:gd name="connsiteY290" fmla="*/ 551276 h 4486785"/>
                <a:gd name="connsiteX291" fmla="*/ 4205353 w 6214371"/>
                <a:gd name="connsiteY291" fmla="*/ 531185 h 4486785"/>
                <a:gd name="connsiteX292" fmla="*/ 4366757 w 6214371"/>
                <a:gd name="connsiteY292" fmla="*/ 519799 h 4486785"/>
                <a:gd name="connsiteX293" fmla="*/ 4465877 w 6214371"/>
                <a:gd name="connsiteY293" fmla="*/ 352368 h 4486785"/>
                <a:gd name="connsiteX294" fmla="*/ 4489317 w 6214371"/>
                <a:gd name="connsiteY294" fmla="*/ 192973 h 4486785"/>
                <a:gd name="connsiteX295" fmla="*/ 4464537 w 6214371"/>
                <a:gd name="connsiteY295" fmla="*/ 189624 h 4486785"/>
                <a:gd name="connsiteX296" fmla="*/ 4439088 w 6214371"/>
                <a:gd name="connsiteY296" fmla="*/ 211725 h 4486785"/>
                <a:gd name="connsiteX297" fmla="*/ 4400913 w 6214371"/>
                <a:gd name="connsiteY297" fmla="*/ 373129 h 4486785"/>
                <a:gd name="connsiteX298" fmla="*/ 4291078 w 6214371"/>
                <a:gd name="connsiteY298" fmla="*/ 533194 h 4486785"/>
                <a:gd name="connsiteX299" fmla="*/ 4273665 w 6214371"/>
                <a:gd name="connsiteY299" fmla="*/ 551276 h 4486785"/>
                <a:gd name="connsiteX300" fmla="*/ 4305142 w 6214371"/>
                <a:gd name="connsiteY300" fmla="*/ 551276 h 4486785"/>
                <a:gd name="connsiteX301" fmla="*/ 4366757 w 6214371"/>
                <a:gd name="connsiteY301" fmla="*/ 519799 h 4486785"/>
                <a:gd name="connsiteX302" fmla="*/ 4883116 w 6214371"/>
                <a:gd name="connsiteY302" fmla="*/ 526497 h 4486785"/>
                <a:gd name="connsiteX303" fmla="*/ 4950759 w 6214371"/>
                <a:gd name="connsiteY303" fmla="*/ 206367 h 4486785"/>
                <a:gd name="connsiteX304" fmla="*/ 4950759 w 6214371"/>
                <a:gd name="connsiteY304" fmla="*/ 189624 h 4486785"/>
                <a:gd name="connsiteX305" fmla="*/ 4752520 w 6214371"/>
                <a:gd name="connsiteY305" fmla="*/ 190963 h 4486785"/>
                <a:gd name="connsiteX306" fmla="*/ 4554281 w 6214371"/>
                <a:gd name="connsiteY306" fmla="*/ 192973 h 4486785"/>
                <a:gd name="connsiteX307" fmla="*/ 4550932 w 6214371"/>
                <a:gd name="connsiteY307" fmla="*/ 236505 h 4486785"/>
                <a:gd name="connsiteX308" fmla="*/ 4538207 w 6214371"/>
                <a:gd name="connsiteY308" fmla="*/ 323569 h 4486785"/>
                <a:gd name="connsiteX309" fmla="*/ 4446455 w 6214371"/>
                <a:gd name="connsiteY309" fmla="*/ 519799 h 4486785"/>
                <a:gd name="connsiteX310" fmla="*/ 4421675 w 6214371"/>
                <a:gd name="connsiteY310" fmla="*/ 551276 h 4486785"/>
                <a:gd name="connsiteX311" fmla="*/ 4649382 w 6214371"/>
                <a:gd name="connsiteY311" fmla="*/ 551276 h 4486785"/>
                <a:gd name="connsiteX312" fmla="*/ 4876419 w 6214371"/>
                <a:gd name="connsiteY312" fmla="*/ 551276 h 4486785"/>
                <a:gd name="connsiteX313" fmla="*/ 4883116 w 6214371"/>
                <a:gd name="connsiteY313" fmla="*/ 526497 h 4486785"/>
                <a:gd name="connsiteX314" fmla="*/ 3644792 w 6214371"/>
                <a:gd name="connsiteY314" fmla="*/ 241193 h 4486785"/>
                <a:gd name="connsiteX315" fmla="*/ 3758645 w 6214371"/>
                <a:gd name="connsiteY315" fmla="*/ 223780 h 4486785"/>
                <a:gd name="connsiteX316" fmla="*/ 3550360 w 6214371"/>
                <a:gd name="connsiteY316" fmla="*/ 190963 h 4486785"/>
                <a:gd name="connsiteX317" fmla="*/ 3232910 w 6214371"/>
                <a:gd name="connsiteY317" fmla="*/ 192973 h 4486785"/>
                <a:gd name="connsiteX318" fmla="*/ 3230901 w 6214371"/>
                <a:gd name="connsiteY318" fmla="*/ 211725 h 4486785"/>
                <a:gd name="connsiteX319" fmla="*/ 3250993 w 6214371"/>
                <a:gd name="connsiteY319" fmla="*/ 239854 h 4486785"/>
                <a:gd name="connsiteX320" fmla="*/ 3450571 w 6214371"/>
                <a:gd name="connsiteY320" fmla="*/ 247221 h 4486785"/>
                <a:gd name="connsiteX321" fmla="*/ 3644792 w 6214371"/>
                <a:gd name="connsiteY321" fmla="*/ 241193 h 4486785"/>
                <a:gd name="connsiteX322" fmla="*/ 2829735 w 6214371"/>
                <a:gd name="connsiteY322" fmla="*/ 111266 h 4486785"/>
                <a:gd name="connsiteX323" fmla="*/ 2841790 w 6214371"/>
                <a:gd name="connsiteY323" fmla="*/ 71082 h 4486785"/>
                <a:gd name="connsiteX324" fmla="*/ 2414504 w 6214371"/>
                <a:gd name="connsiteY324" fmla="*/ 70413 h 4486785"/>
                <a:gd name="connsiteX325" fmla="*/ 2407807 w 6214371"/>
                <a:gd name="connsiteY325" fmla="*/ 103229 h 4486785"/>
                <a:gd name="connsiteX326" fmla="*/ 2640872 w 6214371"/>
                <a:gd name="connsiteY326" fmla="*/ 121982 h 4486785"/>
                <a:gd name="connsiteX327" fmla="*/ 2829735 w 6214371"/>
                <a:gd name="connsiteY327" fmla="*/ 111266 h 4486785"/>
                <a:gd name="connsiteX328" fmla="*/ 4380152 w 6214371"/>
                <a:gd name="connsiteY328" fmla="*/ 114615 h 4486785"/>
                <a:gd name="connsiteX329" fmla="*/ 4388188 w 6214371"/>
                <a:gd name="connsiteY329" fmla="*/ 92514 h 4486785"/>
                <a:gd name="connsiteX330" fmla="*/ 4380152 w 6214371"/>
                <a:gd name="connsiteY330" fmla="*/ 70413 h 4486785"/>
                <a:gd name="connsiteX331" fmla="*/ 3664214 w 6214371"/>
                <a:gd name="connsiteY331" fmla="*/ 62376 h 4486785"/>
                <a:gd name="connsiteX332" fmla="*/ 2956983 w 6214371"/>
                <a:gd name="connsiteY332" fmla="*/ 62376 h 4486785"/>
                <a:gd name="connsiteX333" fmla="*/ 2938900 w 6214371"/>
                <a:gd name="connsiteY333" fmla="*/ 79119 h 4486785"/>
                <a:gd name="connsiteX334" fmla="*/ 2926175 w 6214371"/>
                <a:gd name="connsiteY334" fmla="*/ 117963 h 4486785"/>
                <a:gd name="connsiteX335" fmla="*/ 3651489 w 6214371"/>
                <a:gd name="connsiteY335" fmla="*/ 122651 h 4486785"/>
                <a:gd name="connsiteX336" fmla="*/ 4380152 w 6214371"/>
                <a:gd name="connsiteY336" fmla="*/ 114615 h 448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214371" h="4486785">
                  <a:moveTo>
                    <a:pt x="2419192" y="4475205"/>
                  </a:moveTo>
                  <a:cubicBezTo>
                    <a:pt x="2306678" y="4465828"/>
                    <a:pt x="2193494" y="4428324"/>
                    <a:pt x="2107769" y="4372067"/>
                  </a:cubicBezTo>
                  <a:cubicBezTo>
                    <a:pt x="2085668" y="4358002"/>
                    <a:pt x="2044815" y="4323177"/>
                    <a:pt x="2017356" y="4295718"/>
                  </a:cubicBezTo>
                  <a:cubicBezTo>
                    <a:pt x="1977842" y="4256204"/>
                    <a:pt x="1956411" y="4240131"/>
                    <a:pt x="1918906" y="4224057"/>
                  </a:cubicBezTo>
                  <a:cubicBezTo>
                    <a:pt x="1825814" y="4183873"/>
                    <a:pt x="1764869" y="4122259"/>
                    <a:pt x="1718658" y="4023139"/>
                  </a:cubicBezTo>
                  <a:cubicBezTo>
                    <a:pt x="1673117" y="3926029"/>
                    <a:pt x="1656374" y="3756588"/>
                    <a:pt x="1678474" y="3621973"/>
                  </a:cubicBezTo>
                  <a:lnTo>
                    <a:pt x="1687181" y="3568395"/>
                  </a:lnTo>
                  <a:lnTo>
                    <a:pt x="1667759" y="3543615"/>
                  </a:lnTo>
                  <a:cubicBezTo>
                    <a:pt x="1657043" y="3530220"/>
                    <a:pt x="1638961" y="3498743"/>
                    <a:pt x="1627575" y="3473293"/>
                  </a:cubicBezTo>
                  <a:cubicBezTo>
                    <a:pt x="1610162" y="3435789"/>
                    <a:pt x="1606144" y="3417036"/>
                    <a:pt x="1603465" y="3364128"/>
                  </a:cubicBezTo>
                  <a:cubicBezTo>
                    <a:pt x="1600116" y="3286440"/>
                    <a:pt x="1608823" y="3238219"/>
                    <a:pt x="1639630" y="3177944"/>
                  </a:cubicBezTo>
                  <a:cubicBezTo>
                    <a:pt x="1669768" y="3116999"/>
                    <a:pt x="1715309" y="3070788"/>
                    <a:pt x="1771566" y="3042659"/>
                  </a:cubicBezTo>
                  <a:cubicBezTo>
                    <a:pt x="1796346" y="3030604"/>
                    <a:pt x="1816438" y="3019889"/>
                    <a:pt x="1816438" y="3019219"/>
                  </a:cubicBezTo>
                  <a:cubicBezTo>
                    <a:pt x="1816438" y="3017879"/>
                    <a:pt x="1810411" y="2998457"/>
                    <a:pt x="1803044" y="2975017"/>
                  </a:cubicBezTo>
                  <a:cubicBezTo>
                    <a:pt x="1786300" y="2920099"/>
                    <a:pt x="1740089" y="2859154"/>
                    <a:pt x="1692539" y="2827007"/>
                  </a:cubicBezTo>
                  <a:cubicBezTo>
                    <a:pt x="1655704" y="2802897"/>
                    <a:pt x="1551896" y="2765393"/>
                    <a:pt x="1347630" y="2703778"/>
                  </a:cubicBezTo>
                  <a:cubicBezTo>
                    <a:pt x="1119253" y="2635466"/>
                    <a:pt x="947133" y="2542374"/>
                    <a:pt x="812518" y="2415795"/>
                  </a:cubicBezTo>
                  <a:cubicBezTo>
                    <a:pt x="673215" y="2284529"/>
                    <a:pt x="598206" y="2137859"/>
                    <a:pt x="560701" y="1921537"/>
                  </a:cubicBezTo>
                  <a:cubicBezTo>
                    <a:pt x="546637" y="1843179"/>
                    <a:pt x="523866" y="1685123"/>
                    <a:pt x="523866" y="1669720"/>
                  </a:cubicBezTo>
                  <a:cubicBezTo>
                    <a:pt x="523866" y="1667711"/>
                    <a:pt x="497747" y="1665701"/>
                    <a:pt x="464930" y="1665701"/>
                  </a:cubicBezTo>
                  <a:cubicBezTo>
                    <a:pt x="290131" y="1667041"/>
                    <a:pt x="129397" y="1538453"/>
                    <a:pt x="65103" y="1346242"/>
                  </a:cubicBezTo>
                  <a:cubicBezTo>
                    <a:pt x="31617" y="1245113"/>
                    <a:pt x="20231" y="1101792"/>
                    <a:pt x="34965" y="952443"/>
                  </a:cubicBezTo>
                  <a:cubicBezTo>
                    <a:pt x="56397" y="736791"/>
                    <a:pt x="147480" y="211725"/>
                    <a:pt x="179626" y="120642"/>
                  </a:cubicBezTo>
                  <a:cubicBezTo>
                    <a:pt x="184984" y="105908"/>
                    <a:pt x="189003" y="91844"/>
                    <a:pt x="189003" y="88495"/>
                  </a:cubicBezTo>
                  <a:cubicBezTo>
                    <a:pt x="189003" y="85147"/>
                    <a:pt x="150158" y="82468"/>
                    <a:pt x="103278" y="82468"/>
                  </a:cubicBezTo>
                  <a:cubicBezTo>
                    <a:pt x="28268" y="82468"/>
                    <a:pt x="15543" y="81128"/>
                    <a:pt x="6167" y="70413"/>
                  </a:cubicBezTo>
                  <a:cubicBezTo>
                    <a:pt x="-9237" y="53670"/>
                    <a:pt x="-7897" y="38266"/>
                    <a:pt x="9516" y="26211"/>
                  </a:cubicBezTo>
                  <a:cubicBezTo>
                    <a:pt x="22910" y="16835"/>
                    <a:pt x="144801" y="15495"/>
                    <a:pt x="1174840" y="15495"/>
                  </a:cubicBezTo>
                  <a:cubicBezTo>
                    <a:pt x="2175412" y="15495"/>
                    <a:pt x="2330118" y="14156"/>
                    <a:pt x="2363605" y="5449"/>
                  </a:cubicBezTo>
                  <a:cubicBezTo>
                    <a:pt x="2397091" y="-3257"/>
                    <a:pt x="2589303" y="-4597"/>
                    <a:pt x="3891251" y="-4597"/>
                  </a:cubicBezTo>
                  <a:lnTo>
                    <a:pt x="5380723" y="-4597"/>
                  </a:lnTo>
                  <a:lnTo>
                    <a:pt x="5422916" y="12146"/>
                  </a:lnTo>
                  <a:cubicBezTo>
                    <a:pt x="5456402" y="25541"/>
                    <a:pt x="5468457" y="27550"/>
                    <a:pt x="5482522" y="22192"/>
                  </a:cubicBezTo>
                  <a:cubicBezTo>
                    <a:pt x="5493907" y="18174"/>
                    <a:pt x="5613788" y="15495"/>
                    <a:pt x="5803990" y="15495"/>
                  </a:cubicBezTo>
                  <a:cubicBezTo>
                    <a:pt x="6089294" y="15495"/>
                    <a:pt x="6108046" y="16165"/>
                    <a:pt x="6118092" y="27550"/>
                  </a:cubicBezTo>
                  <a:cubicBezTo>
                    <a:pt x="6133496" y="44293"/>
                    <a:pt x="6132156" y="59697"/>
                    <a:pt x="6114743" y="71752"/>
                  </a:cubicBezTo>
                  <a:cubicBezTo>
                    <a:pt x="6102019" y="81128"/>
                    <a:pt x="6061835" y="82468"/>
                    <a:pt x="5817385" y="82468"/>
                  </a:cubicBezTo>
                  <a:cubicBezTo>
                    <a:pt x="5558201" y="82468"/>
                    <a:pt x="5534090" y="83137"/>
                    <a:pt x="5521366" y="94523"/>
                  </a:cubicBezTo>
                  <a:cubicBezTo>
                    <a:pt x="5511320" y="102560"/>
                    <a:pt x="5503953" y="126000"/>
                    <a:pt x="5493237" y="179578"/>
                  </a:cubicBezTo>
                  <a:cubicBezTo>
                    <a:pt x="5485200" y="220431"/>
                    <a:pt x="5465109" y="314193"/>
                    <a:pt x="5449035" y="389203"/>
                  </a:cubicBezTo>
                  <a:cubicBezTo>
                    <a:pt x="5432962" y="464212"/>
                    <a:pt x="5419567" y="531185"/>
                    <a:pt x="5419567" y="537882"/>
                  </a:cubicBezTo>
                  <a:cubicBezTo>
                    <a:pt x="5419567" y="549937"/>
                    <a:pt x="5431622" y="550607"/>
                    <a:pt x="5669375" y="552616"/>
                  </a:cubicBezTo>
                  <a:cubicBezTo>
                    <a:pt x="5917174" y="554625"/>
                    <a:pt x="5918514" y="554625"/>
                    <a:pt x="5939945" y="570029"/>
                  </a:cubicBezTo>
                  <a:cubicBezTo>
                    <a:pt x="5953339" y="579405"/>
                    <a:pt x="5964055" y="594809"/>
                    <a:pt x="5968073" y="610212"/>
                  </a:cubicBezTo>
                  <a:cubicBezTo>
                    <a:pt x="5972092" y="623607"/>
                    <a:pt x="6014284" y="909580"/>
                    <a:pt x="6061835" y="1244443"/>
                  </a:cubicBezTo>
                  <a:cubicBezTo>
                    <a:pt x="6184395" y="2100354"/>
                    <a:pt x="6209845" y="2287877"/>
                    <a:pt x="6209845" y="2324043"/>
                  </a:cubicBezTo>
                  <a:cubicBezTo>
                    <a:pt x="6209845" y="2359538"/>
                    <a:pt x="6197120" y="2383648"/>
                    <a:pt x="6173679" y="2393025"/>
                  </a:cubicBezTo>
                  <a:cubicBezTo>
                    <a:pt x="6150909" y="2401731"/>
                    <a:pt x="3859774" y="2403070"/>
                    <a:pt x="3838343" y="2394364"/>
                  </a:cubicBezTo>
                  <a:cubicBezTo>
                    <a:pt x="3809544" y="2382979"/>
                    <a:pt x="3777398" y="2351501"/>
                    <a:pt x="3764673" y="2322703"/>
                  </a:cubicBezTo>
                  <a:cubicBezTo>
                    <a:pt x="3749939" y="2289217"/>
                    <a:pt x="3758645" y="2349492"/>
                    <a:pt x="3644792" y="1522380"/>
                  </a:cubicBezTo>
                  <a:cubicBezTo>
                    <a:pt x="3591883" y="1137287"/>
                    <a:pt x="3550360" y="848635"/>
                    <a:pt x="3543663" y="814479"/>
                  </a:cubicBezTo>
                  <a:cubicBezTo>
                    <a:pt x="3535626" y="773626"/>
                    <a:pt x="3537635" y="774295"/>
                    <a:pt x="3458608" y="789029"/>
                  </a:cubicBezTo>
                  <a:cubicBezTo>
                    <a:pt x="3397663" y="801084"/>
                    <a:pt x="3341406" y="818497"/>
                    <a:pt x="3271754" y="847296"/>
                  </a:cubicBezTo>
                  <a:cubicBezTo>
                    <a:pt x="3227552" y="866048"/>
                    <a:pt x="3222864" y="870066"/>
                    <a:pt x="3222864" y="886140"/>
                  </a:cubicBezTo>
                  <a:cubicBezTo>
                    <a:pt x="3222864" y="927663"/>
                    <a:pt x="3120396" y="1553187"/>
                    <a:pt x="3088249" y="1708564"/>
                  </a:cubicBezTo>
                  <a:cubicBezTo>
                    <a:pt x="3019937" y="2037400"/>
                    <a:pt x="2926175" y="2224253"/>
                    <a:pt x="2776156" y="2327391"/>
                  </a:cubicBezTo>
                  <a:cubicBezTo>
                    <a:pt x="2760083" y="2338107"/>
                    <a:pt x="2747358" y="2348823"/>
                    <a:pt x="2747358" y="2352171"/>
                  </a:cubicBezTo>
                  <a:cubicBezTo>
                    <a:pt x="2747358" y="2354850"/>
                    <a:pt x="2761422" y="2364226"/>
                    <a:pt x="2778166" y="2372263"/>
                  </a:cubicBezTo>
                  <a:cubicBezTo>
                    <a:pt x="2827725" y="2397043"/>
                    <a:pt x="2910771" y="2463346"/>
                    <a:pt x="2961001" y="2518263"/>
                  </a:cubicBezTo>
                  <a:cubicBezTo>
                    <a:pt x="3078203" y="2645511"/>
                    <a:pt x="3153882" y="2798879"/>
                    <a:pt x="3208800" y="3023237"/>
                  </a:cubicBezTo>
                  <a:cubicBezTo>
                    <a:pt x="3255681" y="3214779"/>
                    <a:pt x="3286488" y="3433110"/>
                    <a:pt x="3295194" y="3638716"/>
                  </a:cubicBezTo>
                  <a:lnTo>
                    <a:pt x="3299883" y="3755918"/>
                  </a:lnTo>
                  <a:lnTo>
                    <a:pt x="3316626" y="3759936"/>
                  </a:lnTo>
                  <a:cubicBezTo>
                    <a:pt x="3326002" y="3762615"/>
                    <a:pt x="3355470" y="3767973"/>
                    <a:pt x="3382259" y="3771992"/>
                  </a:cubicBezTo>
                  <a:cubicBezTo>
                    <a:pt x="3435167" y="3780028"/>
                    <a:pt x="3472672" y="3796102"/>
                    <a:pt x="3494103" y="3819542"/>
                  </a:cubicBezTo>
                  <a:cubicBezTo>
                    <a:pt x="3504149" y="3830258"/>
                    <a:pt x="3507498" y="3843652"/>
                    <a:pt x="3506828" y="3869772"/>
                  </a:cubicBezTo>
                  <a:cubicBezTo>
                    <a:pt x="3506158" y="3938753"/>
                    <a:pt x="3454589" y="3993001"/>
                    <a:pt x="3348103" y="4037873"/>
                  </a:cubicBezTo>
                  <a:cubicBezTo>
                    <a:pt x="3323323" y="4048589"/>
                    <a:pt x="3302561" y="4059974"/>
                    <a:pt x="3301892" y="4063992"/>
                  </a:cubicBezTo>
                  <a:cubicBezTo>
                    <a:pt x="3301222" y="4067341"/>
                    <a:pt x="3318635" y="4082745"/>
                    <a:pt x="3340066" y="4097479"/>
                  </a:cubicBezTo>
                  <a:cubicBezTo>
                    <a:pt x="3382259" y="4126947"/>
                    <a:pt x="3410387" y="4162442"/>
                    <a:pt x="3410387" y="4184543"/>
                  </a:cubicBezTo>
                  <a:cubicBezTo>
                    <a:pt x="3410387" y="4211332"/>
                    <a:pt x="3395653" y="4221378"/>
                    <a:pt x="3346763" y="4228745"/>
                  </a:cubicBezTo>
                  <a:cubicBezTo>
                    <a:pt x="3260369" y="4240800"/>
                    <a:pt x="3184020" y="4266920"/>
                    <a:pt x="2941579" y="4368718"/>
                  </a:cubicBezTo>
                  <a:cubicBezTo>
                    <a:pt x="2843799" y="4409571"/>
                    <a:pt x="2741331" y="4445067"/>
                    <a:pt x="2681725" y="4459131"/>
                  </a:cubicBezTo>
                  <a:cubicBezTo>
                    <a:pt x="2646229" y="4467838"/>
                    <a:pt x="2497550" y="4484581"/>
                    <a:pt x="2486165" y="4481902"/>
                  </a:cubicBezTo>
                  <a:cubicBezTo>
                    <a:pt x="2484156" y="4481232"/>
                    <a:pt x="2454018" y="4478553"/>
                    <a:pt x="2419192" y="4475205"/>
                  </a:cubicBezTo>
                  <a:close/>
                  <a:moveTo>
                    <a:pt x="2315385" y="3916652"/>
                  </a:moveTo>
                  <a:cubicBezTo>
                    <a:pt x="2370972" y="3871781"/>
                    <a:pt x="2455357" y="3839634"/>
                    <a:pt x="2519651" y="3839634"/>
                  </a:cubicBezTo>
                  <a:cubicBezTo>
                    <a:pt x="2536394" y="3839634"/>
                    <a:pt x="2581936" y="3844322"/>
                    <a:pt x="2622119" y="3851019"/>
                  </a:cubicBezTo>
                  <a:cubicBezTo>
                    <a:pt x="2705835" y="3864414"/>
                    <a:pt x="2741331" y="3861065"/>
                    <a:pt x="2904744" y="3826239"/>
                  </a:cubicBezTo>
                  <a:cubicBezTo>
                    <a:pt x="2960331" y="3814184"/>
                    <a:pt x="3054763" y="3794762"/>
                    <a:pt x="3115038" y="3782707"/>
                  </a:cubicBezTo>
                  <a:cubicBezTo>
                    <a:pt x="3175313" y="3769982"/>
                    <a:pt x="3227552" y="3756588"/>
                    <a:pt x="3230901" y="3751230"/>
                  </a:cubicBezTo>
                  <a:cubicBezTo>
                    <a:pt x="3242286" y="3735157"/>
                    <a:pt x="3226882" y="3514147"/>
                    <a:pt x="3202102" y="3337339"/>
                  </a:cubicBezTo>
                  <a:cubicBezTo>
                    <a:pt x="3167946" y="3088201"/>
                    <a:pt x="3111689" y="2887283"/>
                    <a:pt x="3038689" y="2749989"/>
                  </a:cubicBezTo>
                  <a:cubicBezTo>
                    <a:pt x="2989129" y="2656897"/>
                    <a:pt x="2961671" y="2620062"/>
                    <a:pt x="2885322" y="2543713"/>
                  </a:cubicBezTo>
                  <a:cubicBezTo>
                    <a:pt x="2827056" y="2485447"/>
                    <a:pt x="2799597" y="2464016"/>
                    <a:pt x="2757404" y="2441915"/>
                  </a:cubicBezTo>
                  <a:cubicBezTo>
                    <a:pt x="2690431" y="2407089"/>
                    <a:pt x="2638193" y="2393025"/>
                    <a:pt x="2575908" y="2393025"/>
                  </a:cubicBezTo>
                  <a:cubicBezTo>
                    <a:pt x="2537064" y="2393025"/>
                    <a:pt x="2525009" y="2395703"/>
                    <a:pt x="2509605" y="2407089"/>
                  </a:cubicBezTo>
                  <a:cubicBezTo>
                    <a:pt x="2494871" y="2419144"/>
                    <a:pt x="2483486" y="2421823"/>
                    <a:pt x="2443972" y="2420483"/>
                  </a:cubicBezTo>
                  <a:cubicBezTo>
                    <a:pt x="2401110" y="2419814"/>
                    <a:pt x="2390394" y="2421823"/>
                    <a:pt x="2347531" y="2442584"/>
                  </a:cubicBezTo>
                  <a:cubicBezTo>
                    <a:pt x="2244393" y="2492144"/>
                    <a:pt x="2159338" y="2567153"/>
                    <a:pt x="2093705" y="2664934"/>
                  </a:cubicBezTo>
                  <a:cubicBezTo>
                    <a:pt x="2057540" y="2719181"/>
                    <a:pt x="2010659" y="2812273"/>
                    <a:pt x="2010659" y="2829686"/>
                  </a:cubicBezTo>
                  <a:cubicBezTo>
                    <a:pt x="2010659" y="2843081"/>
                    <a:pt x="1991237" y="2868530"/>
                    <a:pt x="1981191" y="2868530"/>
                  </a:cubicBezTo>
                  <a:cubicBezTo>
                    <a:pt x="1975833" y="2868530"/>
                    <a:pt x="1965117" y="2863173"/>
                    <a:pt x="1957081" y="2856475"/>
                  </a:cubicBezTo>
                  <a:cubicBezTo>
                    <a:pt x="1942347" y="2844420"/>
                    <a:pt x="1941677" y="2842411"/>
                    <a:pt x="1949714" y="2810934"/>
                  </a:cubicBezTo>
                  <a:cubicBezTo>
                    <a:pt x="1961769" y="2764053"/>
                    <a:pt x="2003292" y="2677658"/>
                    <a:pt x="2042136" y="2620062"/>
                  </a:cubicBezTo>
                  <a:cubicBezTo>
                    <a:pt x="2111118" y="2518263"/>
                    <a:pt x="2198852" y="2439236"/>
                    <a:pt x="2299311" y="2388336"/>
                  </a:cubicBezTo>
                  <a:cubicBezTo>
                    <a:pt x="2324761" y="2375612"/>
                    <a:pt x="2345522" y="2362217"/>
                    <a:pt x="2345522" y="2359538"/>
                  </a:cubicBezTo>
                  <a:cubicBezTo>
                    <a:pt x="2345522" y="2356190"/>
                    <a:pt x="2320742" y="2336098"/>
                    <a:pt x="2290605" y="2313997"/>
                  </a:cubicBezTo>
                  <a:cubicBezTo>
                    <a:pt x="2259797" y="2292566"/>
                    <a:pt x="2235017" y="2270465"/>
                    <a:pt x="2235017" y="2265107"/>
                  </a:cubicBezTo>
                  <a:cubicBezTo>
                    <a:pt x="2235017" y="2249703"/>
                    <a:pt x="2281898" y="2256400"/>
                    <a:pt x="2326100" y="2279171"/>
                  </a:cubicBezTo>
                  <a:cubicBezTo>
                    <a:pt x="2371642" y="2301942"/>
                    <a:pt x="2377669" y="2303281"/>
                    <a:pt x="2364944" y="2287877"/>
                  </a:cubicBezTo>
                  <a:cubicBezTo>
                    <a:pt x="2347531" y="2267116"/>
                    <a:pt x="2278550" y="2226932"/>
                    <a:pt x="2246403" y="2219565"/>
                  </a:cubicBezTo>
                  <a:cubicBezTo>
                    <a:pt x="2131879" y="2192107"/>
                    <a:pt x="1888769" y="2332749"/>
                    <a:pt x="1770897" y="2494823"/>
                  </a:cubicBezTo>
                  <a:cubicBezTo>
                    <a:pt x="1724686" y="2557777"/>
                    <a:pt x="1688520" y="2638814"/>
                    <a:pt x="1678474" y="2700429"/>
                  </a:cubicBezTo>
                  <a:lnTo>
                    <a:pt x="1674456" y="2726548"/>
                  </a:lnTo>
                  <a:lnTo>
                    <a:pt x="1719998" y="2756016"/>
                  </a:lnTo>
                  <a:cubicBezTo>
                    <a:pt x="1745447" y="2772759"/>
                    <a:pt x="1774245" y="2794860"/>
                    <a:pt x="1783622" y="2805576"/>
                  </a:cubicBezTo>
                  <a:cubicBezTo>
                    <a:pt x="1830502" y="2857145"/>
                    <a:pt x="1868677" y="2931485"/>
                    <a:pt x="1880062" y="2991090"/>
                  </a:cubicBezTo>
                  <a:cubicBezTo>
                    <a:pt x="1884750" y="3013861"/>
                    <a:pt x="1887429" y="3016540"/>
                    <a:pt x="1914888" y="3023907"/>
                  </a:cubicBezTo>
                  <a:cubicBezTo>
                    <a:pt x="1950383" y="3032613"/>
                    <a:pt x="1997264" y="3073467"/>
                    <a:pt x="1997264" y="3095568"/>
                  </a:cubicBezTo>
                  <a:cubicBezTo>
                    <a:pt x="1997264" y="3104274"/>
                    <a:pt x="1991237" y="3112981"/>
                    <a:pt x="1981191" y="3117669"/>
                  </a:cubicBezTo>
                  <a:cubicBezTo>
                    <a:pt x="1967127" y="3123696"/>
                    <a:pt x="1960429" y="3122357"/>
                    <a:pt x="1938998" y="3109632"/>
                  </a:cubicBezTo>
                  <a:cubicBezTo>
                    <a:pt x="1924264" y="3100926"/>
                    <a:pt x="1897475" y="3092889"/>
                    <a:pt x="1875374" y="3090880"/>
                  </a:cubicBezTo>
                  <a:cubicBezTo>
                    <a:pt x="1822466" y="3086192"/>
                    <a:pt x="1774245" y="3110302"/>
                    <a:pt x="1733392" y="3160531"/>
                  </a:cubicBezTo>
                  <a:cubicBezTo>
                    <a:pt x="1687181" y="3216788"/>
                    <a:pt x="1672447" y="3260320"/>
                    <a:pt x="1672447" y="3340688"/>
                  </a:cubicBezTo>
                  <a:cubicBezTo>
                    <a:pt x="1672447" y="3419046"/>
                    <a:pt x="1683832" y="3447174"/>
                    <a:pt x="1730043" y="3486688"/>
                  </a:cubicBezTo>
                  <a:cubicBezTo>
                    <a:pt x="1777594" y="3527541"/>
                    <a:pt x="1834521" y="3532229"/>
                    <a:pt x="1897475" y="3500752"/>
                  </a:cubicBezTo>
                  <a:cubicBezTo>
                    <a:pt x="1935649" y="3482000"/>
                    <a:pt x="1961099" y="3453202"/>
                    <a:pt x="1981861" y="3404312"/>
                  </a:cubicBezTo>
                  <a:cubicBezTo>
                    <a:pt x="2005971" y="3349394"/>
                    <a:pt x="2007310" y="3347385"/>
                    <a:pt x="2026063" y="3345376"/>
                  </a:cubicBezTo>
                  <a:cubicBezTo>
                    <a:pt x="2046154" y="3342697"/>
                    <a:pt x="2047494" y="3344706"/>
                    <a:pt x="2070934" y="3421055"/>
                  </a:cubicBezTo>
                  <a:cubicBezTo>
                    <a:pt x="2078301" y="3447174"/>
                    <a:pt x="2107100" y="3507450"/>
                    <a:pt x="2134558" y="3555000"/>
                  </a:cubicBezTo>
                  <a:cubicBezTo>
                    <a:pt x="2194164" y="3660147"/>
                    <a:pt x="2209568" y="3707698"/>
                    <a:pt x="2221623" y="3827579"/>
                  </a:cubicBezTo>
                  <a:cubicBezTo>
                    <a:pt x="2231669" y="3920001"/>
                    <a:pt x="2235017" y="3936744"/>
                    <a:pt x="2247072" y="3952148"/>
                  </a:cubicBezTo>
                  <a:cubicBezTo>
                    <a:pt x="2254439" y="3961524"/>
                    <a:pt x="2267834" y="3954827"/>
                    <a:pt x="2315385" y="3916652"/>
                  </a:cubicBezTo>
                  <a:close/>
                  <a:moveTo>
                    <a:pt x="4004435" y="2314667"/>
                  </a:moveTo>
                  <a:cubicBezTo>
                    <a:pt x="4001756" y="2300602"/>
                    <a:pt x="3989701" y="2210859"/>
                    <a:pt x="3976306" y="2115088"/>
                  </a:cubicBezTo>
                  <a:cubicBezTo>
                    <a:pt x="3962912" y="2019317"/>
                    <a:pt x="3910003" y="1646279"/>
                    <a:pt x="3859104" y="1285966"/>
                  </a:cubicBezTo>
                  <a:cubicBezTo>
                    <a:pt x="3807535" y="925654"/>
                    <a:pt x="3765343" y="630304"/>
                    <a:pt x="3765343" y="628295"/>
                  </a:cubicBezTo>
                  <a:cubicBezTo>
                    <a:pt x="3765343" y="626955"/>
                    <a:pt x="3736544" y="611552"/>
                    <a:pt x="3701718" y="594809"/>
                  </a:cubicBezTo>
                  <a:cubicBezTo>
                    <a:pt x="3666893" y="578065"/>
                    <a:pt x="3638094" y="561322"/>
                    <a:pt x="3638094" y="557974"/>
                  </a:cubicBezTo>
                  <a:cubicBezTo>
                    <a:pt x="3638094" y="541900"/>
                    <a:pt x="3617333" y="553955"/>
                    <a:pt x="3605948" y="576726"/>
                  </a:cubicBezTo>
                  <a:cubicBezTo>
                    <a:pt x="3584516" y="618249"/>
                    <a:pt x="3583847" y="634322"/>
                    <a:pt x="3597911" y="726745"/>
                  </a:cubicBezTo>
                  <a:cubicBezTo>
                    <a:pt x="3610636" y="815149"/>
                    <a:pt x="3659526" y="1158718"/>
                    <a:pt x="3711764" y="1535774"/>
                  </a:cubicBezTo>
                  <a:cubicBezTo>
                    <a:pt x="3726498" y="1644270"/>
                    <a:pt x="3751278" y="1819069"/>
                    <a:pt x="3766012" y="1924216"/>
                  </a:cubicBezTo>
                  <a:cubicBezTo>
                    <a:pt x="3780746" y="2029363"/>
                    <a:pt x="3797489" y="2149914"/>
                    <a:pt x="3802847" y="2192107"/>
                  </a:cubicBezTo>
                  <a:cubicBezTo>
                    <a:pt x="3820260" y="2322034"/>
                    <a:pt x="3837003" y="2339446"/>
                    <a:pt x="3945499" y="2339446"/>
                  </a:cubicBezTo>
                  <a:lnTo>
                    <a:pt x="4008453" y="2339446"/>
                  </a:lnTo>
                  <a:lnTo>
                    <a:pt x="4004435" y="2314667"/>
                  </a:lnTo>
                  <a:close/>
                  <a:moveTo>
                    <a:pt x="6145551" y="2332079"/>
                  </a:moveTo>
                  <a:cubicBezTo>
                    <a:pt x="6150909" y="2326722"/>
                    <a:pt x="6112734" y="2045436"/>
                    <a:pt x="5998881" y="1254489"/>
                  </a:cubicBezTo>
                  <a:cubicBezTo>
                    <a:pt x="5927890" y="762910"/>
                    <a:pt x="5909137" y="638341"/>
                    <a:pt x="5905119" y="631644"/>
                  </a:cubicBezTo>
                  <a:cubicBezTo>
                    <a:pt x="5900431" y="623607"/>
                    <a:pt x="5408852" y="622267"/>
                    <a:pt x="5403494" y="630304"/>
                  </a:cubicBezTo>
                  <a:cubicBezTo>
                    <a:pt x="5402154" y="632983"/>
                    <a:pt x="5372686" y="764919"/>
                    <a:pt x="5339200" y="922975"/>
                  </a:cubicBezTo>
                  <a:cubicBezTo>
                    <a:pt x="5305714" y="1081030"/>
                    <a:pt x="5272897" y="1219664"/>
                    <a:pt x="5266870" y="1230379"/>
                  </a:cubicBezTo>
                  <a:cubicBezTo>
                    <a:pt x="5258833" y="1244443"/>
                    <a:pt x="5247448" y="1252480"/>
                    <a:pt x="5232044" y="1255829"/>
                  </a:cubicBezTo>
                  <a:cubicBezTo>
                    <a:pt x="5204585" y="1261856"/>
                    <a:pt x="4826190" y="1260517"/>
                    <a:pt x="4784666" y="1253820"/>
                  </a:cubicBezTo>
                  <a:cubicBezTo>
                    <a:pt x="4728409" y="1245783"/>
                    <a:pt x="4739795" y="1285966"/>
                    <a:pt x="4655409" y="793048"/>
                  </a:cubicBezTo>
                  <a:cubicBezTo>
                    <a:pt x="4640675" y="706653"/>
                    <a:pt x="4627281" y="632983"/>
                    <a:pt x="4625272" y="630304"/>
                  </a:cubicBezTo>
                  <a:cubicBezTo>
                    <a:pt x="4623262" y="627625"/>
                    <a:pt x="4444445" y="624946"/>
                    <a:pt x="4226784" y="624946"/>
                  </a:cubicBezTo>
                  <a:cubicBezTo>
                    <a:pt x="3891921" y="624946"/>
                    <a:pt x="3832315" y="626286"/>
                    <a:pt x="3832315" y="634322"/>
                  </a:cubicBezTo>
                  <a:cubicBezTo>
                    <a:pt x="3832315" y="644368"/>
                    <a:pt x="3940811" y="1415893"/>
                    <a:pt x="3969609" y="1609444"/>
                  </a:cubicBezTo>
                  <a:cubicBezTo>
                    <a:pt x="3990371" y="1749417"/>
                    <a:pt x="4050646" y="2182730"/>
                    <a:pt x="4060022" y="2262428"/>
                  </a:cubicBezTo>
                  <a:cubicBezTo>
                    <a:pt x="4064041" y="2295914"/>
                    <a:pt x="4068729" y="2326722"/>
                    <a:pt x="4070738" y="2331410"/>
                  </a:cubicBezTo>
                  <a:cubicBezTo>
                    <a:pt x="4072747" y="2338777"/>
                    <a:pt x="4255582" y="2340116"/>
                    <a:pt x="5107475" y="2338107"/>
                  </a:cubicBezTo>
                  <a:cubicBezTo>
                    <a:pt x="5676073" y="2336768"/>
                    <a:pt x="6143542" y="2334089"/>
                    <a:pt x="6145551" y="2332079"/>
                  </a:cubicBezTo>
                  <a:close/>
                  <a:moveTo>
                    <a:pt x="1332896" y="1936941"/>
                  </a:moveTo>
                  <a:cubicBezTo>
                    <a:pt x="1344281" y="1916179"/>
                    <a:pt x="1340263" y="1764151"/>
                    <a:pt x="1318162" y="1358297"/>
                  </a:cubicBezTo>
                  <a:cubicBezTo>
                    <a:pt x="1286015" y="780323"/>
                    <a:pt x="1286684" y="817158"/>
                    <a:pt x="1306776" y="809121"/>
                  </a:cubicBezTo>
                  <a:cubicBezTo>
                    <a:pt x="1312804" y="806442"/>
                    <a:pt x="1357006" y="797736"/>
                    <a:pt x="1404556" y="789029"/>
                  </a:cubicBezTo>
                  <a:cubicBezTo>
                    <a:pt x="1564621" y="760231"/>
                    <a:pt x="1854613" y="685891"/>
                    <a:pt x="1950383" y="649726"/>
                  </a:cubicBezTo>
                  <a:cubicBezTo>
                    <a:pt x="2009319" y="627625"/>
                    <a:pt x="2064237" y="600166"/>
                    <a:pt x="2083659" y="584093"/>
                  </a:cubicBezTo>
                  <a:cubicBezTo>
                    <a:pt x="2097723" y="572708"/>
                    <a:pt x="2098393" y="569359"/>
                    <a:pt x="2090356" y="564001"/>
                  </a:cubicBezTo>
                  <a:cubicBezTo>
                    <a:pt x="2066916" y="548597"/>
                    <a:pt x="2047494" y="551276"/>
                    <a:pt x="1938998" y="586772"/>
                  </a:cubicBezTo>
                  <a:cubicBezTo>
                    <a:pt x="1774915" y="641020"/>
                    <a:pt x="1560603" y="697947"/>
                    <a:pt x="1317492" y="752864"/>
                  </a:cubicBezTo>
                  <a:cubicBezTo>
                    <a:pt x="1245161" y="769607"/>
                    <a:pt x="1174840" y="770277"/>
                    <a:pt x="1106528" y="756213"/>
                  </a:cubicBezTo>
                  <a:cubicBezTo>
                    <a:pt x="1079069" y="750185"/>
                    <a:pt x="1041564" y="745497"/>
                    <a:pt x="1024152" y="745497"/>
                  </a:cubicBezTo>
                  <a:cubicBezTo>
                    <a:pt x="994684" y="745497"/>
                    <a:pt x="992674" y="746167"/>
                    <a:pt x="999372" y="758892"/>
                  </a:cubicBezTo>
                  <a:cubicBezTo>
                    <a:pt x="1015445" y="789699"/>
                    <a:pt x="1099831" y="823185"/>
                    <a:pt x="1180198" y="831222"/>
                  </a:cubicBezTo>
                  <a:lnTo>
                    <a:pt x="1230427" y="835910"/>
                  </a:lnTo>
                  <a:lnTo>
                    <a:pt x="1234446" y="889488"/>
                  </a:lnTo>
                  <a:cubicBezTo>
                    <a:pt x="1237125" y="918956"/>
                    <a:pt x="1242482" y="1015397"/>
                    <a:pt x="1247171" y="1103801"/>
                  </a:cubicBezTo>
                  <a:cubicBezTo>
                    <a:pt x="1251189" y="1192205"/>
                    <a:pt x="1257216" y="1313425"/>
                    <a:pt x="1260565" y="1372361"/>
                  </a:cubicBezTo>
                  <a:cubicBezTo>
                    <a:pt x="1263914" y="1431967"/>
                    <a:pt x="1271281" y="1577967"/>
                    <a:pt x="1277308" y="1697179"/>
                  </a:cubicBezTo>
                  <a:cubicBezTo>
                    <a:pt x="1284675" y="1855234"/>
                    <a:pt x="1290703" y="1920198"/>
                    <a:pt x="1298070" y="1936271"/>
                  </a:cubicBezTo>
                  <a:cubicBezTo>
                    <a:pt x="1308785" y="1961051"/>
                    <a:pt x="1319501" y="1961721"/>
                    <a:pt x="1332896" y="1936941"/>
                  </a:cubicBezTo>
                  <a:close/>
                  <a:moveTo>
                    <a:pt x="2786202" y="1776206"/>
                  </a:moveTo>
                  <a:cubicBezTo>
                    <a:pt x="2788881" y="1732004"/>
                    <a:pt x="2780844" y="1665032"/>
                    <a:pt x="2747358" y="1442013"/>
                  </a:cubicBezTo>
                  <a:cubicBezTo>
                    <a:pt x="2672349" y="951773"/>
                    <a:pt x="2638862" y="751525"/>
                    <a:pt x="2624128" y="701295"/>
                  </a:cubicBezTo>
                  <a:cubicBezTo>
                    <a:pt x="2612743" y="664460"/>
                    <a:pt x="2584615" y="628295"/>
                    <a:pt x="2572560" y="635662"/>
                  </a:cubicBezTo>
                  <a:cubicBezTo>
                    <a:pt x="2563853" y="641020"/>
                    <a:pt x="2561844" y="624946"/>
                    <a:pt x="2620110" y="986599"/>
                  </a:cubicBezTo>
                  <a:cubicBezTo>
                    <a:pt x="2645560" y="1143315"/>
                    <a:pt x="2678376" y="1349590"/>
                    <a:pt x="2693780" y="1445361"/>
                  </a:cubicBezTo>
                  <a:cubicBezTo>
                    <a:pt x="2726597" y="1648289"/>
                    <a:pt x="2750707" y="1775537"/>
                    <a:pt x="2762092" y="1800316"/>
                  </a:cubicBezTo>
                  <a:cubicBezTo>
                    <a:pt x="2774147" y="1826436"/>
                    <a:pt x="2784193" y="1817060"/>
                    <a:pt x="2786202" y="1776206"/>
                  </a:cubicBezTo>
                  <a:close/>
                  <a:moveTo>
                    <a:pt x="509132" y="1592701"/>
                  </a:moveTo>
                  <a:cubicBezTo>
                    <a:pt x="510471" y="1592032"/>
                    <a:pt x="505114" y="1543141"/>
                    <a:pt x="497747" y="1484875"/>
                  </a:cubicBezTo>
                  <a:cubicBezTo>
                    <a:pt x="468279" y="1254489"/>
                    <a:pt x="430774" y="846626"/>
                    <a:pt x="416710" y="611552"/>
                  </a:cubicBezTo>
                  <a:cubicBezTo>
                    <a:pt x="409343" y="486313"/>
                    <a:pt x="389921" y="124661"/>
                    <a:pt x="389921" y="111266"/>
                  </a:cubicBezTo>
                  <a:cubicBezTo>
                    <a:pt x="389921" y="92514"/>
                    <a:pt x="368489" y="82468"/>
                    <a:pt x="326966" y="82468"/>
                  </a:cubicBezTo>
                  <a:cubicBezTo>
                    <a:pt x="280755" y="82468"/>
                    <a:pt x="262003" y="93853"/>
                    <a:pt x="245929" y="132028"/>
                  </a:cubicBezTo>
                  <a:cubicBezTo>
                    <a:pt x="224498" y="182257"/>
                    <a:pt x="141452" y="630974"/>
                    <a:pt x="113993" y="837919"/>
                  </a:cubicBezTo>
                  <a:cubicBezTo>
                    <a:pt x="97250" y="969186"/>
                    <a:pt x="93901" y="1164746"/>
                    <a:pt x="107966" y="1234398"/>
                  </a:cubicBezTo>
                  <a:cubicBezTo>
                    <a:pt x="146140" y="1425270"/>
                    <a:pt x="247938" y="1551178"/>
                    <a:pt x="397288" y="1592701"/>
                  </a:cubicBezTo>
                  <a:cubicBezTo>
                    <a:pt x="428095" y="1600738"/>
                    <a:pt x="500425" y="1601408"/>
                    <a:pt x="509132" y="1592701"/>
                  </a:cubicBezTo>
                  <a:close/>
                  <a:moveTo>
                    <a:pt x="5190521" y="1187517"/>
                  </a:moveTo>
                  <a:cubicBezTo>
                    <a:pt x="5206594" y="1187517"/>
                    <a:pt x="5213961" y="1183498"/>
                    <a:pt x="5218649" y="1172783"/>
                  </a:cubicBezTo>
                  <a:cubicBezTo>
                    <a:pt x="5222668" y="1164076"/>
                    <a:pt x="5260172" y="989947"/>
                    <a:pt x="5302365" y="785681"/>
                  </a:cubicBezTo>
                  <a:cubicBezTo>
                    <a:pt x="5344558" y="581414"/>
                    <a:pt x="5393448" y="349019"/>
                    <a:pt x="5409521" y="269321"/>
                  </a:cubicBezTo>
                  <a:cubicBezTo>
                    <a:pt x="5445017" y="101890"/>
                    <a:pt x="5444347" y="96532"/>
                    <a:pt x="5395457" y="75771"/>
                  </a:cubicBezTo>
                  <a:cubicBezTo>
                    <a:pt x="5365989" y="62376"/>
                    <a:pt x="5349916" y="62376"/>
                    <a:pt x="4915263" y="63715"/>
                  </a:cubicBezTo>
                  <a:lnTo>
                    <a:pt x="4465207" y="65725"/>
                  </a:lnTo>
                  <a:lnTo>
                    <a:pt x="4463198" y="83807"/>
                  </a:lnTo>
                  <a:cubicBezTo>
                    <a:pt x="4461858" y="95862"/>
                    <a:pt x="4465877" y="104569"/>
                    <a:pt x="4476592" y="111936"/>
                  </a:cubicBezTo>
                  <a:cubicBezTo>
                    <a:pt x="4489987" y="121312"/>
                    <a:pt x="4522803" y="122651"/>
                    <a:pt x="4737116" y="122651"/>
                  </a:cubicBezTo>
                  <a:cubicBezTo>
                    <a:pt x="4974869" y="122651"/>
                    <a:pt x="4982906" y="123321"/>
                    <a:pt x="5000318" y="136716"/>
                  </a:cubicBezTo>
                  <a:cubicBezTo>
                    <a:pt x="5031126" y="160826"/>
                    <a:pt x="5031796" y="156807"/>
                    <a:pt x="4903878" y="718708"/>
                  </a:cubicBezTo>
                  <a:cubicBezTo>
                    <a:pt x="4875080" y="845956"/>
                    <a:pt x="4838914" y="1002002"/>
                    <a:pt x="4823511" y="1066296"/>
                  </a:cubicBezTo>
                  <a:cubicBezTo>
                    <a:pt x="4802079" y="1158718"/>
                    <a:pt x="4798061" y="1184168"/>
                    <a:pt x="4804758" y="1188856"/>
                  </a:cubicBezTo>
                  <a:cubicBezTo>
                    <a:pt x="4809446" y="1191535"/>
                    <a:pt x="4893162" y="1192874"/>
                    <a:pt x="4990942" y="1191535"/>
                  </a:cubicBezTo>
                  <a:cubicBezTo>
                    <a:pt x="5088722" y="1189526"/>
                    <a:pt x="5178466" y="1188186"/>
                    <a:pt x="5190521" y="1187517"/>
                  </a:cubicBezTo>
                  <a:close/>
                  <a:moveTo>
                    <a:pt x="4814134" y="833231"/>
                  </a:moveTo>
                  <a:cubicBezTo>
                    <a:pt x="4837575" y="729424"/>
                    <a:pt x="4856997" y="639680"/>
                    <a:pt x="4856997" y="634322"/>
                  </a:cubicBezTo>
                  <a:cubicBezTo>
                    <a:pt x="4856997" y="626955"/>
                    <a:pt x="4840254" y="624946"/>
                    <a:pt x="4772611" y="624946"/>
                  </a:cubicBezTo>
                  <a:cubicBezTo>
                    <a:pt x="4695593" y="624946"/>
                    <a:pt x="4688896" y="625616"/>
                    <a:pt x="4692244" y="637001"/>
                  </a:cubicBezTo>
                  <a:cubicBezTo>
                    <a:pt x="4694253" y="643029"/>
                    <a:pt x="4709657" y="734112"/>
                    <a:pt x="4726400" y="839259"/>
                  </a:cubicBezTo>
                  <a:cubicBezTo>
                    <a:pt x="4758547" y="1038837"/>
                    <a:pt x="4763235" y="1059599"/>
                    <a:pt x="4768593" y="1036828"/>
                  </a:cubicBezTo>
                  <a:cubicBezTo>
                    <a:pt x="4769932" y="1029461"/>
                    <a:pt x="4790694" y="937709"/>
                    <a:pt x="4814134" y="833231"/>
                  </a:cubicBezTo>
                  <a:close/>
                  <a:moveTo>
                    <a:pt x="3185359" y="868727"/>
                  </a:moveTo>
                  <a:cubicBezTo>
                    <a:pt x="3191387" y="866718"/>
                    <a:pt x="3196075" y="862699"/>
                    <a:pt x="3196075" y="860020"/>
                  </a:cubicBezTo>
                  <a:cubicBezTo>
                    <a:pt x="3196075" y="849974"/>
                    <a:pt x="3131111" y="819837"/>
                    <a:pt x="3072176" y="803094"/>
                  </a:cubicBezTo>
                  <a:cubicBezTo>
                    <a:pt x="2972386" y="774295"/>
                    <a:pt x="2948946" y="782332"/>
                    <a:pt x="3011230" y="823855"/>
                  </a:cubicBezTo>
                  <a:cubicBezTo>
                    <a:pt x="3063469" y="859351"/>
                    <a:pt x="3151203" y="882121"/>
                    <a:pt x="3185359" y="868727"/>
                  </a:cubicBezTo>
                  <a:close/>
                  <a:moveTo>
                    <a:pt x="641068" y="553286"/>
                  </a:moveTo>
                  <a:cubicBezTo>
                    <a:pt x="672545" y="444790"/>
                    <a:pt x="702683" y="387193"/>
                    <a:pt x="758270" y="330267"/>
                  </a:cubicBezTo>
                  <a:cubicBezTo>
                    <a:pt x="810509" y="276688"/>
                    <a:pt x="867436" y="243872"/>
                    <a:pt x="959858" y="213064"/>
                  </a:cubicBezTo>
                  <a:cubicBezTo>
                    <a:pt x="1052950" y="181587"/>
                    <a:pt x="1079739" y="162835"/>
                    <a:pt x="1044913" y="154129"/>
                  </a:cubicBezTo>
                  <a:cubicBezTo>
                    <a:pt x="1026831" y="149440"/>
                    <a:pt x="935748" y="164844"/>
                    <a:pt x="879491" y="182927"/>
                  </a:cubicBezTo>
                  <a:cubicBezTo>
                    <a:pt x="740188" y="227129"/>
                    <a:pt x="640398" y="328257"/>
                    <a:pt x="608251" y="457515"/>
                  </a:cubicBezTo>
                  <a:cubicBezTo>
                    <a:pt x="595527" y="511093"/>
                    <a:pt x="587490" y="596818"/>
                    <a:pt x="593517" y="620928"/>
                  </a:cubicBezTo>
                  <a:cubicBezTo>
                    <a:pt x="602894" y="657763"/>
                    <a:pt x="615618" y="639011"/>
                    <a:pt x="641068" y="553286"/>
                  </a:cubicBezTo>
                  <a:close/>
                  <a:moveTo>
                    <a:pt x="2788881" y="568689"/>
                  </a:moveTo>
                  <a:cubicBezTo>
                    <a:pt x="2883982" y="551276"/>
                    <a:pt x="2961001" y="504396"/>
                    <a:pt x="3054093" y="407955"/>
                  </a:cubicBezTo>
                  <a:cubicBezTo>
                    <a:pt x="3118387" y="340982"/>
                    <a:pt x="3142497" y="298120"/>
                    <a:pt x="3142497" y="249899"/>
                  </a:cubicBezTo>
                  <a:cubicBezTo>
                    <a:pt x="3142497" y="211055"/>
                    <a:pt x="3126423" y="189624"/>
                    <a:pt x="3096955" y="189624"/>
                  </a:cubicBezTo>
                  <a:cubicBezTo>
                    <a:pt x="3080882" y="189624"/>
                    <a:pt x="3077533" y="193642"/>
                    <a:pt x="3063469" y="233156"/>
                  </a:cubicBezTo>
                  <a:cubicBezTo>
                    <a:pt x="3043377" y="288744"/>
                    <a:pt x="3007882" y="342991"/>
                    <a:pt x="2957652" y="394560"/>
                  </a:cubicBezTo>
                  <a:cubicBezTo>
                    <a:pt x="2914790" y="438762"/>
                    <a:pt x="2833753" y="495689"/>
                    <a:pt x="2789551" y="513102"/>
                  </a:cubicBezTo>
                  <a:cubicBezTo>
                    <a:pt x="2764101" y="523148"/>
                    <a:pt x="2760083" y="523148"/>
                    <a:pt x="2750707" y="513772"/>
                  </a:cubicBezTo>
                  <a:cubicBezTo>
                    <a:pt x="2729276" y="492340"/>
                    <a:pt x="2737982" y="474258"/>
                    <a:pt x="2782854" y="447469"/>
                  </a:cubicBezTo>
                  <a:cubicBezTo>
                    <a:pt x="2899386" y="375808"/>
                    <a:pt x="2978414" y="289413"/>
                    <a:pt x="3004533" y="205028"/>
                  </a:cubicBezTo>
                  <a:cubicBezTo>
                    <a:pt x="3009221" y="190294"/>
                    <a:pt x="3007882" y="189624"/>
                    <a:pt x="2970377" y="189624"/>
                  </a:cubicBezTo>
                  <a:lnTo>
                    <a:pt x="2931533" y="189624"/>
                  </a:lnTo>
                  <a:lnTo>
                    <a:pt x="2908093" y="238514"/>
                  </a:lnTo>
                  <a:cubicBezTo>
                    <a:pt x="2866569" y="324909"/>
                    <a:pt x="2746688" y="430056"/>
                    <a:pt x="2664312" y="452157"/>
                  </a:cubicBezTo>
                  <a:cubicBezTo>
                    <a:pt x="2633505" y="460194"/>
                    <a:pt x="2631495" y="460194"/>
                    <a:pt x="2619440" y="444790"/>
                  </a:cubicBezTo>
                  <a:cubicBezTo>
                    <a:pt x="2602027" y="423359"/>
                    <a:pt x="2610734" y="409964"/>
                    <a:pt x="2664982" y="380496"/>
                  </a:cubicBezTo>
                  <a:cubicBezTo>
                    <a:pt x="2718560" y="351028"/>
                    <a:pt x="2777496" y="306156"/>
                    <a:pt x="2806294" y="273340"/>
                  </a:cubicBezTo>
                  <a:cubicBezTo>
                    <a:pt x="2825046" y="252578"/>
                    <a:pt x="2854514" y="203019"/>
                    <a:pt x="2854514" y="192973"/>
                  </a:cubicBezTo>
                  <a:cubicBezTo>
                    <a:pt x="2854514" y="190963"/>
                    <a:pt x="2835092" y="189624"/>
                    <a:pt x="2812322" y="189624"/>
                  </a:cubicBezTo>
                  <a:lnTo>
                    <a:pt x="2769459" y="189624"/>
                  </a:lnTo>
                  <a:lnTo>
                    <a:pt x="2744010" y="227129"/>
                  </a:lnTo>
                  <a:cubicBezTo>
                    <a:pt x="2729945" y="247221"/>
                    <a:pt x="2704496" y="276019"/>
                    <a:pt x="2687752" y="291422"/>
                  </a:cubicBezTo>
                  <a:cubicBezTo>
                    <a:pt x="2656275" y="319551"/>
                    <a:pt x="2565862" y="366432"/>
                    <a:pt x="2529027" y="373799"/>
                  </a:cubicBezTo>
                  <a:cubicBezTo>
                    <a:pt x="2492862" y="380496"/>
                    <a:pt x="2456027" y="338303"/>
                    <a:pt x="2481477" y="318881"/>
                  </a:cubicBezTo>
                  <a:cubicBezTo>
                    <a:pt x="2485495" y="314863"/>
                    <a:pt x="2505587" y="306826"/>
                    <a:pt x="2525679" y="300129"/>
                  </a:cubicBezTo>
                  <a:cubicBezTo>
                    <a:pt x="2592651" y="278698"/>
                    <a:pt x="2687752" y="213064"/>
                    <a:pt x="2677037" y="196321"/>
                  </a:cubicBezTo>
                  <a:cubicBezTo>
                    <a:pt x="2674358" y="192303"/>
                    <a:pt x="2626807" y="189624"/>
                    <a:pt x="2549789" y="189624"/>
                  </a:cubicBezTo>
                  <a:cubicBezTo>
                    <a:pt x="2433256" y="189624"/>
                    <a:pt x="2423880" y="188954"/>
                    <a:pt x="2381018" y="172211"/>
                  </a:cubicBezTo>
                  <a:cubicBezTo>
                    <a:pt x="2239705" y="118633"/>
                    <a:pt x="2208228" y="109257"/>
                    <a:pt x="2162017" y="109257"/>
                  </a:cubicBezTo>
                  <a:cubicBezTo>
                    <a:pt x="2128531" y="109257"/>
                    <a:pt x="2107100" y="113275"/>
                    <a:pt x="2086338" y="123321"/>
                  </a:cubicBezTo>
                  <a:cubicBezTo>
                    <a:pt x="2052182" y="140064"/>
                    <a:pt x="2007310" y="188285"/>
                    <a:pt x="1996595" y="221101"/>
                  </a:cubicBezTo>
                  <a:cubicBezTo>
                    <a:pt x="1985879" y="253918"/>
                    <a:pt x="1992576" y="321560"/>
                    <a:pt x="2009319" y="354377"/>
                  </a:cubicBezTo>
                  <a:cubicBezTo>
                    <a:pt x="2029411" y="394560"/>
                    <a:pt x="2084999" y="440771"/>
                    <a:pt x="2147283" y="470909"/>
                  </a:cubicBezTo>
                  <a:cubicBezTo>
                    <a:pt x="2313375" y="549937"/>
                    <a:pt x="2625468" y="597488"/>
                    <a:pt x="2788881" y="568689"/>
                  </a:cubicBezTo>
                  <a:close/>
                  <a:moveTo>
                    <a:pt x="4205353" y="531185"/>
                  </a:moveTo>
                  <a:cubicBezTo>
                    <a:pt x="4236160" y="508414"/>
                    <a:pt x="4297106" y="435414"/>
                    <a:pt x="4323225" y="390542"/>
                  </a:cubicBezTo>
                  <a:cubicBezTo>
                    <a:pt x="4346665" y="349689"/>
                    <a:pt x="4360060" y="310845"/>
                    <a:pt x="4368097" y="258606"/>
                  </a:cubicBezTo>
                  <a:cubicBezTo>
                    <a:pt x="4377473" y="201679"/>
                    <a:pt x="4373454" y="189624"/>
                    <a:pt x="4344656" y="189624"/>
                  </a:cubicBezTo>
                  <a:cubicBezTo>
                    <a:pt x="4323225" y="189624"/>
                    <a:pt x="4322555" y="190294"/>
                    <a:pt x="4317867" y="224450"/>
                  </a:cubicBezTo>
                  <a:cubicBezTo>
                    <a:pt x="4305812" y="310175"/>
                    <a:pt x="4260271" y="397909"/>
                    <a:pt x="4190619" y="468900"/>
                  </a:cubicBezTo>
                  <a:cubicBezTo>
                    <a:pt x="4154454" y="505065"/>
                    <a:pt x="4137710" y="517790"/>
                    <a:pt x="4124316" y="517790"/>
                  </a:cubicBezTo>
                  <a:cubicBezTo>
                    <a:pt x="4107573" y="517790"/>
                    <a:pt x="4080114" y="497698"/>
                    <a:pt x="4080114" y="484973"/>
                  </a:cubicBezTo>
                  <a:cubicBezTo>
                    <a:pt x="4080114" y="481625"/>
                    <a:pt x="4096857" y="466221"/>
                    <a:pt x="4117619" y="450148"/>
                  </a:cubicBezTo>
                  <a:cubicBezTo>
                    <a:pt x="4183922" y="399248"/>
                    <a:pt x="4244867" y="297450"/>
                    <a:pt x="4252234" y="226459"/>
                  </a:cubicBezTo>
                  <a:lnTo>
                    <a:pt x="4256252" y="189624"/>
                  </a:lnTo>
                  <a:lnTo>
                    <a:pt x="4219417" y="189624"/>
                  </a:lnTo>
                  <a:lnTo>
                    <a:pt x="4182582" y="189624"/>
                  </a:lnTo>
                  <a:lnTo>
                    <a:pt x="4170527" y="221771"/>
                  </a:lnTo>
                  <a:cubicBezTo>
                    <a:pt x="4151775" y="269991"/>
                    <a:pt x="4129004" y="302138"/>
                    <a:pt x="4077435" y="354377"/>
                  </a:cubicBezTo>
                  <a:cubicBezTo>
                    <a:pt x="3997068" y="434744"/>
                    <a:pt x="3897279" y="483634"/>
                    <a:pt x="3872499" y="454166"/>
                  </a:cubicBezTo>
                  <a:cubicBezTo>
                    <a:pt x="3855756" y="434074"/>
                    <a:pt x="3871159" y="414652"/>
                    <a:pt x="3930765" y="380496"/>
                  </a:cubicBezTo>
                  <a:cubicBezTo>
                    <a:pt x="3996398" y="342991"/>
                    <a:pt x="4070738" y="274679"/>
                    <a:pt x="4092839" y="231817"/>
                  </a:cubicBezTo>
                  <a:cubicBezTo>
                    <a:pt x="4100206" y="216413"/>
                    <a:pt x="4106903" y="200340"/>
                    <a:pt x="4106903" y="196321"/>
                  </a:cubicBezTo>
                  <a:cubicBezTo>
                    <a:pt x="4106903" y="192303"/>
                    <a:pt x="4088151" y="189624"/>
                    <a:pt x="4060022" y="189624"/>
                  </a:cubicBezTo>
                  <a:cubicBezTo>
                    <a:pt x="4019839" y="189624"/>
                    <a:pt x="4011802" y="191633"/>
                    <a:pt x="4005105" y="203688"/>
                  </a:cubicBezTo>
                  <a:cubicBezTo>
                    <a:pt x="3993719" y="221771"/>
                    <a:pt x="3930095" y="259945"/>
                    <a:pt x="3895939" y="269321"/>
                  </a:cubicBezTo>
                  <a:cubicBezTo>
                    <a:pt x="3881205" y="273340"/>
                    <a:pt x="3838343" y="280707"/>
                    <a:pt x="3800168" y="286734"/>
                  </a:cubicBezTo>
                  <a:cubicBezTo>
                    <a:pt x="3723819" y="298120"/>
                    <a:pt x="3672251" y="319551"/>
                    <a:pt x="3653498" y="347680"/>
                  </a:cubicBezTo>
                  <a:cubicBezTo>
                    <a:pt x="3634746" y="376478"/>
                    <a:pt x="3634746" y="428716"/>
                    <a:pt x="3652828" y="464212"/>
                  </a:cubicBezTo>
                  <a:cubicBezTo>
                    <a:pt x="3668902" y="496359"/>
                    <a:pt x="3715783" y="533194"/>
                    <a:pt x="3754627" y="543909"/>
                  </a:cubicBezTo>
                  <a:cubicBezTo>
                    <a:pt x="3766012" y="547258"/>
                    <a:pt x="3865802" y="550607"/>
                    <a:pt x="3976976" y="550607"/>
                  </a:cubicBezTo>
                  <a:lnTo>
                    <a:pt x="4177894" y="551276"/>
                  </a:lnTo>
                  <a:lnTo>
                    <a:pt x="4205353" y="531185"/>
                  </a:lnTo>
                  <a:close/>
                  <a:moveTo>
                    <a:pt x="4366757" y="519799"/>
                  </a:moveTo>
                  <a:cubicBezTo>
                    <a:pt x="4402922" y="480955"/>
                    <a:pt x="4443106" y="412643"/>
                    <a:pt x="4465877" y="352368"/>
                  </a:cubicBezTo>
                  <a:cubicBezTo>
                    <a:pt x="4481280" y="312184"/>
                    <a:pt x="4497354" y="201009"/>
                    <a:pt x="4489317" y="192973"/>
                  </a:cubicBezTo>
                  <a:cubicBezTo>
                    <a:pt x="4487978" y="190963"/>
                    <a:pt x="4476592" y="189624"/>
                    <a:pt x="4464537" y="189624"/>
                  </a:cubicBezTo>
                  <a:cubicBezTo>
                    <a:pt x="4444445" y="189624"/>
                    <a:pt x="4441766" y="191633"/>
                    <a:pt x="4439088" y="211725"/>
                  </a:cubicBezTo>
                  <a:cubicBezTo>
                    <a:pt x="4427032" y="294771"/>
                    <a:pt x="4418326" y="332276"/>
                    <a:pt x="4400913" y="373129"/>
                  </a:cubicBezTo>
                  <a:cubicBezTo>
                    <a:pt x="4382161" y="416661"/>
                    <a:pt x="4333271" y="487652"/>
                    <a:pt x="4291078" y="533194"/>
                  </a:cubicBezTo>
                  <a:lnTo>
                    <a:pt x="4273665" y="551276"/>
                  </a:lnTo>
                  <a:lnTo>
                    <a:pt x="4305142" y="551276"/>
                  </a:lnTo>
                  <a:cubicBezTo>
                    <a:pt x="4334610" y="551276"/>
                    <a:pt x="4339298" y="548597"/>
                    <a:pt x="4366757" y="519799"/>
                  </a:cubicBezTo>
                  <a:close/>
                  <a:moveTo>
                    <a:pt x="4883116" y="526497"/>
                  </a:moveTo>
                  <a:cubicBezTo>
                    <a:pt x="4899859" y="462203"/>
                    <a:pt x="4950759" y="221771"/>
                    <a:pt x="4950759" y="206367"/>
                  </a:cubicBezTo>
                  <a:lnTo>
                    <a:pt x="4950759" y="189624"/>
                  </a:lnTo>
                  <a:lnTo>
                    <a:pt x="4752520" y="190963"/>
                  </a:lnTo>
                  <a:lnTo>
                    <a:pt x="4554281" y="192973"/>
                  </a:lnTo>
                  <a:lnTo>
                    <a:pt x="4550932" y="236505"/>
                  </a:lnTo>
                  <a:cubicBezTo>
                    <a:pt x="4549592" y="260615"/>
                    <a:pt x="4543565" y="299459"/>
                    <a:pt x="4538207" y="323569"/>
                  </a:cubicBezTo>
                  <a:cubicBezTo>
                    <a:pt x="4526152" y="376478"/>
                    <a:pt x="4479271" y="476937"/>
                    <a:pt x="4446455" y="519799"/>
                  </a:cubicBezTo>
                  <a:lnTo>
                    <a:pt x="4421675" y="551276"/>
                  </a:lnTo>
                  <a:lnTo>
                    <a:pt x="4649382" y="551276"/>
                  </a:lnTo>
                  <a:lnTo>
                    <a:pt x="4876419" y="551276"/>
                  </a:lnTo>
                  <a:lnTo>
                    <a:pt x="4883116" y="526497"/>
                  </a:lnTo>
                  <a:close/>
                  <a:moveTo>
                    <a:pt x="3644792" y="241193"/>
                  </a:moveTo>
                  <a:cubicBezTo>
                    <a:pt x="3654168" y="239184"/>
                    <a:pt x="3705067" y="231817"/>
                    <a:pt x="3758645" y="223780"/>
                  </a:cubicBezTo>
                  <a:cubicBezTo>
                    <a:pt x="3956884" y="194312"/>
                    <a:pt x="3924737" y="188954"/>
                    <a:pt x="3550360" y="190963"/>
                  </a:cubicBezTo>
                  <a:lnTo>
                    <a:pt x="3232910" y="192973"/>
                  </a:lnTo>
                  <a:lnTo>
                    <a:pt x="3230901" y="211725"/>
                  </a:lnTo>
                  <a:cubicBezTo>
                    <a:pt x="3228892" y="227129"/>
                    <a:pt x="3232240" y="231817"/>
                    <a:pt x="3250993" y="239854"/>
                  </a:cubicBezTo>
                  <a:cubicBezTo>
                    <a:pt x="3269075" y="248560"/>
                    <a:pt x="3303231" y="249899"/>
                    <a:pt x="3450571" y="247221"/>
                  </a:cubicBezTo>
                  <a:cubicBezTo>
                    <a:pt x="3548351" y="245881"/>
                    <a:pt x="3635416" y="243202"/>
                    <a:pt x="3644792" y="241193"/>
                  </a:cubicBezTo>
                  <a:close/>
                  <a:moveTo>
                    <a:pt x="2829735" y="111266"/>
                  </a:moveTo>
                  <a:cubicBezTo>
                    <a:pt x="2839780" y="99211"/>
                    <a:pt x="2843799" y="87156"/>
                    <a:pt x="2841790" y="71082"/>
                  </a:cubicBezTo>
                  <a:cubicBezTo>
                    <a:pt x="2841120" y="59027"/>
                    <a:pt x="2447321" y="59027"/>
                    <a:pt x="2414504" y="70413"/>
                  </a:cubicBezTo>
                  <a:cubicBezTo>
                    <a:pt x="2389054" y="79789"/>
                    <a:pt x="2386376" y="91844"/>
                    <a:pt x="2407807" y="103229"/>
                  </a:cubicBezTo>
                  <a:cubicBezTo>
                    <a:pt x="2436605" y="119303"/>
                    <a:pt x="2464064" y="121312"/>
                    <a:pt x="2640872" y="121982"/>
                  </a:cubicBezTo>
                  <a:cubicBezTo>
                    <a:pt x="2802276" y="122651"/>
                    <a:pt x="2819689" y="121312"/>
                    <a:pt x="2829735" y="111266"/>
                  </a:cubicBezTo>
                  <a:close/>
                  <a:moveTo>
                    <a:pt x="4380152" y="114615"/>
                  </a:moveTo>
                  <a:cubicBezTo>
                    <a:pt x="4384840" y="109927"/>
                    <a:pt x="4388188" y="100550"/>
                    <a:pt x="4388188" y="92514"/>
                  </a:cubicBezTo>
                  <a:cubicBezTo>
                    <a:pt x="4388188" y="84477"/>
                    <a:pt x="4384840" y="75101"/>
                    <a:pt x="4380152" y="70413"/>
                  </a:cubicBezTo>
                  <a:cubicBezTo>
                    <a:pt x="4374124" y="64385"/>
                    <a:pt x="4206023" y="62376"/>
                    <a:pt x="3664214" y="62376"/>
                  </a:cubicBezTo>
                  <a:lnTo>
                    <a:pt x="2956983" y="62376"/>
                  </a:lnTo>
                  <a:lnTo>
                    <a:pt x="2938900" y="79119"/>
                  </a:lnTo>
                  <a:cubicBezTo>
                    <a:pt x="2922157" y="95193"/>
                    <a:pt x="2916799" y="109257"/>
                    <a:pt x="2926175" y="117963"/>
                  </a:cubicBezTo>
                  <a:cubicBezTo>
                    <a:pt x="2928184" y="120642"/>
                    <a:pt x="3255011" y="122651"/>
                    <a:pt x="3651489" y="122651"/>
                  </a:cubicBezTo>
                  <a:cubicBezTo>
                    <a:pt x="4202674" y="122651"/>
                    <a:pt x="4374124" y="120642"/>
                    <a:pt x="4380152" y="114615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7" name="手繪多邊形 16">
              <a:extLst>
                <a:ext uri="{FF2B5EF4-FFF2-40B4-BE49-F238E27FC236}">
                  <a16:creationId xmlns:a16="http://schemas.microsoft.com/office/drawing/2014/main" id="{79895021-B3BF-7EAD-8345-D53F4AA9202F}"/>
                </a:ext>
              </a:extLst>
            </p:cNvPr>
            <p:cNvSpPr/>
            <p:nvPr/>
          </p:nvSpPr>
          <p:spPr>
            <a:xfrm flipV="1">
              <a:off x="3577031" y="2329875"/>
              <a:ext cx="335964" cy="112302"/>
            </a:xfrm>
            <a:custGeom>
              <a:avLst/>
              <a:gdLst>
                <a:gd name="connsiteX0" fmla="*/ 7673 w 335964"/>
                <a:gd name="connsiteY0" fmla="*/ 95804 h 112302"/>
                <a:gd name="connsiteX1" fmla="*/ 29104 w 335964"/>
                <a:gd name="connsiteY1" fmla="*/ 33519 h 112302"/>
                <a:gd name="connsiteX2" fmla="*/ 308380 w 335964"/>
                <a:gd name="connsiteY2" fmla="*/ 35529 h 112302"/>
                <a:gd name="connsiteX3" fmla="*/ 256811 w 335964"/>
                <a:gd name="connsiteY3" fmla="*/ 85088 h 112302"/>
                <a:gd name="connsiteX4" fmla="*/ 167737 w 335964"/>
                <a:gd name="connsiteY4" fmla="*/ 69685 h 112302"/>
                <a:gd name="connsiteX5" fmla="*/ 72636 w 335964"/>
                <a:gd name="connsiteY5" fmla="*/ 88437 h 112302"/>
                <a:gd name="connsiteX6" fmla="*/ 7673 w 335964"/>
                <a:gd name="connsiteY6" fmla="*/ 95804 h 112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964" h="112302">
                  <a:moveTo>
                    <a:pt x="7673" y="95804"/>
                  </a:moveTo>
                  <a:cubicBezTo>
                    <a:pt x="-12419" y="76382"/>
                    <a:pt x="-6391" y="58299"/>
                    <a:pt x="29104" y="33519"/>
                  </a:cubicBezTo>
                  <a:cubicBezTo>
                    <a:pt x="106792" y="-20728"/>
                    <a:pt x="249444" y="-20059"/>
                    <a:pt x="308380" y="35529"/>
                  </a:cubicBezTo>
                  <a:cubicBezTo>
                    <a:pt x="359279" y="83749"/>
                    <a:pt x="322444" y="119244"/>
                    <a:pt x="256811" y="85088"/>
                  </a:cubicBezTo>
                  <a:cubicBezTo>
                    <a:pt x="233371" y="72364"/>
                    <a:pt x="217297" y="69685"/>
                    <a:pt x="167737" y="69685"/>
                  </a:cubicBezTo>
                  <a:cubicBezTo>
                    <a:pt x="114829" y="69685"/>
                    <a:pt x="102774" y="72364"/>
                    <a:pt x="72636" y="88437"/>
                  </a:cubicBezTo>
                  <a:cubicBezTo>
                    <a:pt x="32453" y="109199"/>
                    <a:pt x="21737" y="110538"/>
                    <a:pt x="7673" y="95804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8" name="手繪多邊形 17">
              <a:extLst>
                <a:ext uri="{FF2B5EF4-FFF2-40B4-BE49-F238E27FC236}">
                  <a16:creationId xmlns:a16="http://schemas.microsoft.com/office/drawing/2014/main" id="{A630A4B7-B588-FB78-7B04-AAF14FEC5973}"/>
                </a:ext>
              </a:extLst>
            </p:cNvPr>
            <p:cNvSpPr/>
            <p:nvPr/>
          </p:nvSpPr>
          <p:spPr>
            <a:xfrm flipV="1">
              <a:off x="4114569" y="2336262"/>
              <a:ext cx="266825" cy="186946"/>
            </a:xfrm>
            <a:custGeom>
              <a:avLst/>
              <a:gdLst>
                <a:gd name="connsiteX0" fmla="*/ 6580 w 266825"/>
                <a:gd name="connsiteY0" fmla="*/ 173558 h 186946"/>
                <a:gd name="connsiteX1" fmla="*/ 40736 w 266825"/>
                <a:gd name="connsiteY1" fmla="*/ 55016 h 186946"/>
                <a:gd name="connsiteX2" fmla="*/ 177360 w 266825"/>
                <a:gd name="connsiteY2" fmla="*/ -6599 h 186946"/>
                <a:gd name="connsiteX3" fmla="*/ 262415 w 266825"/>
                <a:gd name="connsiteY3" fmla="*/ 41622 h 186946"/>
                <a:gd name="connsiteX4" fmla="*/ 203479 w 266825"/>
                <a:gd name="connsiteY4" fmla="*/ 67741 h 186946"/>
                <a:gd name="connsiteX5" fmla="*/ 133828 w 266825"/>
                <a:gd name="connsiteY5" fmla="*/ 75778 h 186946"/>
                <a:gd name="connsiteX6" fmla="*/ 54130 w 266825"/>
                <a:gd name="connsiteY6" fmla="*/ 155475 h 186946"/>
                <a:gd name="connsiteX7" fmla="*/ 6580 w 266825"/>
                <a:gd name="connsiteY7" fmla="*/ 173558 h 186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25" h="186946">
                  <a:moveTo>
                    <a:pt x="6580" y="173558"/>
                  </a:moveTo>
                  <a:cubicBezTo>
                    <a:pt x="-17531" y="159494"/>
                    <a:pt x="-118" y="98549"/>
                    <a:pt x="40736" y="55016"/>
                  </a:cubicBezTo>
                  <a:cubicBezTo>
                    <a:pt x="68194" y="25548"/>
                    <a:pt x="139855" y="-6599"/>
                    <a:pt x="177360" y="-6599"/>
                  </a:cubicBezTo>
                  <a:cubicBezTo>
                    <a:pt x="229599" y="-6599"/>
                    <a:pt x="262415" y="12154"/>
                    <a:pt x="262415" y="41622"/>
                  </a:cubicBezTo>
                  <a:cubicBezTo>
                    <a:pt x="261745" y="63723"/>
                    <a:pt x="250360" y="69081"/>
                    <a:pt x="203479" y="67741"/>
                  </a:cubicBezTo>
                  <a:cubicBezTo>
                    <a:pt x="174681" y="67071"/>
                    <a:pt x="147892" y="70420"/>
                    <a:pt x="133828" y="75778"/>
                  </a:cubicBezTo>
                  <a:cubicBezTo>
                    <a:pt x="105699" y="88503"/>
                    <a:pt x="70873" y="122659"/>
                    <a:pt x="54130" y="155475"/>
                  </a:cubicBezTo>
                  <a:cubicBezTo>
                    <a:pt x="40736" y="181595"/>
                    <a:pt x="28011" y="186283"/>
                    <a:pt x="6580" y="173558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19" name="手繪多邊形 18">
              <a:extLst>
                <a:ext uri="{FF2B5EF4-FFF2-40B4-BE49-F238E27FC236}">
                  <a16:creationId xmlns:a16="http://schemas.microsoft.com/office/drawing/2014/main" id="{31CFDD83-5B82-003F-A9C3-EF5B0264C556}"/>
                </a:ext>
              </a:extLst>
            </p:cNvPr>
            <p:cNvSpPr/>
            <p:nvPr/>
          </p:nvSpPr>
          <p:spPr>
            <a:xfrm flipV="1">
              <a:off x="3009320" y="2453334"/>
              <a:ext cx="164104" cy="167059"/>
            </a:xfrm>
            <a:custGeom>
              <a:avLst/>
              <a:gdLst>
                <a:gd name="connsiteX0" fmla="*/ 9674 w 164104"/>
                <a:gd name="connsiteY0" fmla="*/ 151038 h 167059"/>
                <a:gd name="connsiteX1" fmla="*/ 21059 w 164104"/>
                <a:gd name="connsiteY1" fmla="*/ 94781 h 167059"/>
                <a:gd name="connsiteX2" fmla="*/ 88032 w 164104"/>
                <a:gd name="connsiteY2" fmla="*/ 32497 h 167059"/>
                <a:gd name="connsiteX3" fmla="*/ 138261 w 164104"/>
                <a:gd name="connsiteY3" fmla="*/ -6348 h 167059"/>
                <a:gd name="connsiteX4" fmla="*/ 160362 w 164104"/>
                <a:gd name="connsiteY4" fmla="*/ 43882 h 167059"/>
                <a:gd name="connsiteX5" fmla="*/ 41151 w 164104"/>
                <a:gd name="connsiteY5" fmla="*/ 157066 h 167059"/>
                <a:gd name="connsiteX6" fmla="*/ 9674 w 164104"/>
                <a:gd name="connsiteY6" fmla="*/ 151038 h 16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104" h="167059">
                  <a:moveTo>
                    <a:pt x="9674" y="151038"/>
                  </a:moveTo>
                  <a:cubicBezTo>
                    <a:pt x="-9748" y="131616"/>
                    <a:pt x="-7069" y="118222"/>
                    <a:pt x="21059" y="94781"/>
                  </a:cubicBezTo>
                  <a:cubicBezTo>
                    <a:pt x="35123" y="83396"/>
                    <a:pt x="65261" y="55267"/>
                    <a:pt x="88032" y="32497"/>
                  </a:cubicBezTo>
                  <a:cubicBezTo>
                    <a:pt x="110802" y="9056"/>
                    <a:pt x="133573" y="-7687"/>
                    <a:pt x="138261" y="-6348"/>
                  </a:cubicBezTo>
                  <a:cubicBezTo>
                    <a:pt x="154335" y="-320"/>
                    <a:pt x="164381" y="24460"/>
                    <a:pt x="160362" y="43882"/>
                  </a:cubicBezTo>
                  <a:cubicBezTo>
                    <a:pt x="152325" y="80047"/>
                    <a:pt x="91380" y="138313"/>
                    <a:pt x="41151" y="157066"/>
                  </a:cubicBezTo>
                  <a:cubicBezTo>
                    <a:pt x="25747" y="163093"/>
                    <a:pt x="20389" y="161754"/>
                    <a:pt x="9674" y="151038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0" name="手繪多邊形 19">
              <a:extLst>
                <a:ext uri="{FF2B5EF4-FFF2-40B4-BE49-F238E27FC236}">
                  <a16:creationId xmlns:a16="http://schemas.microsoft.com/office/drawing/2014/main" id="{4ADBBB42-0AE3-D34D-32AA-899142FC32D5}"/>
                </a:ext>
              </a:extLst>
            </p:cNvPr>
            <p:cNvSpPr/>
            <p:nvPr/>
          </p:nvSpPr>
          <p:spPr>
            <a:xfrm flipV="1">
              <a:off x="3576893" y="2519860"/>
              <a:ext cx="281713" cy="149995"/>
            </a:xfrm>
            <a:custGeom>
              <a:avLst/>
              <a:gdLst>
                <a:gd name="connsiteX0" fmla="*/ 5838 w 281713"/>
                <a:gd name="connsiteY0" fmla="*/ 134962 h 149995"/>
                <a:gd name="connsiteX1" fmla="*/ 44013 w 281713"/>
                <a:gd name="connsiteY1" fmla="*/ 76026 h 149995"/>
                <a:gd name="connsiteX2" fmla="*/ 112995 w 281713"/>
                <a:gd name="connsiteY2" fmla="*/ 37852 h 149995"/>
                <a:gd name="connsiteX3" fmla="*/ 145811 w 281713"/>
                <a:gd name="connsiteY3" fmla="*/ -5681 h 149995"/>
                <a:gd name="connsiteX4" fmla="*/ 175949 w 281713"/>
                <a:gd name="connsiteY4" fmla="*/ 33163 h 149995"/>
                <a:gd name="connsiteX5" fmla="*/ 190683 w 281713"/>
                <a:gd name="connsiteY5" fmla="*/ 69998 h 149995"/>
                <a:gd name="connsiteX6" fmla="*/ 224839 w 281713"/>
                <a:gd name="connsiteY6" fmla="*/ 73347 h 149995"/>
                <a:gd name="connsiteX7" fmla="*/ 269041 w 281713"/>
                <a:gd name="connsiteY7" fmla="*/ 90090 h 149995"/>
                <a:gd name="connsiteX8" fmla="*/ 270380 w 281713"/>
                <a:gd name="connsiteY8" fmla="*/ 137641 h 149995"/>
                <a:gd name="connsiteX9" fmla="*/ 138444 w 281713"/>
                <a:gd name="connsiteY9" fmla="*/ 143668 h 149995"/>
                <a:gd name="connsiteX10" fmla="*/ 5838 w 281713"/>
                <a:gd name="connsiteY10" fmla="*/ 134962 h 14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1713" h="149995">
                  <a:moveTo>
                    <a:pt x="5838" y="134962"/>
                  </a:moveTo>
                  <a:cubicBezTo>
                    <a:pt x="-16932" y="111521"/>
                    <a:pt x="3159" y="80714"/>
                    <a:pt x="44013" y="76026"/>
                  </a:cubicBezTo>
                  <a:cubicBezTo>
                    <a:pt x="119692" y="67989"/>
                    <a:pt x="116343" y="69329"/>
                    <a:pt x="112995" y="37852"/>
                  </a:cubicBezTo>
                  <a:cubicBezTo>
                    <a:pt x="108976" y="5035"/>
                    <a:pt x="120361" y="-9699"/>
                    <a:pt x="145811" y="-5681"/>
                  </a:cubicBezTo>
                  <a:cubicBezTo>
                    <a:pt x="157196" y="-4341"/>
                    <a:pt x="164563" y="5035"/>
                    <a:pt x="175949" y="33163"/>
                  </a:cubicBezTo>
                  <a:lnTo>
                    <a:pt x="190683" y="69998"/>
                  </a:lnTo>
                  <a:lnTo>
                    <a:pt x="224839" y="73347"/>
                  </a:lnTo>
                  <a:cubicBezTo>
                    <a:pt x="248279" y="76026"/>
                    <a:pt x="263013" y="81384"/>
                    <a:pt x="269041" y="90090"/>
                  </a:cubicBezTo>
                  <a:cubicBezTo>
                    <a:pt x="280426" y="105494"/>
                    <a:pt x="281096" y="130944"/>
                    <a:pt x="270380" y="137641"/>
                  </a:cubicBezTo>
                  <a:cubicBezTo>
                    <a:pt x="265692" y="140989"/>
                    <a:pt x="206086" y="142999"/>
                    <a:pt x="138444" y="143668"/>
                  </a:cubicBezTo>
                  <a:cubicBezTo>
                    <a:pt x="44682" y="143668"/>
                    <a:pt x="12536" y="141659"/>
                    <a:pt x="5838" y="134962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1" name="手繪多邊形 20">
              <a:extLst>
                <a:ext uri="{FF2B5EF4-FFF2-40B4-BE49-F238E27FC236}">
                  <a16:creationId xmlns:a16="http://schemas.microsoft.com/office/drawing/2014/main" id="{F3FBF49C-44B1-9F07-B378-32F09236144E}"/>
                </a:ext>
              </a:extLst>
            </p:cNvPr>
            <p:cNvSpPr/>
            <p:nvPr/>
          </p:nvSpPr>
          <p:spPr>
            <a:xfrm flipV="1">
              <a:off x="4135438" y="2597926"/>
              <a:ext cx="240284" cy="128561"/>
            </a:xfrm>
            <a:custGeom>
              <a:avLst/>
              <a:gdLst>
                <a:gd name="connsiteX0" fmla="*/ 84150 w 240284"/>
                <a:gd name="connsiteY0" fmla="*/ 118705 h 128561"/>
                <a:gd name="connsiteX1" fmla="*/ 3113 w 240284"/>
                <a:gd name="connsiteY1" fmla="*/ 93255 h 128561"/>
                <a:gd name="connsiteX2" fmla="*/ 3113 w 240284"/>
                <a:gd name="connsiteY2" fmla="*/ 60438 h 128561"/>
                <a:gd name="connsiteX3" fmla="*/ 32581 w 240284"/>
                <a:gd name="connsiteY3" fmla="*/ 44365 h 128561"/>
                <a:gd name="connsiteX4" fmla="*/ 67407 w 240284"/>
                <a:gd name="connsiteY4" fmla="*/ 22934 h 128561"/>
                <a:gd name="connsiteX5" fmla="*/ 106251 w 240284"/>
                <a:gd name="connsiteY5" fmla="*/ -4525 h 128561"/>
                <a:gd name="connsiteX6" fmla="*/ 123664 w 240284"/>
                <a:gd name="connsiteY6" fmla="*/ 23603 h 128561"/>
                <a:gd name="connsiteX7" fmla="*/ 172554 w 240284"/>
                <a:gd name="connsiteY7" fmla="*/ 50393 h 128561"/>
                <a:gd name="connsiteX8" fmla="*/ 228142 w 240284"/>
                <a:gd name="connsiteY8" fmla="*/ 110668 h 128561"/>
                <a:gd name="connsiteX9" fmla="*/ 84150 w 240284"/>
                <a:gd name="connsiteY9" fmla="*/ 118705 h 12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0284" h="128561">
                  <a:moveTo>
                    <a:pt x="84150" y="118705"/>
                  </a:moveTo>
                  <a:cubicBezTo>
                    <a:pt x="27224" y="116026"/>
                    <a:pt x="15169" y="112007"/>
                    <a:pt x="3113" y="93255"/>
                  </a:cubicBezTo>
                  <a:cubicBezTo>
                    <a:pt x="-6932" y="77851"/>
                    <a:pt x="-6932" y="75172"/>
                    <a:pt x="3113" y="60438"/>
                  </a:cubicBezTo>
                  <a:cubicBezTo>
                    <a:pt x="10480" y="49053"/>
                    <a:pt x="19187" y="44365"/>
                    <a:pt x="32581" y="44365"/>
                  </a:cubicBezTo>
                  <a:cubicBezTo>
                    <a:pt x="57361" y="45035"/>
                    <a:pt x="67407" y="39007"/>
                    <a:pt x="67407" y="22934"/>
                  </a:cubicBezTo>
                  <a:cubicBezTo>
                    <a:pt x="67407" y="6191"/>
                    <a:pt x="93527" y="-11892"/>
                    <a:pt x="106251" y="-4525"/>
                  </a:cubicBezTo>
                  <a:cubicBezTo>
                    <a:pt x="111609" y="-1176"/>
                    <a:pt x="119646" y="11548"/>
                    <a:pt x="123664" y="23603"/>
                  </a:cubicBezTo>
                  <a:cubicBezTo>
                    <a:pt x="131031" y="45704"/>
                    <a:pt x="132371" y="46374"/>
                    <a:pt x="172554" y="50393"/>
                  </a:cubicBezTo>
                  <a:cubicBezTo>
                    <a:pt x="230821" y="55750"/>
                    <a:pt x="247564" y="73833"/>
                    <a:pt x="228142" y="110668"/>
                  </a:cubicBezTo>
                  <a:cubicBezTo>
                    <a:pt x="220775" y="124062"/>
                    <a:pt x="202692" y="124732"/>
                    <a:pt x="84150" y="118705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2" name="手繪多邊形 21">
              <a:extLst>
                <a:ext uri="{FF2B5EF4-FFF2-40B4-BE49-F238E27FC236}">
                  <a16:creationId xmlns:a16="http://schemas.microsoft.com/office/drawing/2014/main" id="{ACEF7522-5DDF-2321-85FF-F2317593A750}"/>
                </a:ext>
              </a:extLst>
            </p:cNvPr>
            <p:cNvSpPr/>
            <p:nvPr/>
          </p:nvSpPr>
          <p:spPr>
            <a:xfrm flipV="1">
              <a:off x="3898916" y="2603857"/>
              <a:ext cx="227302" cy="420935"/>
            </a:xfrm>
            <a:custGeom>
              <a:avLst/>
              <a:gdLst>
                <a:gd name="connsiteX0" fmla="*/ 94631 w 227302"/>
                <a:gd name="connsiteY0" fmla="*/ 401186 h 420935"/>
                <a:gd name="connsiteX1" fmla="*/ 93292 w 227302"/>
                <a:gd name="connsiteY1" fmla="*/ 352965 h 420935"/>
                <a:gd name="connsiteX2" fmla="*/ 129457 w 227302"/>
                <a:gd name="connsiteY2" fmla="*/ 207635 h 420935"/>
                <a:gd name="connsiteX3" fmla="*/ 156916 w 227302"/>
                <a:gd name="connsiteY3" fmla="*/ 81056 h 420935"/>
                <a:gd name="connsiteX4" fmla="*/ 156916 w 227302"/>
                <a:gd name="connsiteY4" fmla="*/ 65653 h 420935"/>
                <a:gd name="connsiteX5" fmla="*/ 93292 w 227302"/>
                <a:gd name="connsiteY5" fmla="*/ 70341 h 420935"/>
                <a:gd name="connsiteX6" fmla="*/ 12924 w 227302"/>
                <a:gd name="connsiteY6" fmla="*/ 64313 h 420935"/>
                <a:gd name="connsiteX7" fmla="*/ 8236 w 227302"/>
                <a:gd name="connsiteY7" fmla="*/ 7387 h 420935"/>
                <a:gd name="connsiteX8" fmla="*/ 104007 w 227302"/>
                <a:gd name="connsiteY8" fmla="*/ -3329 h 420935"/>
                <a:gd name="connsiteX9" fmla="*/ 201787 w 227302"/>
                <a:gd name="connsiteY9" fmla="*/ 6047 h 420935"/>
                <a:gd name="connsiteX10" fmla="*/ 187723 w 227302"/>
                <a:gd name="connsiteY10" fmla="*/ 249828 h 420935"/>
                <a:gd name="connsiteX11" fmla="*/ 134145 w 227302"/>
                <a:gd name="connsiteY11" fmla="*/ 409892 h 420935"/>
                <a:gd name="connsiteX12" fmla="*/ 94631 w 227302"/>
                <a:gd name="connsiteY12" fmla="*/ 401186 h 420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302" h="420935">
                  <a:moveTo>
                    <a:pt x="94631" y="401186"/>
                  </a:moveTo>
                  <a:cubicBezTo>
                    <a:pt x="85925" y="389800"/>
                    <a:pt x="85925" y="382433"/>
                    <a:pt x="93292" y="352965"/>
                  </a:cubicBezTo>
                  <a:cubicBezTo>
                    <a:pt x="97980" y="333543"/>
                    <a:pt x="114053" y="268580"/>
                    <a:pt x="129457" y="207635"/>
                  </a:cubicBezTo>
                  <a:cubicBezTo>
                    <a:pt x="144191" y="146690"/>
                    <a:pt x="156916" y="89763"/>
                    <a:pt x="156916" y="81056"/>
                  </a:cubicBezTo>
                  <a:lnTo>
                    <a:pt x="156916" y="65653"/>
                  </a:lnTo>
                  <a:lnTo>
                    <a:pt x="93292" y="70341"/>
                  </a:lnTo>
                  <a:cubicBezTo>
                    <a:pt x="39713" y="74359"/>
                    <a:pt x="26319" y="73020"/>
                    <a:pt x="12924" y="64313"/>
                  </a:cubicBezTo>
                  <a:cubicBezTo>
                    <a:pt x="-7837" y="50919"/>
                    <a:pt x="-9846" y="17432"/>
                    <a:pt x="8236" y="7387"/>
                  </a:cubicBezTo>
                  <a:cubicBezTo>
                    <a:pt x="14934" y="4038"/>
                    <a:pt x="57796" y="-1320"/>
                    <a:pt x="104007" y="-3329"/>
                  </a:cubicBezTo>
                  <a:cubicBezTo>
                    <a:pt x="183035" y="-8017"/>
                    <a:pt x="187723" y="-7347"/>
                    <a:pt x="201787" y="6047"/>
                  </a:cubicBezTo>
                  <a:cubicBezTo>
                    <a:pt x="233264" y="36185"/>
                    <a:pt x="231255" y="71011"/>
                    <a:pt x="187723" y="249828"/>
                  </a:cubicBezTo>
                  <a:cubicBezTo>
                    <a:pt x="156916" y="374397"/>
                    <a:pt x="148879" y="400516"/>
                    <a:pt x="134145" y="409892"/>
                  </a:cubicBezTo>
                  <a:cubicBezTo>
                    <a:pt x="120750" y="419268"/>
                    <a:pt x="104007" y="415250"/>
                    <a:pt x="94631" y="401186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3" name="手繪多邊形 22">
              <a:extLst>
                <a:ext uri="{FF2B5EF4-FFF2-40B4-BE49-F238E27FC236}">
                  <a16:creationId xmlns:a16="http://schemas.microsoft.com/office/drawing/2014/main" id="{13A258AE-CE6C-5EE6-B928-34D73530B0CC}"/>
                </a:ext>
              </a:extLst>
            </p:cNvPr>
            <p:cNvSpPr/>
            <p:nvPr/>
          </p:nvSpPr>
          <p:spPr>
            <a:xfrm flipV="1">
              <a:off x="3587273" y="3120921"/>
              <a:ext cx="483743" cy="150266"/>
            </a:xfrm>
            <a:custGeom>
              <a:avLst/>
              <a:gdLst>
                <a:gd name="connsiteX0" fmla="*/ 97108 w 483743"/>
                <a:gd name="connsiteY0" fmla="*/ 136537 h 150266"/>
                <a:gd name="connsiteX1" fmla="*/ -2682 w 483743"/>
                <a:gd name="connsiteY1" fmla="*/ 82959 h 150266"/>
                <a:gd name="connsiteX2" fmla="*/ 16740 w 483743"/>
                <a:gd name="connsiteY2" fmla="*/ 44115 h 150266"/>
                <a:gd name="connsiteX3" fmla="*/ 71658 w 483743"/>
                <a:gd name="connsiteY3" fmla="*/ 57509 h 150266"/>
                <a:gd name="connsiteX4" fmla="*/ 190869 w 483743"/>
                <a:gd name="connsiteY4" fmla="*/ 75592 h 150266"/>
                <a:gd name="connsiteX5" fmla="*/ 398484 w 483743"/>
                <a:gd name="connsiteY5" fmla="*/ 18665 h 150266"/>
                <a:gd name="connsiteX6" fmla="*/ 458760 w 483743"/>
                <a:gd name="connsiteY6" fmla="*/ -4775 h 150266"/>
                <a:gd name="connsiteX7" fmla="*/ 470815 w 483743"/>
                <a:gd name="connsiteY7" fmla="*/ 44115 h 150266"/>
                <a:gd name="connsiteX8" fmla="*/ 330842 w 483743"/>
                <a:gd name="connsiteY8" fmla="*/ 125821 h 150266"/>
                <a:gd name="connsiteX9" fmla="*/ 97108 w 483743"/>
                <a:gd name="connsiteY9" fmla="*/ 136537 h 15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3743" h="150266">
                  <a:moveTo>
                    <a:pt x="97108" y="136537"/>
                  </a:moveTo>
                  <a:cubicBezTo>
                    <a:pt x="52236" y="125152"/>
                    <a:pt x="3346" y="99032"/>
                    <a:pt x="-2682" y="82959"/>
                  </a:cubicBezTo>
                  <a:cubicBezTo>
                    <a:pt x="-7370" y="69564"/>
                    <a:pt x="2676" y="49473"/>
                    <a:pt x="16740" y="44115"/>
                  </a:cubicBezTo>
                  <a:cubicBezTo>
                    <a:pt x="22098" y="41436"/>
                    <a:pt x="46878" y="48133"/>
                    <a:pt x="71658" y="57509"/>
                  </a:cubicBezTo>
                  <a:cubicBezTo>
                    <a:pt x="110502" y="72913"/>
                    <a:pt x="127915" y="75592"/>
                    <a:pt x="190869" y="75592"/>
                  </a:cubicBezTo>
                  <a:cubicBezTo>
                    <a:pt x="276594" y="76262"/>
                    <a:pt x="324145" y="62867"/>
                    <a:pt x="398484" y="18665"/>
                  </a:cubicBezTo>
                  <a:cubicBezTo>
                    <a:pt x="429962" y="-757"/>
                    <a:pt x="448044" y="-7454"/>
                    <a:pt x="458760" y="-4775"/>
                  </a:cubicBezTo>
                  <a:cubicBezTo>
                    <a:pt x="480861" y="583"/>
                    <a:pt x="486888" y="23353"/>
                    <a:pt x="470815" y="44115"/>
                  </a:cubicBezTo>
                  <a:cubicBezTo>
                    <a:pt x="453402" y="68225"/>
                    <a:pt x="384420" y="107739"/>
                    <a:pt x="330842" y="125821"/>
                  </a:cubicBezTo>
                  <a:cubicBezTo>
                    <a:pt x="270567" y="145913"/>
                    <a:pt x="156043" y="151271"/>
                    <a:pt x="97108" y="136537"/>
                  </a:cubicBezTo>
                  <a:close/>
                </a:path>
              </a:pathLst>
            </a:custGeom>
            <a:solidFill>
              <a:srgbClr val="20398A"/>
            </a:solidFill>
            <a:ln w="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822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8F0F-30E1-BFDA-0EAE-A61EF478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群組 61">
            <a:extLst>
              <a:ext uri="{FF2B5EF4-FFF2-40B4-BE49-F238E27FC236}">
                <a16:creationId xmlns:a16="http://schemas.microsoft.com/office/drawing/2014/main" id="{2B4081FA-E192-BDD6-F886-782A44A9C813}"/>
              </a:ext>
            </a:extLst>
          </p:cNvPr>
          <p:cNvGrpSpPr/>
          <p:nvPr/>
        </p:nvGrpSpPr>
        <p:grpSpPr>
          <a:xfrm>
            <a:off x="1113331" y="2042264"/>
            <a:ext cx="9965337" cy="2773471"/>
            <a:chOff x="1623150" y="2213698"/>
            <a:chExt cx="9965337" cy="2773471"/>
          </a:xfrm>
        </p:grpSpPr>
        <p:pic>
          <p:nvPicPr>
            <p:cNvPr id="45" name="圖形 44">
              <a:extLst>
                <a:ext uri="{FF2B5EF4-FFF2-40B4-BE49-F238E27FC236}">
                  <a16:creationId xmlns:a16="http://schemas.microsoft.com/office/drawing/2014/main" id="{9EB54A5B-C61B-14BE-664F-D3054294E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19800" y="3352800"/>
              <a:ext cx="152400" cy="152400"/>
            </a:xfrm>
            <a:prstGeom prst="rect">
              <a:avLst/>
            </a:prstGeom>
          </p:spPr>
        </p:pic>
        <p:pic>
          <p:nvPicPr>
            <p:cNvPr id="51" name="圖形 50">
              <a:extLst>
                <a:ext uri="{FF2B5EF4-FFF2-40B4-BE49-F238E27FC236}">
                  <a16:creationId xmlns:a16="http://schemas.microsoft.com/office/drawing/2014/main" id="{A956CD30-304B-F64E-FFB7-831BC792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19800" y="3352800"/>
              <a:ext cx="152400" cy="152400"/>
            </a:xfrm>
            <a:prstGeom prst="rect">
              <a:avLst/>
            </a:prstGeom>
          </p:spPr>
        </p:pic>
        <p:pic>
          <p:nvPicPr>
            <p:cNvPr id="53" name="圖形 52">
              <a:extLst>
                <a:ext uri="{FF2B5EF4-FFF2-40B4-BE49-F238E27FC236}">
                  <a16:creationId xmlns:a16="http://schemas.microsoft.com/office/drawing/2014/main" id="{8FAF94FF-B472-533F-A48C-936AC58F1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49214" y="2333163"/>
              <a:ext cx="2039273" cy="2039273"/>
            </a:xfrm>
            <a:prstGeom prst="rect">
              <a:avLst/>
            </a:prstGeom>
          </p:spPr>
        </p:pic>
        <p:pic>
          <p:nvPicPr>
            <p:cNvPr id="55" name="圖形 54">
              <a:extLst>
                <a:ext uri="{FF2B5EF4-FFF2-40B4-BE49-F238E27FC236}">
                  <a16:creationId xmlns:a16="http://schemas.microsoft.com/office/drawing/2014/main" id="{DA65A175-6E9C-690F-8B7F-22F7CAB59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23150" y="2213698"/>
              <a:ext cx="2039272" cy="2039272"/>
            </a:xfrm>
            <a:prstGeom prst="rect">
              <a:avLst/>
            </a:prstGeom>
          </p:spPr>
        </p:pic>
        <p:pic>
          <p:nvPicPr>
            <p:cNvPr id="57" name="圖形 56">
              <a:extLst>
                <a:ext uri="{FF2B5EF4-FFF2-40B4-BE49-F238E27FC236}">
                  <a16:creationId xmlns:a16="http://schemas.microsoft.com/office/drawing/2014/main" id="{B4B2A7F2-B5AC-B18C-4DC0-C1547401D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586182" y="2333163"/>
              <a:ext cx="2039272" cy="2039272"/>
            </a:xfrm>
            <a:prstGeom prst="rect">
              <a:avLst/>
            </a:prstGeom>
          </p:spPr>
        </p:pic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96C1ED38-392F-4031-623D-8CEEA0E5A528}"/>
                </a:ext>
              </a:extLst>
            </p:cNvPr>
            <p:cNvSpPr txBox="1"/>
            <p:nvPr/>
          </p:nvSpPr>
          <p:spPr>
            <a:xfrm>
              <a:off x="2061537" y="4525504"/>
              <a:ext cx="11624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2400" dirty="0">
                  <a:solidFill>
                    <a:srgbClr val="20398A"/>
                  </a:solidFill>
                  <a:latin typeface=""/>
                </a:rPr>
                <a:t>Upload</a:t>
              </a:r>
              <a:endParaRPr kumimoji="1" lang="zh-TW" altLang="en-US" sz="2400" dirty="0">
                <a:solidFill>
                  <a:srgbClr val="20398A"/>
                </a:solidFill>
                <a:latin typeface=""/>
              </a:endParaRPr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7440BC4C-5F00-B99D-6D5A-BF4547C2362B}"/>
                </a:ext>
              </a:extLst>
            </p:cNvPr>
            <p:cNvSpPr txBox="1"/>
            <p:nvPr/>
          </p:nvSpPr>
          <p:spPr>
            <a:xfrm>
              <a:off x="6004258" y="4525504"/>
              <a:ext cx="12121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2400" dirty="0">
                  <a:solidFill>
                    <a:srgbClr val="6B6C9E"/>
                  </a:solidFill>
                  <a:latin typeface=""/>
                </a:rPr>
                <a:t>Auto-fill</a:t>
              </a:r>
              <a:endParaRPr kumimoji="1" lang="zh-TW" altLang="en-US" sz="2400" dirty="0">
                <a:solidFill>
                  <a:srgbClr val="6B6C9E"/>
                </a:solidFill>
                <a:latin typeface=""/>
              </a:endParaRPr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DB700D43-474B-E35F-C38A-2001DFCE7308}"/>
                </a:ext>
              </a:extLst>
            </p:cNvPr>
            <p:cNvSpPr txBox="1"/>
            <p:nvPr/>
          </p:nvSpPr>
          <p:spPr>
            <a:xfrm>
              <a:off x="10031685" y="4525504"/>
              <a:ext cx="10743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TW" sz="2400" dirty="0">
                  <a:solidFill>
                    <a:srgbClr val="D6B30E"/>
                  </a:solidFill>
                  <a:latin typeface=""/>
                </a:rPr>
                <a:t>Export</a:t>
              </a:r>
              <a:endParaRPr kumimoji="1" lang="zh-TW" altLang="en-US" sz="2400" dirty="0">
                <a:solidFill>
                  <a:srgbClr val="D6B30E"/>
                </a:solidFill>
                <a:latin typeface="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6497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</Words>
  <Application>Microsoft Macintosh PowerPoint</Application>
  <PresentationFormat>寬螢幕</PresentationFormat>
  <Paragraphs>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宋品岳</dc:creator>
  <cp:lastModifiedBy>宋品岳</cp:lastModifiedBy>
  <cp:revision>1</cp:revision>
  <dcterms:created xsi:type="dcterms:W3CDTF">2025-05-04T03:58:57Z</dcterms:created>
  <dcterms:modified xsi:type="dcterms:W3CDTF">2025-05-04T04:56:11Z</dcterms:modified>
</cp:coreProperties>
</file>